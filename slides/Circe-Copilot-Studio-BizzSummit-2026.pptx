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tiff" ContentType="image/tiff"/>
  <Default Extension="gif" ContentType="image/gif"/>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05da92609d4fda" /><Relationship Type="http://schemas.openxmlformats.org/officeDocument/2006/relationships/extended-properties" Target="/docProps/app.xml" Id="Rc4cce49d773f45ef" /><Relationship Type="http://schemas.openxmlformats.org/officeDocument/2006/relationships/officeDocument" Target="/ppt/presentation.xml" Id="R60d2fe2a68ee45d2" /></Relationships>
</file>

<file path=ppt/presentation.xml><?xml version="1.0" encoding="utf-8"?>
<p:presentation xmlns:p="http://schemas.openxmlformats.org/presentationml/2006/main">
  <p:sldMasterIdLst>
    <p:sldMasterId xmlns:r="http://schemas.openxmlformats.org/officeDocument/2006/relationships" id="2147483648" r:id="R9ceff7462bd54948"/>
  </p:sldMasterIdLst>
  <p:notesMasterIdLst>
    <p:notesMasterId xmlns:r="http://schemas.openxmlformats.org/officeDocument/2006/relationships" r:id="R49aa3374407f4b33"/>
  </p:notesMasterIdLst>
  <p:sldIdLst>
    <p:sldId xmlns:r="http://schemas.openxmlformats.org/officeDocument/2006/relationships" id="256" r:id="R64a6643cf4294a72"/>
    <p:sldId xmlns:r="http://schemas.openxmlformats.org/officeDocument/2006/relationships" id="257" r:id="Rd44d3ee9693c4566"/>
    <p:sldId xmlns:r="http://schemas.openxmlformats.org/officeDocument/2006/relationships" id="258" r:id="R8d9e43eca5b4467f"/>
    <p:sldId xmlns:r="http://schemas.openxmlformats.org/officeDocument/2006/relationships" id="259" r:id="R6d78c48f034f4090"/>
    <p:sldId xmlns:r="http://schemas.openxmlformats.org/officeDocument/2006/relationships" id="260" r:id="R711b375783ae4fc9"/>
    <p:sldId xmlns:r="http://schemas.openxmlformats.org/officeDocument/2006/relationships" id="261" r:id="R1037fb5cc1fd44a2"/>
    <p:sldId xmlns:r="http://schemas.openxmlformats.org/officeDocument/2006/relationships" id="262" r:id="Rfbc2cf5196054235"/>
    <p:sldId xmlns:r="http://schemas.openxmlformats.org/officeDocument/2006/relationships" id="263" r:id="R9a6b9bdf55d7494c"/>
    <p:sldId xmlns:r="http://schemas.openxmlformats.org/officeDocument/2006/relationships" id="264" r:id="R8945ac2999544e1f"/>
    <p:sldId xmlns:r="http://schemas.openxmlformats.org/officeDocument/2006/relationships" id="265" r:id="Re23f1f97ad6f4ccf"/>
    <p:sldId xmlns:r="http://schemas.openxmlformats.org/officeDocument/2006/relationships" id="266" r:id="R88e8a033c05a4cb8"/>
    <p:sldId xmlns:r="http://schemas.openxmlformats.org/officeDocument/2006/relationships" id="267" r:id="Rff881703a2b04b11"/>
    <p:sldId xmlns:r="http://schemas.openxmlformats.org/officeDocument/2006/relationships" id="268" r:id="Rd0d62ec8d3af4666"/>
    <p:sldId xmlns:r="http://schemas.openxmlformats.org/officeDocument/2006/relationships" id="269" r:id="R57243e37dfb84f0a"/>
    <p:sldId xmlns:r="http://schemas.openxmlformats.org/officeDocument/2006/relationships" id="270" r:id="Rbf8d3dea917140c8"/>
    <p:sldId xmlns:r="http://schemas.openxmlformats.org/officeDocument/2006/relationships" id="271" r:id="R4c6df1d2d9254ce0"/>
    <p:sldId xmlns:r="http://schemas.openxmlformats.org/officeDocument/2006/relationships" id="272" r:id="R2d86e7f2251c46cd"/>
    <p:sldId xmlns:r="http://schemas.openxmlformats.org/officeDocument/2006/relationships" id="273" r:id="R1260b94a62134044"/>
    <p:sldId xmlns:r="http://schemas.openxmlformats.org/officeDocument/2006/relationships" id="274" r:id="R3fcf7bbe5322469c"/>
    <p:sldId xmlns:r="http://schemas.openxmlformats.org/officeDocument/2006/relationships" id="275" r:id="R5febef6c1f584299"/>
    <p:sldId xmlns:r="http://schemas.openxmlformats.org/officeDocument/2006/relationships" id="276" r:id="R2b747a51a8574520"/>
    <p:sldId xmlns:r="http://schemas.openxmlformats.org/officeDocument/2006/relationships" id="277" r:id="R21a5815f57a14a1a"/>
    <p:sldId xmlns:r="http://schemas.openxmlformats.org/officeDocument/2006/relationships" id="278" r:id="R5942490735354398"/>
    <p:sldId xmlns:r="http://schemas.openxmlformats.org/officeDocument/2006/relationships" id="279" r:id="R40f493a50adb404d"/>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21fd57d6aa3492a" /><Relationship Type="http://schemas.openxmlformats.org/officeDocument/2006/relationships/slideMaster" Target="/ppt/slideMasters/slideMaster1.xml" Id="R9ceff7462bd54948" /><Relationship Type="http://schemas.openxmlformats.org/officeDocument/2006/relationships/notesMaster" Target="/ppt/notesMasters/notesMaster1.xml" Id="R49aa3374407f4b33" /><Relationship Type="http://schemas.openxmlformats.org/officeDocument/2006/relationships/presProps" Target="/ppt/presProps.xml" Id="Recf7bf278e6f4b7e" /><Relationship Type="http://schemas.openxmlformats.org/officeDocument/2006/relationships/viewProps" Target="/ppt/viewProps.xml" Id="R3b61cc515ebc498e" /><Relationship Type="http://schemas.openxmlformats.org/officeDocument/2006/relationships/tableStyles" Target="/ppt/tableStyles.xml" Id="Rb70e6f32d1a44875" /><Relationship Type="http://schemas.openxmlformats.org/officeDocument/2006/relationships/slide" Target="/ppt/slides/slide1.xml" Id="R64a6643cf4294a72" /><Relationship Type="http://schemas.openxmlformats.org/officeDocument/2006/relationships/slide" Target="/ppt/slides/slide2.xml" Id="Rd44d3ee9693c4566" /><Relationship Type="http://schemas.openxmlformats.org/officeDocument/2006/relationships/slide" Target="/ppt/slides/slide3.xml" Id="R8d9e43eca5b4467f" /><Relationship Type="http://schemas.openxmlformats.org/officeDocument/2006/relationships/slide" Target="/ppt/slides/slide4.xml" Id="R6d78c48f034f4090" /><Relationship Type="http://schemas.openxmlformats.org/officeDocument/2006/relationships/slide" Target="/ppt/slides/slide5.xml" Id="R711b375783ae4fc9" /><Relationship Type="http://schemas.openxmlformats.org/officeDocument/2006/relationships/slide" Target="/ppt/slides/slide6.xml" Id="R1037fb5cc1fd44a2" /><Relationship Type="http://schemas.openxmlformats.org/officeDocument/2006/relationships/slide" Target="/ppt/slides/slide7.xml" Id="Rfbc2cf5196054235" /><Relationship Type="http://schemas.openxmlformats.org/officeDocument/2006/relationships/slide" Target="/ppt/slides/slide8.xml" Id="R9a6b9bdf55d7494c" /><Relationship Type="http://schemas.openxmlformats.org/officeDocument/2006/relationships/slide" Target="/ppt/slides/slide9.xml" Id="R8945ac2999544e1f" /><Relationship Type="http://schemas.openxmlformats.org/officeDocument/2006/relationships/slide" Target="/ppt/slides/slide10.xml" Id="Re23f1f97ad6f4ccf" /><Relationship Type="http://schemas.openxmlformats.org/officeDocument/2006/relationships/slide" Target="/ppt/slides/slide11.xml" Id="R88e8a033c05a4cb8" /><Relationship Type="http://schemas.openxmlformats.org/officeDocument/2006/relationships/slide" Target="/ppt/slides/slide12.xml" Id="Rff881703a2b04b11" /><Relationship Type="http://schemas.openxmlformats.org/officeDocument/2006/relationships/slide" Target="/ppt/slides/slide13.xml" Id="Rd0d62ec8d3af4666" /><Relationship Type="http://schemas.openxmlformats.org/officeDocument/2006/relationships/slide" Target="/ppt/slides/slide14.xml" Id="R57243e37dfb84f0a" /><Relationship Type="http://schemas.openxmlformats.org/officeDocument/2006/relationships/slide" Target="/ppt/slides/slide15.xml" Id="Rbf8d3dea917140c8" /><Relationship Type="http://schemas.openxmlformats.org/officeDocument/2006/relationships/slide" Target="/ppt/slides/slide16.xml" Id="R4c6df1d2d9254ce0" /><Relationship Type="http://schemas.openxmlformats.org/officeDocument/2006/relationships/slide" Target="/ppt/slides/slide17.xml" Id="R2d86e7f2251c46cd" /><Relationship Type="http://schemas.openxmlformats.org/officeDocument/2006/relationships/slide" Target="/ppt/slides/slide18.xml" Id="R1260b94a62134044" /><Relationship Type="http://schemas.openxmlformats.org/officeDocument/2006/relationships/slide" Target="/ppt/slides/slide19.xml" Id="R3fcf7bbe5322469c" /><Relationship Type="http://schemas.openxmlformats.org/officeDocument/2006/relationships/slide" Target="/ppt/slides/slide20.xml" Id="R5febef6c1f584299" /><Relationship Type="http://schemas.openxmlformats.org/officeDocument/2006/relationships/slide" Target="/ppt/slides/slide21.xml" Id="R2b747a51a8574520" /><Relationship Type="http://schemas.openxmlformats.org/officeDocument/2006/relationships/slide" Target="/ppt/slides/slide22.xml" Id="R21a5815f57a14a1a" /><Relationship Type="http://schemas.openxmlformats.org/officeDocument/2006/relationships/slide" Target="/ppt/slides/slide23.xml" Id="R5942490735354398" /><Relationship Type="http://schemas.openxmlformats.org/officeDocument/2006/relationships/slide" Target="/ppt/slides/slide24.xml" Id="R40f493a50adb40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689d05250246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Bizz Summit">
      <a:dk1>
        <a:srgbClr val="000000"/>
      </a:dk1>
      <a:lt1>
        <a:srgbClr val="FFFFFF"/>
      </a:lt1>
      <a:dk2>
        <a:srgbClr val="292B45"/>
      </a:dk2>
      <a:lt2>
        <a:srgbClr val="E7E6E6"/>
      </a:lt2>
      <a:accent1>
        <a:srgbClr val="119F9A"/>
      </a:accent1>
      <a:accent2>
        <a:srgbClr val="FF509F"/>
      </a:accent2>
      <a:accent3>
        <a:srgbClr val="FFDA37"/>
      </a:accent3>
      <a:accent4>
        <a:srgbClr val="4BE7D8"/>
      </a:accent4>
      <a:accent5>
        <a:srgbClr val="292B45"/>
      </a:accent5>
      <a:accent6>
        <a:srgbClr val="119F9A"/>
      </a:accent6>
      <a:hlink>
        <a:srgbClr val="FF6EA8"/>
      </a:hlink>
      <a:folHlink>
        <a:srgbClr val="FFDA37"/>
      </a:folHlink>
    </a:clrScheme>
    <a:fontScheme name="Custom 8">
      <a:majorFont>
        <a:latin typeface="Fira Sans"/>
        <a:ea typeface=""/>
        <a:cs typeface=""/>
      </a:majorFont>
      <a:minorFont>
        <a:latin typeface="Open Sans Light"/>
        <a:ea typeface=""/>
        <a:cs typeface=""/>
      </a:minorFont>
    </a:fontScheme>
    <a:fmtScheme name="Bizz Summi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5cc47b7ef24a38" /><Relationship Type="http://schemas.openxmlformats.org/officeDocument/2006/relationships/notesMaster" Target="/ppt/notesMasters/notesMaster1.xml" Id="R99dbddb51c1f4d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ad1d12c9494f7c" /><Relationship Type="http://schemas.openxmlformats.org/officeDocument/2006/relationships/notesMaster" Target="/ppt/notesMasters/notesMaster1.xml" Id="R8a7d477fb1274e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a64f2b15994825" /><Relationship Type="http://schemas.openxmlformats.org/officeDocument/2006/relationships/notesMaster" Target="/ppt/notesMasters/notesMaster1.xml" Id="Rb7705f2048c84f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ab4f9bf30b4827" /><Relationship Type="http://schemas.openxmlformats.org/officeDocument/2006/relationships/notesMaster" Target="/ppt/notesMasters/notesMaster1.xml" Id="R6fca6a6b8c934d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c501b6e1d74159" /><Relationship Type="http://schemas.openxmlformats.org/officeDocument/2006/relationships/notesMaster" Target="/ppt/notesMasters/notesMaster1.xml" Id="R5a69e8fd1c1949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70c1a4056f406f" /><Relationship Type="http://schemas.openxmlformats.org/officeDocument/2006/relationships/notesMaster" Target="/ppt/notesMasters/notesMaster1.xml" Id="R6b2d052bdd8845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2b5b92847c4d82" /><Relationship Type="http://schemas.openxmlformats.org/officeDocument/2006/relationships/notesMaster" Target="/ppt/notesMasters/notesMaster1.xml" Id="R4f70cef75a3c4e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69dfe1f3ab44b1" /><Relationship Type="http://schemas.openxmlformats.org/officeDocument/2006/relationships/notesMaster" Target="/ppt/notesMasters/notesMaster1.xml" Id="R6d76de2e8de24b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e1ef86c2bb4634" /><Relationship Type="http://schemas.openxmlformats.org/officeDocument/2006/relationships/notesMaster" Target="/ppt/notesMasters/notesMaster1.xml" Id="R287e5387adf24a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c7a633973d4248" /><Relationship Type="http://schemas.openxmlformats.org/officeDocument/2006/relationships/notesMaster" Target="/ppt/notesMasters/notesMaster1.xml" Id="Rafe1e9c54eec4b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bb9f5270064a51" /><Relationship Type="http://schemas.openxmlformats.org/officeDocument/2006/relationships/notesMaster" Target="/ppt/notesMasters/notesMaster1.xml" Id="R74f2063a51644d4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968ab7a0024b17" /><Relationship Type="http://schemas.openxmlformats.org/officeDocument/2006/relationships/notesMaster" Target="/ppt/notesMasters/notesMaster1.xml" Id="R8f1d2870915b4fe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c4ceb54f4de4b74" /><Relationship Type="http://schemas.openxmlformats.org/officeDocument/2006/relationships/notesMaster" Target="/ppt/notesMasters/notesMaster1.xml" Id="R81f8ef2d4d934e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7adb25f0bf433f" /><Relationship Type="http://schemas.openxmlformats.org/officeDocument/2006/relationships/notesMaster" Target="/ppt/notesMasters/notesMaster1.xml" Id="Rab5dc4aa955f4b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8ea5d99e8814f61" /><Relationship Type="http://schemas.openxmlformats.org/officeDocument/2006/relationships/notesMaster" Target="/ppt/notesMasters/notesMaster1.xml" Id="R51fbf24c261840f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e66b348ba994961" /><Relationship Type="http://schemas.openxmlformats.org/officeDocument/2006/relationships/notesMaster" Target="/ppt/notesMasters/notesMaster1.xml" Id="R0916a97c177249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99ac57c28c4366" /><Relationship Type="http://schemas.openxmlformats.org/officeDocument/2006/relationships/notesMaster" Target="/ppt/notesMasters/notesMaster1.xml" Id="R41eac01dcc064e0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d9ee88378f4d58" /><Relationship Type="http://schemas.openxmlformats.org/officeDocument/2006/relationships/notesMaster" Target="/ppt/notesMasters/notesMaster1.xml" Id="Rf975217f97554a8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93b73545a74b4c" /><Relationship Type="http://schemas.openxmlformats.org/officeDocument/2006/relationships/notesMaster" Target="/ppt/notesMasters/notesMaster1.xml" Id="Ra3da7b488b524eb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c89496630ab4503" /><Relationship Type="http://schemas.openxmlformats.org/officeDocument/2006/relationships/notesMaster" Target="/ppt/notesMasters/notesMaster1.xml" Id="Rb46a2d858855417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821de36c8ca41d5" /><Relationship Type="http://schemas.openxmlformats.org/officeDocument/2006/relationships/notesMaster" Target="/ppt/notesMasters/notesMaster1.xml" Id="R905acc2e199f4d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c8c716326064096" /><Relationship Type="http://schemas.openxmlformats.org/officeDocument/2006/relationships/notesMaster" Target="/ppt/notesMasters/notesMaster1.xml" Id="R700a21361eed419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c3c0e966c6b445b" /><Relationship Type="http://schemas.openxmlformats.org/officeDocument/2006/relationships/notesMaster" Target="/ppt/notesMasters/notesMaster1.xml" Id="R956b3945e03e4ff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22159b17a2f4a7d" /><Relationship Type="http://schemas.openxmlformats.org/officeDocument/2006/relationships/notesMaster" Target="/ppt/notesMasters/notesMaster1.xml" Id="R15e00519494b4b92" /></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APERTURA. Hoy vamos a construir Circe, un asistente de compras. Lo interesante llega cuando cambia una regla del negocio: podremos localizarla, revisarla y entregar una nueva versión. Los datos son ficticios.</ns1:t>
            </ns1:r>
          </ns1:p>
          <ns1:p>
            <ns1:r>
              <ns1:t/>
            </ns1:r>
          </ns1:p>
          <ns1:p>
            <ns1:r>
              <ns1:t>La demo se hace con Claude Code y el plugin mcs-assistant en VS Code. Circe se ejecuta en Copilot Studio con GitHub Copilot harness.</ns1:t>
            </ns1:r>
          </ns1:p>
          <ns1:p>
            <ns1:r>
              <ns1:t/>
            </ns1:r>
          </ns1:p>
          <ns1:p>
            <ns1:r>
              <ns1:t>Preparación fuera de escena: pasada Stage y preflight según docs/05. Si hay que recurrir a él, explicarlo. La guía contiene los prompts de cada bloque. Reservar el final para preguntas.</ns1:t>
            </ns1:r>
          </ns1:p>
          <ns1:p>
            <ns1:r>
              <ns1:t/>
            </ns1:r>
          </ns1:p>
          <ns1:p>
            <ns1:r>
              <ns1:t>Guion y prompts completos: docs/05-demo-en-escenario.md, repositorio circe-compras-copilot-studio.</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Agradecimiento breve a los patrocinadores.</ns1:t>
            </ns1:r>
          </ns1:p>
          <ns1:p>
            <ns1:r>
              <ns1:t/>
            </ns1:r>
          </ns1:p>
          <ns1:p>
            <ns1:r>
              <ns1:t>Guion y prompts completos: docs/05-demo-en-escenario.md, repositorio circe-compras-copilot-studio.</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Presentación personal breve. Conectar la experiencia en aplicaciones de negocio con el mantenimiento de agentes cuando cambian las reglas.</ns1:t>
            </ns1:r>
          </ns1:p>
          <ns1:p>
            <ns1:r>
              <ns1:t/>
            </ns1:r>
          </ns1:p>
          <ns1:p>
            <ns1:r>
              <ns1:t>Guion y prompts completos: docs/05-demo-en-escenario.md, repositorio circe-compras-copilot-studio.</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4.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Presenta el caso: Isla Eea necesita reponer un inventario de ocho artículos, aplicar lotes y distinguir qué líneas requieren revisión. Circe entrega una propuesta con incidencias. Datos ficticios, sin ERP conectado ni pedidos creados.</ns1:t>
            </ns1:r>
          </ns1:p>
          <ns1:p>
            <ns1:r>
              <ns1:t/>
            </ns1:r>
          </ns1:p>
          <ns1:p>
            <ns1:r>
              <ns1:t>Recorre las seis piezas que vamos a construir. Claude Code ayuda a desarrollar en VS Code. Circe se ejecuta en Copilot Studio. La política está versionada y el cálculo viaja con una skill. Usaremos los prompts de la guía HTML, que tiene botones de copia por destino.</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Pasa a VS Code. Usa el prompt del paso 1 de la guía HTML, usando la pasada Stage preparada. Revisa el comando y autoriza la creación solo del agente de escenario. Mientras se crea, explica qué queda en settings.mcs.yml. Después muestra el workspace, el commit inicial y el harness en el portal.</ns1:t>
            </ns1:r>
          </ns1:p>
          <ns1:p>
            <ns1:r>
              <ns1:t/>
            </ns1:r>
          </ns1:p>
          <ns1:p>
            <ns1:r>
              <ns1:t>Preview: «Preséntate y explícame qué puedes hacer y qué no puedes hacer en esta demo».</ns1:t>
            </ns1:r>
          </ns1:p>
          <ns1:p>
            <ns1:r>
              <ns1:t/>
            </ns1:r>
          </ns1:p>
          <ns1:p>
            <ns1:r>
              <ns1:t>Guion y prompts completos: docs/05-demo-en-escenario.md, repositorio circe-compras-copilot-studio.</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En VS Code, prompt del paso 2 de la guía HTML. Añade el documento como conocimiento y revisa el diff antes del push. El guion protege las instrucciones ante el primer pull. Comprueba que el conocimiento esté disponible.</ns1:t>
            </ns1:r>
          </ns1:p>
          <ns1:p>
            <ns1:r>
              <ns1:t/>
            </ns1:r>
          </ns1:p>
          <ns1:p>
            <ns1:r>
              <ns1:t>Preview: «¿Cuándo requiere revisión especial una propuesta de compra?» y «¿Y una línea de 500 EUR exactos?». Si pide el documento, enlaza con la siguiente diapositiva. Si lo busca, explica igualmente por qué conviene hacer explícita esa prioridad. No hace falta provocar un fallo.</ns1:t>
            </ns1:r>
          </ns1:p>
          <ns1:p>
            <ns1:r>
              <ns1:t/>
            </ns1:r>
          </ns1:p>
          <ns1:p>
            <ns1:r>
              <ns1:t>Guion y prompts completos: docs/05-demo-en-escenario.md, repositorio circe-compras-copilot-studio.</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7.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Fragmento abreviado en la diapositiva. El texto exacto está en el bloque 3 del guion: «La política de compras está en tu conocimiento (politica-compras.md): búscala antes de responder sobre reglas. Pídela solo si la búsqueda no devuelve nada». También se añade: «Si falta un dato obligatorio, nombra el campo y el artículo afectado».</ns1:t>
            </ns1:r>
          </ns1:p>
          <ns1:p>
            <ns1:r>
              <ns1:t/>
            </ns1:r>
          </ns1:p>
          <ns1:p>
            <ns1:r>
              <ns1:t>Usa el prompt del paso 3 de la guía HTML. Muestra el diff, el commit y la sincronización. Después abre conversación nueva y pregunta por la revisión especial. Muestra la búsqueda de conocimiento y la respuesta. Una respuesta correcta ilustra el cambio, no garantiza todas las conversaciones futuras.</ns1:t>
            </ns1:r>
          </ns1:p>
          <ns1:p>
            <ns1:r>
              <ns1:t/>
            </ns1:r>
          </ns1:p>
          <ns1:p>
            <ns1:r>
              <ns1:t>Guion y prompts completos: docs/05-demo-en-escenario.md, repositorio circe-compras-copilot-studio.</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8.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Usa el prompt del bloque 4 de la guía HTML. Enseña la descripción y abre brevemente el script para que se vea dónde vive el cálculo. Importa v1 conservando una sola skill, revisa el diff y autoriza el push.</ns1:t>
            </ns1:r>
          </ns1:p>
          <ns1:p>
            <ns1:r>
              <ns1:t/>
            </ns1:r>
          </ns1:p>
          <ns1:p>
            <ns1:r>
              <ns1:t>Nueva conversación en Preview, CSV inventario-demo.csv adjunto desde el primer mensaje: «Calcula la reposición del inventario adjunto con la política vigente. Usa circe-reposicion y entrega la propuesta, las incidencias y los archivos».</ns1:t>
            </ns1:r>
          </ns1:p>
          <ns1:p>
            <ns1:r>
              <ns1:t/>
            </ns1:r>
          </ns1:p>
          <ns1:p>
            <ns1:r>
              <ns1:t>Muestra Used skill y los archivos. La traza confirma el uso de la skill. La coincidencia de las salidas con el cálculo local aporta evidencia adicional, pero no digas que has visto un comando Python en la traza si no aparece.</ns1:t>
            </ns1:r>
          </ns1:p>
          <ns1:p>
            <ns1:r>
              <ns1:t/>
            </ns1:r>
          </ns1:p>
          <ns1:p>
            <ns1:r>
              <ns1:t>Guion y prompts completos: docs/05-demo-en-escenario.md, repositorio circe-compras-copilot-studio.</ns1:t>
            </ns1:r>
          </ns1:p>
          <ns1:p>
            <ns1:r>
              <ns1:t/>
            </ns1:r>
          </ns1:p>
          <ns1:p>
            <ns1:r>
              <ns1:t>La captura muestra el informe preparado con política v1. El CSV se adjunta al primer mensaje en Preview. Usa el encargo de reposición de la guía. Muestra Used skill, el CSV y el informe. La traza acredita invocación de la skill, no un comando Python que no aparece. El total es 2.216 EUR, B200 y D400 especiales, E500/G700/H800 excluidos. Pregunta opcional: por qué B200 pide 36 si faltaban 32; el lote es 12.</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9.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La nueva regla de negocio sube el umbral a 1000 EUR. Usa el prompt del paso 5 de la guía HTML. Muestra el diff: cambian la versión y el umbral, tanto en la política de conocimiento como en references/. Conserva la identidad de la skill y no uses --force. El script de cálculo sigue igual. Revisa, haz commit y autoriza push.</ns1:t>
            </ns1:r>
          </ns1:p>
          <ns1:p>
            <ns1:r>
              <ns1:t/>
            </ns1:r>
          </ns1:p>
          <ns1:p>
            <ns1:r>
              <ns1:t>En conversación nueva, adjunta inventario-demo.csv desde el primer mensaje y pide otra vez la propuesta con la política vigente.</ns1:t>
            </ns1:r>
          </ns1:p>
          <ns1:p>
            <ns1:r>
              <ns1:t/>
            </ns1:r>
          </ns1:p>
          <ns1:p>
            <ns1:r>
              <ns1:t>Guion y prompts completos: docs/05-demo-en-escenario.md, repositorio circe-compras-copilot-studio.</ns1:t>
            </ns1:r>
          </ns1:p>
          <ns1:p>
            <ns1:r>
              <ns1:t/>
            </ns1:r>
          </ns1:p>
          <ns1:p>
            <ns1:r>
              <ns1:t>Después del cálculo pregunta por qué B200 pasa a normal. Pregunta también si puede bajar el umbral a 300 EUR. Esperamos que mantenga la política. No aceptar un recálculo alternativo. La negativa no es una garantía de autorización del ERP.</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0.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Usa el prompt del bloque 6 de la guía HTML para el agente de escenario. Revisa la identidad antes de autorizar. Después del publish, comprueba publishedOn con pull y muestra el cambio. Si PAC da Invalid response format, comprueba el estado antes de reintentar. No presentar cualquier error como éxito.</ns1:t>
            </ns1:r>
          </ns1:p>
          <ns1:p>
            <ns1:r>
              <ns1:t/>
            </ns1:r>
          </ns1:p>
          <ns1:p>
            <ns1:r>
              <ns1:t>No hay canal configurado en esta demo. La publicación se demuestra por el estado observado.</ns1:t>
            </ns1:r>
          </ns1:p>
          <ns1:p>
            <ns1:r>
              <ns1:t/>
            </ns1:r>
          </ns1:p>
          <ns1:p>
            <ns1:r>
              <ns1:t>Guion y prompts completos: docs/05-demo-en-escenario.md, repositorio circe-compras-copilot-studio.</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Muestra cómo orientarse en el repositorio: instrucciones, datos, skill, scripts y reglas de trabajo. Los prompts para el escenario están en docs/05-demo-en-escenario.html, con botones para copiar. Las órdenes /demo-* se conservan como material de práctica. El repositorio permanece privado mientras Javier no decida cambiar su acceso.</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2.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Esta es la consecuencia del recorrido: si cambia el negocio, podemos localizar las piezas afectadas. Cambiar una política toca conocimiento y referencias. Cambiar el cálculo toca el procedimiento y su script. Conectar un ERP requiere una integración y sus controles. No confundas instrucciones conversacionales con permisos técnicos. En esta demo no se conecta ningún ERP.</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Transición al plugin. Conservamos el bloque completo para explicar cómo repartir el trabajo de desarrollo. Sus cuatro subagentes tienen responsabilidades y límites escritos. Esas instrucciones ayudan a organizar el trabajo, pero no sustituyen los permisos.</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4.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Explica el cometido de cada subagente y sus límites según las definiciones usadas en el proyecto. Init también puede crear recursos en el tenant. Manage sincroniza y publica. Architect escribe archivos que revisamos. Describer lee el workspace. El conjunto no elimina la revisión humana.</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5.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Muestra la captura del selector de Copilot Chat. La demo principal se ha hecho con Claude Code, pero el plugin ofrece este recorrido también en Copilot Chat. Si quieres una breve demostración adicional, selecciona Copilot Studio Describer sobre el workspace del agente de escenario. Prompt: «Describe qué hace Circe, qué archivos usa y qué límites tiene. Cita los archivos. No modifiques archivos ni ejecutes push o publish». Si no queda tiempo, explícalo con la captura.</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Explicación del flujo de migrate como ampliación, sin ejecutarlo en esta sesión. Manage clona, Describer explica, una persona revisa el plan, Init crea destino, Architect propone archivos y Manage sincroniza. La revisión humana tiene lugar antes de continuar con los cambios.</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7.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Manage coordina la sincronización del workspace y la publicación. El diff es lo que revisamos antes de llevar cambios al tenant. Tras cada pull hay que comprobar el contenido, no solo la salida del comando. Antes de publicar, comprobar identidad y cambios pendientes. Si publish devuelve un error, revisar el estado antes de reintentar.</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8.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Init y el script de Circe se apoyan en pac copilot init. La distinción útil es qué punto de partida necesitamos: un proyecto vacío para que continúe Architect, o el agente de esta demo con identidad e instrucciones preparadas. Los valores concretos de Init corresponden a la versión del plugin usada en este proyecto.</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9.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Describer ayuda a que alguien entienda el workspace sin recorrer todos sus archivos. Explica capacidades, evidencia y dudas abiertas. Se contrasta su informe con los archivos y con el comportamiento observado. En directo es opcional y solo lectura. No presentar la descripción como una auditoría exhaustiva ni como prueba de todas las capacidades en ejecución.</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0.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El criterio de diseño es el trabajo que debe resolver cada pieza. El rol y los límites van a instrucciones, la política a conocimiento, el procedimiento de cálculo a la skill y las acciones externas a herramientas. La política de Circe existe también como referencia de la skill: ambas representaciones deben mantenerse coherentes.</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Explica esta ampliación con la diapositiva, sin abrir otra demo de creación. Init prepara un workspace y Architect propone su contenido desde los requisitos. La persona revisa el diff y pide cambios antes de sincronizar. No ejecutar el prompt sobre arch01 ni otros agentes durante esta sesión. La creación con Init sí afecta al tenant aunque el trabajo posterior de Architect sea local.</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2.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Cierra volviendo al cambio de umbral. Hemos localizado la regla, revisado un diff y visto el efecto en la propuesta. Este enfoque permite que otra persona entienda qué se cambió y por qué. Pregunta al público dónde vive hoy la siguiente regla que tendría que cambiar en su agente.</ns1:t>
            </ns1:r>
          </ns1:p>
          <ns1:p>
            <ns1:r>
              <ns1:t/>
            </ns1:r>
          </ns1:p>
          <ns1:p>
            <ns1:r>
              <ns1:t>Guion y prompts completos: docs/05-demo-en-escenario.md, repositorio circe-compras-copilot-studio.</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Preguntas. Sobre ERP: integrar Business Central necesitaría herramientas, permisos y controles adicionales. Sobre ejecución: Used skill confirma la invocación de la skill, y las salidas del ensayo coincidieron con las salidas locales. Sobre canales: no hay canal configurado en esta demo.</ns1:t>
            </ns1:r>
          </ns1:p>
          <ns1:p>
            <ns1:r>
              <ns1:t/>
            </ns1:r>
          </ns1:p>
          <ns1:p>
            <ns1:r>
              <ns1:t>Guion y prompts completos: docs/05-demo-en-escenario.md, repositorio circe-compras-copilot-studio.</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4.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Agradecimiento final y QR de feedback del evento.</ns1:t>
            </ns1:r>
          </ns1:p>
          <ns1:p>
            <ns1:r>
              <ns1:t/>
            </ns1:r>
          </ns1:p>
          <ns1:p>
            <ns1:r>
              <ns1:t>Guion y prompts completos: docs/05-demo-en-escenario.md, repositorio circe-compras-copilot-studio.</ns1:t>
            </ns1:r>
          </ns1:p>
          <ns1:p>
            <ns1:r>
              <ns1:t/>
            </ns1:r>
          </ns1:p>
          <ns1:p>
            <ns1:r>
              <ns1:t>Guía personal para pegar los prompts: docs/05-demo-en-escenario.html.</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c58f49c44a47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885dc32ebf4fe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85074624ce4769" /><Relationship Type="http://schemas.openxmlformats.org/officeDocument/2006/relationships/image" Target="/ppt/media/image2.png" Id="R0e7bdfd411fd4d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eed6e66ea6426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b7aae0cc53b4cd8" /><Relationship Type="http://schemas.openxmlformats.org/officeDocument/2006/relationships/image" Target="/ppt/media/image2.png" Id="R48b36289f27446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1638525293740c3" /><Relationship Type="http://schemas.openxmlformats.org/officeDocument/2006/relationships/image" Target="/ppt/media/image2.png" Id="Rbb3c1973a6864cf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778ea9eec754958" /><Relationship Type="http://schemas.openxmlformats.org/officeDocument/2006/relationships/image" Target="/ppt/media/image3.png" Id="R32d9f34cc707427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128208d3eda47dc" /><Relationship Type="http://schemas.openxmlformats.org/officeDocument/2006/relationships/image" Target="/ppt/media/image3.png" Id="Rfed08f028c2d488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3f164ac2ebe480d" /><Relationship Type="http://schemas.openxmlformats.org/officeDocument/2006/relationships/image" Target="/ppt/media/image2.png" Id="Red654d18ba184e4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4d05ef995384dde" /><Relationship Type="http://schemas.openxmlformats.org/officeDocument/2006/relationships/image" Target="/ppt/media/image2.png" Id="R69b46aee6e9b41a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9bcc72906834cad"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bb9342fce77f44fe" /><Relationship Type="http://schemas.openxmlformats.org/officeDocument/2006/relationships/image" Target="/ppt/media/image2.png" Id="Ra09ad420818046fa"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3ad665bf6c5043f9" /><Relationship Type="http://schemas.openxmlformats.org/officeDocument/2006/relationships/image" Target="/ppt/media/image3.png" Id="R02951ac4eddc43b1"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271d700b54ec4e75" /><Relationship Type="http://schemas.openxmlformats.org/officeDocument/2006/relationships/image" Target="/ppt/media/image2.png" Id="R8cd0d3dbc31e4547"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e70dbdba618b436b" /><Relationship Type="http://schemas.openxmlformats.org/officeDocument/2006/relationships/image" Target="/ppt/media/image4.png" Id="Rc9c8f8e17fed4b45" /><Relationship Type="http://schemas.openxmlformats.org/officeDocument/2006/relationships/image" Target="/ppt/media/image.svg" Id="R0027a97cc9c642b7"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f819955218d74762"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88f778c599ec4b5c"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9a853bd4f4f841bc"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568981d6eb38423c"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f8d22e1f267a4b72"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887059576d3b459d"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e05a0f73c0ee4cd7" /><Relationship Type="http://schemas.openxmlformats.org/officeDocument/2006/relationships/image" Target="/ppt/media/image2.png" Id="R22404cf98f034011"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5a7cb30709334e76"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6f861b229a9d45e4"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0bf96a84acfb4e73"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704044640ea74941"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5f913e0c017840b3" /><Relationship Type="http://schemas.openxmlformats.org/officeDocument/2006/relationships/image" Target="/ppt/media/image.tiff" Id="Raa3f20abb68441df"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xml" Id="R8f14a658fff746fa"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xml" Id="R4e9c1d2682f3419d" /><Relationship Type="http://schemas.openxmlformats.org/officeDocument/2006/relationships/image" Target="/ppt/media/image5.png" Id="Re77e6e5339e8408b" /><Relationship Type="http://schemas.openxmlformats.org/officeDocument/2006/relationships/image" Target="/ppt/media/image2.png" Id="Rc876b4e69d364dd3"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xml" Id="Rd7a2085b074a4ce5"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xml" Id="Ra2956aa8a0de423b"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xml" Id="R42533b98cbb04d7a"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xml" Id="Rbc910fe4a35b4cfb"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xml" Id="R835f2900ec104793"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xml" Id="Ra51cfdf6e3e14a45"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xml" Id="R6cac0d483cc44a27" /><Relationship Type="http://schemas.openxmlformats.org/officeDocument/2006/relationships/image" Target="/ppt/media/image2.png" Id="R4b4ac730d08f4d06"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1.xml" Id="R3f05b8e07f42441f"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1.xml" Id="R72737ca3d8f347a9"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1.xml" Id="R58b9a71a8249451d"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1.xml" Id="R47cb58ab1fc34af1"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1.xml" Id="Rb7b93bc595374ab4"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1.xml" Id="R985e74fcfbc44a83"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1.xml" Id="R653eb9949c814fb2"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1.xml" Id="Rc078925ab2004760"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1.xml" Id="R4666c978361a49db"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1.xml" Id="R6d1dc3f5b7bd4d46"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1.xml" Id="R1c565df8b0cc466e"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1.xml" Id="Rc71bd224feb5446d"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1.xml" Id="Rd7c4940b8d1d416c"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1.xml" Id="R4c3f725d14994635"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1.xml" Id="Rcdfd341cdf7f496e" /><Relationship Type="http://schemas.openxmlformats.org/officeDocument/2006/relationships/image" Target="/ppt/media/image4.png" Id="R35b0d466e5734b0d" /><Relationship Type="http://schemas.openxmlformats.org/officeDocument/2006/relationships/image" Target="/ppt/media/image.svg" Id="Ra2082d58afd24a82" /><Relationship Type="http://schemas.openxmlformats.org/officeDocument/2006/relationships/image" Target="/ppt/media/image2.png" Id="R3f8699aa9bea416c"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userDrawn="1">
  <p:cSld name="Title and Content">
    <p:bg>
      <p:bgPr>
        <a:solidFill xmlns:a="http://schemas.openxmlformats.org/drawingml/2006/main">
          <a:srgbClr val="F5F6FA"/>
        </a:solid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showMasterSp="0" preserve="1" userDrawn="1">
  <p:cSld name="1_Title and Content">
    <p:bg>
      <p:bgPr>
        <a:solidFill xmlns:a="http://schemas.openxmlformats.org/drawingml/2006/main">
          <a:schemeClr val="tx2"/>
        </a:solidFill>
      </p:bgPr>
    </p:bg>
    <p:spTree>
      <p:nvGrpSpPr>
        <p:cNvPr id="1" name=""/>
        <p:cNvGrpSpPr/>
        <p:nvPr/>
      </p:nvGrpSpPr>
      <p:grpSpPr>
        <a:xfrm xmlns:a="http://schemas.openxmlformats.org/drawingml/2006/main"/>
      </p:grpSpPr>
      <p:sp>
        <p:nvSpPr>
          <p:cNvPr id="21" name="TextBox 20">
            <a:extLst xmlns:a="http://schemas.openxmlformats.org/drawingml/2006/main">
              <a:ext uri="{FF2B5EF4-FFF2-40B4-BE49-F238E27FC236}">
                <a16:creationId xmlns:a16="http://schemas.microsoft.com/office/drawing/2014/main" id="{CC494922-A55E-49C2-8326-FC2946D88B72}"/>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bg1">
                    <a:lumMod val="85000"/>
                  </a:schemeClr>
                </a:solidFill>
                <a:latin typeface="+mj-lt"/>
                <a:ea typeface="+mj-lt"/>
                <a:cs typeface="+mj-lt"/>
              </a:rPr>
              <a:t>‹#›</a:t>
            </a:fld>
            <a:endParaRPr sz="4400" i="0">
              <a:solidFill>
                <a:schemeClr val="bg1">
                  <a:lumMod val="85000"/>
                </a:schemeClr>
              </a:solidFill>
              <a:latin typeface="+mj-lt"/>
              <a:ea typeface="+mj-lt"/>
              <a:cs typeface="+mj-lt"/>
            </a:endParaRPr>
          </a:p>
        </p:txBody>
      </p:sp>
      <p:sp>
        <p:nvSpPr>
          <p:cNvPr id="39" name="Freeform: Shape 38">
            <a:extLst xmlns:a="http://schemas.openxmlformats.org/drawingml/2006/main">
              <a:ext uri="{FF2B5EF4-FFF2-40B4-BE49-F238E27FC236}">
                <a16:creationId xmlns:a16="http://schemas.microsoft.com/office/drawing/2014/main" id="{E683CE5E-53BD-461A-8676-164941D58FEE}"/>
              </a:ext>
            </a:extLst>
          </p:cNvPr>
          <p:cNvSpPr>
            <a:spLocks xmlns:a="http://schemas.openxmlformats.org/drawingml/2006/main" noGrp="1"/>
          </p:cNvSpPr>
          <p:nvPr/>
        </p:nvSpPr>
        <p:spPr>
          <a:xfrm xmlns:a="http://schemas.openxmlformats.org/drawingml/2006/main">
            <a:off x="11471504" y="6083574"/>
            <a:ext cx="720496" cy="774426"/>
          </a:xfrm>
          <a:custGeom xmlns:a="http://schemas.openxmlformats.org/drawingml/2006/main">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43" name="Imagen 2"/>
          <p:cNvPicPr>
            <a:picLocks xmlns:a="http://schemas.openxmlformats.org/drawingml/2006/main" noChangeAspect="1"/>
          </p:cNvPicPr>
          <p:nvPr/>
        </p:nvPicPr>
        <p:blipFill>
          <a:blip xmlns:r="http://schemas.openxmlformats.org/officeDocument/2006/relationships" xmlns:a="http://schemas.openxmlformats.org/drawingml/2006/main" r:embed="R0e7bdfd411fd4d64"/>
          <a:stretch xmlns:a="http://schemas.openxmlformats.org/drawingml/2006/main">
            <a:fillRect l="0" t="0" r="0" b="0"/>
          </a:stretch>
        </p:blipFill>
        <p:spPr>
          <a:xfrm xmlns:a="http://schemas.openxmlformats.org/drawingml/2006/main">
            <a:off x="291707" y="6182190"/>
            <a:ext cx="1399441" cy="291970"/>
          </a:xfrm>
          <a:prstGeom xmlns:a="http://schemas.openxmlformats.org/drawingml/2006/main" prst="rect">
            <a:avLst/>
          </a:prstGeom>
        </p:spPr>
      </p:pic>
      <p:sp>
        <p:nvSpPr>
          <p:cNvPr id="4" name="TextBox 7">
            <a:extLst xmlns:a="http://schemas.openxmlformats.org/drawingml/2006/main">
              <a:ext uri="{FF2B5EF4-FFF2-40B4-BE49-F238E27FC236}">
                <a16:creationId xmlns:a16="http://schemas.microsoft.com/office/drawing/2014/main" id="{59876DDC-0726-E4BE-8EC5-EE09345D2D2D}"/>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bg1"/>
                </a:solidFill>
                <a:latin typeface="Segoe UI"/>
                <a:ea typeface="Segoe UI"/>
                <a:cs typeface="Segoe UI"/>
              </a:rPr>
              <a:t>#BizzSummit2026</a:t>
            </a:r>
            <a:endParaRPr sz="1100" b="0">
              <a:solidFill>
                <a:schemeClr val="bg1"/>
              </a:solidFill>
              <a:latin typeface="Segoe UI"/>
              <a:ea typeface="Segoe UI"/>
              <a:cs typeface="Segoe UI"/>
            </a:endParaRPr>
          </a:p>
        </p:txBody>
      </p:sp>
    </p:spTree>
  </p:cSld>
</p:sldLayout>
</file>

<file path=ppt/slideLayouts/slideLayout4.xml><?xml version="1.0" encoding="utf-8"?>
<p:sldLayout xmlns:p="http://schemas.openxmlformats.org/presentationml/2006/main" showMasterSp="0" preserve="1" userDrawn="1">
  <p:cSld name="24_Title and Content">
    <p:bg>
      <p:bgPr>
        <a:solidFill xmlns:a="http://schemas.openxmlformats.org/drawingml/2006/main">
          <a:schemeClr val="accent1"/>
        </a:solidFill>
      </p:bgPr>
    </p:bg>
    <p:spTree>
      <p:nvGrpSpPr>
        <p:cNvPr id="1" name=""/>
        <p:cNvGrpSpPr/>
        <p:nvPr/>
      </p:nvGrpSpPr>
      <p:grpSpPr>
        <a:xfrm xmlns:a="http://schemas.openxmlformats.org/drawingml/2006/main"/>
      </p:grpSpPr>
    </p:spTree>
  </p:cSld>
</p:sldLayout>
</file>

<file path=ppt/slideLayouts/slideLayout5.xml><?xml version="1.0" encoding="utf-8"?>
<p:sldLayout xmlns:p="http://schemas.openxmlformats.org/presentationml/2006/main" showMasterSp="0" preserve="1" userDrawn="1">
  <p:cSld name="8_Title and Content">
    <p:bg>
      <p:bgPr>
        <a:solidFill xmlns:a="http://schemas.openxmlformats.org/drawingml/2006/main">
          <a:schemeClr val="accent1"/>
        </a:solidFill>
      </p:bgPr>
    </p:bg>
    <p:spTree>
      <p:nvGrpSpPr>
        <p:cNvPr id="1" name=""/>
        <p:cNvGrpSpPr/>
        <p:nvPr/>
      </p:nvGrpSpPr>
      <p:grpSpPr>
        <a:xfrm xmlns:a="http://schemas.openxmlformats.org/drawingml/2006/main"/>
      </p:grpSpPr>
      <p:sp>
        <p:nvSpPr>
          <p:cNvPr id="11" name="TextBox 10">
            <a:extLst xmlns:a="http://schemas.openxmlformats.org/drawingml/2006/main">
              <a:ext uri="{FF2B5EF4-FFF2-40B4-BE49-F238E27FC236}">
                <a16:creationId xmlns:a16="http://schemas.microsoft.com/office/drawing/2014/main" id="{0201B404-FC71-4854-913A-43B7D14F6885}"/>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bg1"/>
                </a:solidFill>
                <a:latin typeface="+mj-lt"/>
                <a:ea typeface="+mj-lt"/>
                <a:cs typeface="+mj-lt"/>
              </a:rPr>
              <a:t>‹#›</a:t>
            </a:fld>
            <a:endParaRPr sz="4400" i="0">
              <a:solidFill>
                <a:schemeClr val="bg1"/>
              </a:solidFill>
              <a:latin typeface="+mj-lt"/>
              <a:ea typeface="+mj-lt"/>
              <a:cs typeface="+mj-lt"/>
            </a:endParaRPr>
          </a:p>
        </p:txBody>
      </p:sp>
      <p:sp>
        <p:nvSpPr>
          <p:cNvPr id="21" name="Freeform: Shape 20">
            <a:extLst xmlns:a="http://schemas.openxmlformats.org/drawingml/2006/main">
              <a:ext uri="{FF2B5EF4-FFF2-40B4-BE49-F238E27FC236}">
                <a16:creationId xmlns:a16="http://schemas.microsoft.com/office/drawing/2014/main" id="{DCD427C9-3A94-4730-8F39-7F43B5131A2F}"/>
              </a:ext>
            </a:extLst>
          </p:cNvPr>
          <p:cNvSpPr>
            <a:spLocks xmlns:a="http://schemas.openxmlformats.org/drawingml/2006/main" noGrp="1"/>
          </p:cNvSpPr>
          <p:nvPr/>
        </p:nvSpPr>
        <p:spPr>
          <a:xfrm xmlns:a="http://schemas.openxmlformats.org/drawingml/2006/main">
            <a:off x="11471504" y="6083574"/>
            <a:ext cx="720496" cy="774426"/>
          </a:xfrm>
          <a:custGeom xmlns:a="http://schemas.openxmlformats.org/drawingml/2006/main">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bg1"/>
              </a:solidFill>
            </a:endParaRPr>
          </a:p>
        </p:txBody>
      </p:sp>
      <p:pic>
        <p:nvPicPr>
          <p:cNvPr id="25" name="Imagen 1"/>
          <p:cNvPicPr>
            <a:picLocks xmlns:a="http://schemas.openxmlformats.org/drawingml/2006/main" noChangeAspect="1"/>
          </p:cNvPicPr>
          <p:nvPr/>
        </p:nvPicPr>
        <p:blipFill>
          <a:blip xmlns:r="http://schemas.openxmlformats.org/officeDocument/2006/relationships" xmlns:a="http://schemas.openxmlformats.org/drawingml/2006/main" r:embed="R48b36289f27446f4"/>
          <a:stretch xmlns:a="http://schemas.openxmlformats.org/drawingml/2006/main">
            <a:fillRect l="0" t="0" r="0" b="0"/>
          </a:stretch>
        </p:blipFill>
        <p:spPr>
          <a:xfrm xmlns:a="http://schemas.openxmlformats.org/drawingml/2006/main">
            <a:off x="291707" y="6182190"/>
            <a:ext cx="1399441" cy="291970"/>
          </a:xfrm>
          <a:prstGeom xmlns:a="http://schemas.openxmlformats.org/drawingml/2006/main" prst="rect">
            <a:avLst/>
          </a:prstGeom>
        </p:spPr>
      </p:pic>
      <p:sp>
        <p:nvSpPr>
          <p:cNvPr id="3" name="TextBox 7">
            <a:extLst xmlns:a="http://schemas.openxmlformats.org/drawingml/2006/main">
              <a:ext uri="{FF2B5EF4-FFF2-40B4-BE49-F238E27FC236}">
                <a16:creationId xmlns:a16="http://schemas.microsoft.com/office/drawing/2014/main" id="{F5C26F03-21E6-14B3-7B40-9A37D95EFF81}"/>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bg1"/>
                </a:solidFill>
                <a:latin typeface="Segoe UI"/>
                <a:ea typeface="Segoe UI"/>
                <a:cs typeface="Segoe UI"/>
              </a:rPr>
              <a:t>#BizzSummit2026</a:t>
            </a:r>
            <a:endParaRPr sz="1100" b="0">
              <a:solidFill>
                <a:schemeClr val="bg1"/>
              </a:solidFill>
              <a:latin typeface="Segoe UI"/>
              <a:ea typeface="Segoe UI"/>
              <a:cs typeface="Segoe UI"/>
            </a:endParaRPr>
          </a:p>
        </p:txBody>
      </p:sp>
    </p:spTree>
  </p:cSld>
</p:sldLayout>
</file>

<file path=ppt/slideLayouts/slideLayout6.xml><?xml version="1.0" encoding="utf-8"?>
<p:sldLayout xmlns:p="http://schemas.openxmlformats.org/presentationml/2006/main" showMasterSp="0" preserve="1" userDrawn="1">
  <p:cSld name="5_Title and Content">
    <p:bg>
      <p:bgPr>
        <a:solidFill xmlns:a="http://schemas.openxmlformats.org/drawingml/2006/main">
          <a:schemeClr val="accent2"/>
        </a:solidFill>
      </p:bgPr>
    </p:bg>
    <p:spTree>
      <p:nvGrpSpPr>
        <p:cNvPr id="1" name=""/>
        <p:cNvGrpSpPr/>
        <p:nvPr/>
      </p:nvGrpSpPr>
      <p:grpSpPr>
        <a:xfrm xmlns:a="http://schemas.openxmlformats.org/drawingml/2006/main"/>
      </p:grpSpPr>
      <p:sp>
        <p:nvSpPr>
          <p:cNvPr id="11" name="TextBox 10">
            <a:extLst xmlns:a="http://schemas.openxmlformats.org/drawingml/2006/main">
              <a:ext uri="{FF2B5EF4-FFF2-40B4-BE49-F238E27FC236}">
                <a16:creationId xmlns:a16="http://schemas.microsoft.com/office/drawing/2014/main" id="{0201B404-FC71-4854-913A-43B7D14F6885}"/>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bg1"/>
                </a:solidFill>
                <a:latin typeface="+mj-lt"/>
                <a:ea typeface="+mj-lt"/>
                <a:cs typeface="+mj-lt"/>
              </a:rPr>
              <a:t>‹#›</a:t>
            </a:fld>
            <a:endParaRPr sz="4400" i="0">
              <a:solidFill>
                <a:schemeClr val="bg1"/>
              </a:solidFill>
              <a:latin typeface="+mj-lt"/>
              <a:ea typeface="+mj-lt"/>
              <a:cs typeface="+mj-lt"/>
            </a:endParaRPr>
          </a:p>
        </p:txBody>
      </p:sp>
      <p:sp>
        <p:nvSpPr>
          <p:cNvPr id="21" name="Freeform: Shape 20">
            <a:extLst xmlns:a="http://schemas.openxmlformats.org/drawingml/2006/main">
              <a:ext uri="{FF2B5EF4-FFF2-40B4-BE49-F238E27FC236}">
                <a16:creationId xmlns:a16="http://schemas.microsoft.com/office/drawing/2014/main" id="{DCD427C9-3A94-4730-8F39-7F43B5131A2F}"/>
              </a:ext>
            </a:extLst>
          </p:cNvPr>
          <p:cNvSpPr>
            <a:spLocks xmlns:a="http://schemas.openxmlformats.org/drawingml/2006/main" noGrp="1"/>
          </p:cNvSpPr>
          <p:nvPr/>
        </p:nvSpPr>
        <p:spPr>
          <a:xfrm xmlns:a="http://schemas.openxmlformats.org/drawingml/2006/main">
            <a:off x="11471504" y="6083574"/>
            <a:ext cx="720496" cy="774426"/>
          </a:xfrm>
          <a:custGeom xmlns:a="http://schemas.openxmlformats.org/drawingml/2006/main">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bg1"/>
              </a:solidFill>
            </a:endParaRPr>
          </a:p>
        </p:txBody>
      </p:sp>
      <p:pic>
        <p:nvPicPr>
          <p:cNvPr id="25" name="Imagen 1"/>
          <p:cNvPicPr>
            <a:picLocks xmlns:a="http://schemas.openxmlformats.org/drawingml/2006/main" noChangeAspect="1"/>
          </p:cNvPicPr>
          <p:nvPr/>
        </p:nvPicPr>
        <p:blipFill>
          <a:blip xmlns:r="http://schemas.openxmlformats.org/officeDocument/2006/relationships" xmlns:a="http://schemas.openxmlformats.org/drawingml/2006/main" r:embed="Rbb3c1973a6864cf2"/>
          <a:stretch xmlns:a="http://schemas.openxmlformats.org/drawingml/2006/main">
            <a:fillRect l="0" t="0" r="0" b="0"/>
          </a:stretch>
        </p:blipFill>
        <p:spPr>
          <a:xfrm xmlns:a="http://schemas.openxmlformats.org/drawingml/2006/main">
            <a:off x="291707" y="6182190"/>
            <a:ext cx="1399441" cy="291970"/>
          </a:xfrm>
          <a:prstGeom xmlns:a="http://schemas.openxmlformats.org/drawingml/2006/main" prst="rect">
            <a:avLst/>
          </a:prstGeom>
        </p:spPr>
      </p:pic>
      <p:sp>
        <p:nvSpPr>
          <p:cNvPr id="3" name="TextBox 7">
            <a:extLst xmlns:a="http://schemas.openxmlformats.org/drawingml/2006/main">
              <a:ext uri="{FF2B5EF4-FFF2-40B4-BE49-F238E27FC236}">
                <a16:creationId xmlns:a16="http://schemas.microsoft.com/office/drawing/2014/main" id="{B0CFE2DC-EE71-ECB6-E2B5-C1573742BDC0}"/>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bg1"/>
                </a:solidFill>
                <a:latin typeface="Segoe UI"/>
                <a:ea typeface="Segoe UI"/>
                <a:cs typeface="Segoe UI"/>
              </a:rPr>
              <a:t>#BizzSummit2026</a:t>
            </a:r>
            <a:endParaRPr sz="1100" b="0">
              <a:solidFill>
                <a:schemeClr val="bg1"/>
              </a:solidFill>
              <a:latin typeface="Segoe UI"/>
              <a:ea typeface="Segoe UI"/>
              <a:cs typeface="Segoe UI"/>
            </a:endParaRPr>
          </a:p>
        </p:txBody>
      </p:sp>
    </p:spTree>
  </p:cSld>
</p:sldLayout>
</file>

<file path=ppt/slideLayouts/slideLayout7.xml><?xml version="1.0" encoding="utf-8"?>
<p:sldLayout xmlns:p="http://schemas.openxmlformats.org/presentationml/2006/main" showMasterSp="0" preserve="1" userDrawn="1">
  <p:cSld name="4_Title and Content">
    <p:bg>
      <p:bgPr>
        <a:solidFill xmlns:a="http://schemas.openxmlformats.org/drawingml/2006/main">
          <a:schemeClr val="accent3"/>
        </a:solidFill>
      </p:bgPr>
    </p:bg>
    <p:spTree>
      <p:nvGrpSpPr>
        <p:cNvPr id="1" name=""/>
        <p:cNvGrpSpPr/>
        <p:nvPr/>
      </p:nvGrpSpPr>
      <p:grpSpPr>
        <a:xfrm xmlns:a="http://schemas.openxmlformats.org/drawingml/2006/main"/>
      </p:grpSpPr>
      <p:sp>
        <p:nvSpPr>
          <p:cNvPr id="33" name="TextBox 32">
            <a:extLst xmlns:a="http://schemas.openxmlformats.org/drawingml/2006/main">
              <a:ext uri="{FF2B5EF4-FFF2-40B4-BE49-F238E27FC236}">
                <a16:creationId xmlns:a16="http://schemas.microsoft.com/office/drawing/2014/main" id="{273267EC-349E-4292-B25B-3453C654BEC6}"/>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tx2"/>
                </a:solidFill>
                <a:latin typeface="+mj-lt"/>
                <a:ea typeface="+mj-lt"/>
                <a:cs typeface="+mj-lt"/>
              </a:rPr>
              <a:t>‹#›</a:t>
            </a:fld>
            <a:endParaRPr sz="4400" i="0">
              <a:solidFill>
                <a:schemeClr val="tx2"/>
              </a:solidFill>
              <a:latin typeface="+mj-lt"/>
              <a:ea typeface="+mj-lt"/>
              <a:cs typeface="+mj-lt"/>
            </a:endParaRPr>
          </a:p>
        </p:txBody>
      </p:sp>
      <p:sp>
        <p:nvSpPr>
          <p:cNvPr id="43" name="Freeform: Shape 42">
            <a:extLst xmlns:a="http://schemas.openxmlformats.org/drawingml/2006/main">
              <a:ext uri="{FF2B5EF4-FFF2-40B4-BE49-F238E27FC236}">
                <a16:creationId xmlns:a16="http://schemas.microsoft.com/office/drawing/2014/main" id="{18807F36-FF45-45E3-8DB9-F81B4A230F2F}"/>
              </a:ext>
            </a:extLst>
          </p:cNvPr>
          <p:cNvSpPr>
            <a:spLocks xmlns:a="http://schemas.openxmlformats.org/drawingml/2006/main" noGrp="1"/>
          </p:cNvSpPr>
          <p:nvPr/>
        </p:nvSpPr>
        <p:spPr>
          <a:xfrm xmlns:a="http://schemas.openxmlformats.org/drawingml/2006/main">
            <a:off x="11471504" y="6083574"/>
            <a:ext cx="720496" cy="774426"/>
          </a:xfrm>
          <a:custGeom xmlns:a="http://schemas.openxmlformats.org/drawingml/2006/main">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bg1"/>
              </a:solidFill>
            </a:endParaRPr>
          </a:p>
        </p:txBody>
      </p:sp>
      <p:pic>
        <p:nvPicPr>
          <p:cNvPr id="47" name="Imagen 3"/>
          <p:cNvPicPr>
            <a:picLocks xmlns:a="http://schemas.openxmlformats.org/drawingml/2006/main" noChangeAspect="1"/>
          </p:cNvPicPr>
          <p:nvPr/>
        </p:nvPicPr>
        <p:blipFill>
          <a:blip xmlns:r="http://schemas.openxmlformats.org/officeDocument/2006/relationships" xmlns:a="http://schemas.openxmlformats.org/drawingml/2006/main" r:embed="R32d9f34cc707427f"/>
          <a:stretch xmlns:a="http://schemas.openxmlformats.org/drawingml/2006/main">
            <a:fillRect l="0" t="0" r="0" b="0"/>
          </a:stretch>
        </p:blipFill>
        <p:spPr>
          <a:xfrm xmlns:a="http://schemas.openxmlformats.org/drawingml/2006/main">
            <a:off x="350701" y="6186386"/>
            <a:ext cx="1324043" cy="276239"/>
          </a:xfrm>
          <a:prstGeom xmlns:a="http://schemas.openxmlformats.org/drawingml/2006/main" prst="rect">
            <a:avLst/>
          </a:prstGeom>
        </p:spPr>
      </p:pic>
      <p:sp>
        <p:nvSpPr>
          <p:cNvPr id="6" name="TextBox 7">
            <a:extLst xmlns:a="http://schemas.openxmlformats.org/drawingml/2006/main">
              <a:ext uri="{FF2B5EF4-FFF2-40B4-BE49-F238E27FC236}">
                <a16:creationId xmlns:a16="http://schemas.microsoft.com/office/drawing/2014/main" id="{4CA5722F-78C2-9A07-4A8F-010F678E1F8E}"/>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tx2"/>
                </a:solidFill>
                <a:latin typeface="Segoe UI"/>
                <a:ea typeface="Segoe UI"/>
                <a:cs typeface="Segoe UI"/>
              </a:rPr>
              <a:t>#BizzSummit2026</a:t>
            </a:r>
            <a:endParaRPr sz="1100" b="0">
              <a:solidFill>
                <a:schemeClr val="tx2"/>
              </a:solidFill>
              <a:latin typeface="Segoe UI"/>
              <a:ea typeface="Segoe UI"/>
              <a:cs typeface="Segoe UI"/>
            </a:endParaRPr>
          </a:p>
        </p:txBody>
      </p:sp>
    </p:spTree>
  </p:cSld>
</p:sldLayout>
</file>

<file path=ppt/slideLayouts/slideLayout8.xml><?xml version="1.0" encoding="utf-8"?>
<p:sldLayout xmlns:p="http://schemas.openxmlformats.org/presentationml/2006/main" showMasterSp="0" preserve="1" userDrawn="1">
  <p:cSld name="25_Title and Content">
    <p:bg>
      <p:bgPr>
        <a:solidFill xmlns:a="http://schemas.openxmlformats.org/drawingml/2006/main">
          <a:schemeClr val="accent4"/>
        </a:solidFill>
      </p:bgPr>
    </p:bg>
    <p:spTree>
      <p:nvGrpSpPr>
        <p:cNvPr id="1" name=""/>
        <p:cNvGrpSpPr/>
        <p:nvPr/>
      </p:nvGrpSpPr>
      <p:grpSpPr>
        <a:xfrm xmlns:a="http://schemas.openxmlformats.org/drawingml/2006/main"/>
      </p:grpSpPr>
      <p:sp>
        <p:nvSpPr>
          <p:cNvPr id="33" name="TextBox 32">
            <a:extLst xmlns:a="http://schemas.openxmlformats.org/drawingml/2006/main">
              <a:ext uri="{FF2B5EF4-FFF2-40B4-BE49-F238E27FC236}">
                <a16:creationId xmlns:a16="http://schemas.microsoft.com/office/drawing/2014/main" id="{273267EC-349E-4292-B25B-3453C654BEC6}"/>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tx2"/>
                </a:solidFill>
                <a:latin typeface="+mj-lt"/>
                <a:ea typeface="+mj-lt"/>
                <a:cs typeface="+mj-lt"/>
              </a:rPr>
              <a:t>‹#›</a:t>
            </a:fld>
            <a:endParaRPr sz="4400" i="0">
              <a:solidFill>
                <a:schemeClr val="tx2"/>
              </a:solidFill>
              <a:latin typeface="+mj-lt"/>
              <a:ea typeface="+mj-lt"/>
              <a:cs typeface="+mj-lt"/>
            </a:endParaRPr>
          </a:p>
        </p:txBody>
      </p:sp>
      <p:sp>
        <p:nvSpPr>
          <p:cNvPr id="43" name="Freeform: Shape 42">
            <a:extLst xmlns:a="http://schemas.openxmlformats.org/drawingml/2006/main">
              <a:ext uri="{FF2B5EF4-FFF2-40B4-BE49-F238E27FC236}">
                <a16:creationId xmlns:a16="http://schemas.microsoft.com/office/drawing/2014/main" id="{18807F36-FF45-45E3-8DB9-F81B4A230F2F}"/>
              </a:ext>
            </a:extLst>
          </p:cNvPr>
          <p:cNvSpPr>
            <a:spLocks xmlns:a="http://schemas.openxmlformats.org/drawingml/2006/main" noGrp="1"/>
          </p:cNvSpPr>
          <p:nvPr/>
        </p:nvSpPr>
        <p:spPr>
          <a:xfrm xmlns:a="http://schemas.openxmlformats.org/drawingml/2006/main">
            <a:off x="11471504" y="6083574"/>
            <a:ext cx="720496" cy="774426"/>
          </a:xfrm>
          <a:custGeom xmlns:a="http://schemas.openxmlformats.org/drawingml/2006/main">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xmlns:a="http://schemas.openxmlformats.org/drawingml/2006/main">
            <a:schemeClr val="tx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bg1"/>
              </a:solidFill>
            </a:endParaRPr>
          </a:p>
        </p:txBody>
      </p:sp>
      <p:pic>
        <p:nvPicPr>
          <p:cNvPr id="47" name="Imagen 1"/>
          <p:cNvPicPr>
            <a:picLocks xmlns:a="http://schemas.openxmlformats.org/drawingml/2006/main" noChangeAspect="1"/>
          </p:cNvPicPr>
          <p:nvPr/>
        </p:nvPicPr>
        <p:blipFill>
          <a:blip xmlns:r="http://schemas.openxmlformats.org/officeDocument/2006/relationships" xmlns:a="http://schemas.openxmlformats.org/drawingml/2006/main" r:embed="Rfed08f028c2d4880"/>
          <a:stretch xmlns:a="http://schemas.openxmlformats.org/drawingml/2006/main">
            <a:fillRect l="0" t="0" r="0" b="0"/>
          </a:stretch>
        </p:blipFill>
        <p:spPr>
          <a:xfrm xmlns:a="http://schemas.openxmlformats.org/drawingml/2006/main">
            <a:off x="350701" y="6186386"/>
            <a:ext cx="1324043" cy="276239"/>
          </a:xfrm>
          <a:prstGeom xmlns:a="http://schemas.openxmlformats.org/drawingml/2006/main" prst="rect">
            <a:avLst/>
          </a:prstGeom>
        </p:spPr>
      </p:pic>
      <p:sp>
        <p:nvSpPr>
          <p:cNvPr id="3" name="TextBox 7">
            <a:extLst xmlns:a="http://schemas.openxmlformats.org/drawingml/2006/main">
              <a:ext uri="{FF2B5EF4-FFF2-40B4-BE49-F238E27FC236}">
                <a16:creationId xmlns:a16="http://schemas.microsoft.com/office/drawing/2014/main" id="{7EAFD11C-DBB8-8931-C3B0-9C9F4B57AF0C}"/>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tx2"/>
                </a:solidFill>
                <a:latin typeface="Segoe UI"/>
                <a:ea typeface="Segoe UI"/>
                <a:cs typeface="Segoe UI"/>
              </a:rPr>
              <a:t>#BizzSummit2026</a:t>
            </a:r>
            <a:endParaRPr sz="1100" b="0">
              <a:solidFill>
                <a:schemeClr val="tx2"/>
              </a:solidFill>
              <a:latin typeface="Segoe UI"/>
              <a:ea typeface="Segoe UI"/>
              <a:cs typeface="Segoe UI"/>
            </a:endParaRPr>
          </a:p>
        </p:txBody>
      </p:sp>
    </p:spTree>
  </p:cSld>
</p:sldLayout>
</file>

<file path=ppt/slideLayouts/slideLayout9.xml><?xml version="1.0" encoding="utf-8"?>
<p:sldLayout xmlns:p="http://schemas.openxmlformats.org/presentationml/2006/main" showMasterSp="0" preserve="1" userDrawn="1">
  <p:cSld name="6_Title and Content">
    <p:bg>
      <p:bgPr>
        <a:solidFill xmlns:a="http://schemas.openxmlformats.org/drawingml/2006/main">
          <a:schemeClr val="accent5"/>
        </a:solidFill>
      </p:bgPr>
    </p:bg>
    <p:spTree>
      <p:nvGrpSpPr>
        <p:cNvPr id="1" name=""/>
        <p:cNvGrpSpPr/>
        <p:nvPr/>
      </p:nvGrpSpPr>
      <p:grpSpPr>
        <a:xfrm xmlns:a="http://schemas.openxmlformats.org/drawingml/2006/main"/>
      </p:grpSpPr>
      <p:sp>
        <p:nvSpPr>
          <p:cNvPr id="21" name="Freeform: Shape 20">
            <a:extLst xmlns:a="http://schemas.openxmlformats.org/drawingml/2006/main">
              <a:ext uri="{FF2B5EF4-FFF2-40B4-BE49-F238E27FC236}">
                <a16:creationId xmlns:a16="http://schemas.microsoft.com/office/drawing/2014/main" id="{8CC187EC-8396-4004-B000-A5A19819C533}"/>
              </a:ext>
            </a:extLst>
          </p:cNvPr>
          <p:cNvSpPr>
            <a:spLocks xmlns:a="http://schemas.openxmlformats.org/drawingml/2006/main" noGrp="1"/>
          </p:cNvSpPr>
          <p:nvPr/>
        </p:nvSpPr>
        <p:spPr>
          <a:xfrm xmlns:a="http://schemas.openxmlformats.org/drawingml/2006/main">
            <a:off x="11471504" y="6083574"/>
            <a:ext cx="720496" cy="774426"/>
          </a:xfrm>
          <a:custGeom xmlns:a="http://schemas.openxmlformats.org/drawingml/2006/main">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bg1"/>
              </a:solidFill>
            </a:endParaRPr>
          </a:p>
        </p:txBody>
      </p:sp>
      <p:sp>
        <p:nvSpPr>
          <p:cNvPr id="2" name="TextBox 20">
            <a:extLst xmlns:a="http://schemas.openxmlformats.org/drawingml/2006/main">
              <a:ext uri="{FF2B5EF4-FFF2-40B4-BE49-F238E27FC236}">
                <a16:creationId xmlns:a16="http://schemas.microsoft.com/office/drawing/2014/main" id="{EDBF07B1-5FDD-9993-3E02-02E050663132}"/>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bg1">
                    <a:lumMod val="85000"/>
                  </a:schemeClr>
                </a:solidFill>
                <a:latin typeface="+mj-lt"/>
                <a:ea typeface="+mj-lt"/>
                <a:cs typeface="+mj-lt"/>
              </a:rPr>
              <a:t>‹#›</a:t>
            </a:fld>
            <a:endParaRPr sz="4400" i="0">
              <a:solidFill>
                <a:schemeClr val="bg1">
                  <a:lumMod val="85000"/>
                </a:schemeClr>
              </a:solidFill>
              <a:latin typeface="+mj-lt"/>
              <a:ea typeface="+mj-lt"/>
              <a:cs typeface="+mj-lt"/>
            </a:endParaRPr>
          </a:p>
        </p:txBody>
      </p:sp>
      <p:pic>
        <p:nvPicPr>
          <p:cNvPr id="25" name="Imagen 2"/>
          <p:cNvPicPr>
            <a:picLocks xmlns:a="http://schemas.openxmlformats.org/drawingml/2006/main" noChangeAspect="1"/>
          </p:cNvPicPr>
          <p:nvPr/>
        </p:nvPicPr>
        <p:blipFill>
          <a:blip xmlns:r="http://schemas.openxmlformats.org/officeDocument/2006/relationships" xmlns:a="http://schemas.openxmlformats.org/drawingml/2006/main" r:embed="Red654d18ba184e4b"/>
          <a:stretch xmlns:a="http://schemas.openxmlformats.org/drawingml/2006/main">
            <a:fillRect l="0" t="0" r="0" b="0"/>
          </a:stretch>
        </p:blipFill>
        <p:spPr>
          <a:xfrm xmlns:a="http://schemas.openxmlformats.org/drawingml/2006/main">
            <a:off x="291707" y="6182190"/>
            <a:ext cx="1399441" cy="291970"/>
          </a:xfrm>
          <a:prstGeom xmlns:a="http://schemas.openxmlformats.org/drawingml/2006/main" prst="rect">
            <a:avLst/>
          </a:prstGeom>
        </p:spPr>
      </p:pic>
      <p:sp>
        <p:nvSpPr>
          <p:cNvPr id="4" name="TextBox 7">
            <a:extLst xmlns:a="http://schemas.openxmlformats.org/drawingml/2006/main">
              <a:ext uri="{FF2B5EF4-FFF2-40B4-BE49-F238E27FC236}">
                <a16:creationId xmlns:a16="http://schemas.microsoft.com/office/drawing/2014/main" id="{AC87A5F9-FC8B-5E8F-3FF0-2A3D1C468840}"/>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bg1"/>
                </a:solidFill>
                <a:latin typeface="Segoe UI"/>
                <a:ea typeface="Segoe UI"/>
                <a:cs typeface="Segoe UI"/>
              </a:rPr>
              <a:t>#BizzSummit2026</a:t>
            </a:r>
            <a:endParaRPr sz="1100" b="0">
              <a:solidFill>
                <a:schemeClr val="bg1"/>
              </a:solidFill>
              <a:latin typeface="Segoe UI"/>
              <a:ea typeface="Segoe UI"/>
              <a:cs typeface="Segoe UI"/>
            </a:endParaRPr>
          </a:p>
        </p:txBody>
      </p:sp>
    </p:spTree>
  </p:cSld>
</p:sldLayout>
</file>

<file path=ppt/slideLayouts/slideLayout10.xml><?xml version="1.0" encoding="utf-8"?>
<p:sldLayout xmlns:p="http://schemas.openxmlformats.org/presentationml/2006/main" showMasterSp="0" preserve="1" userDrawn="1">
  <p:cSld name="7_Title and Content">
    <p:bg>
      <p:bgPr>
        <a:solidFill xmlns:a="http://schemas.openxmlformats.org/drawingml/2006/main">
          <a:schemeClr val="accent6"/>
        </a:solidFill>
      </p:bgPr>
    </p:bg>
    <p:spTree>
      <p:nvGrpSpPr>
        <p:cNvPr id="1" name=""/>
        <p:cNvGrpSpPr/>
        <p:nvPr/>
      </p:nvGrpSpPr>
      <p:grpSpPr>
        <a:xfrm xmlns:a="http://schemas.openxmlformats.org/drawingml/2006/main"/>
      </p:grpSpPr>
      <p:sp>
        <p:nvSpPr>
          <p:cNvPr id="21" name="Freeform: Shape 20">
            <a:extLst xmlns:a="http://schemas.openxmlformats.org/drawingml/2006/main">
              <a:ext uri="{FF2B5EF4-FFF2-40B4-BE49-F238E27FC236}">
                <a16:creationId xmlns:a16="http://schemas.microsoft.com/office/drawing/2014/main" id="{3C5AD6A4-3D24-4C93-A062-C41B2ADCD69A}"/>
              </a:ext>
            </a:extLst>
          </p:cNvPr>
          <p:cNvSpPr>
            <a:spLocks xmlns:a="http://schemas.openxmlformats.org/drawingml/2006/main" noGrp="1"/>
          </p:cNvSpPr>
          <p:nvPr/>
        </p:nvSpPr>
        <p:spPr>
          <a:xfrm xmlns:a="http://schemas.openxmlformats.org/drawingml/2006/main">
            <a:off x="11471504" y="6083574"/>
            <a:ext cx="720496" cy="774426"/>
          </a:xfrm>
          <a:custGeom xmlns:a="http://schemas.openxmlformats.org/drawingml/2006/main">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bg1"/>
              </a:solidFill>
            </a:endParaRPr>
          </a:p>
        </p:txBody>
      </p:sp>
      <p:sp>
        <p:nvSpPr>
          <p:cNvPr id="2" name="TextBox 20">
            <a:extLst xmlns:a="http://schemas.openxmlformats.org/drawingml/2006/main">
              <a:ext uri="{FF2B5EF4-FFF2-40B4-BE49-F238E27FC236}">
                <a16:creationId xmlns:a16="http://schemas.microsoft.com/office/drawing/2014/main" id="{C9ABBC4F-3FDA-B5CF-4127-630ADCDCE091}"/>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bg1">
                    <a:lumMod val="85000"/>
                  </a:schemeClr>
                </a:solidFill>
                <a:latin typeface="+mj-lt"/>
                <a:ea typeface="+mj-lt"/>
                <a:cs typeface="+mj-lt"/>
              </a:rPr>
              <a:t>‹#›</a:t>
            </a:fld>
            <a:endParaRPr sz="4400" i="0">
              <a:solidFill>
                <a:schemeClr val="bg1">
                  <a:lumMod val="85000"/>
                </a:schemeClr>
              </a:solidFill>
              <a:latin typeface="+mj-lt"/>
              <a:ea typeface="+mj-lt"/>
              <a:cs typeface="+mj-lt"/>
            </a:endParaRPr>
          </a:p>
        </p:txBody>
      </p:sp>
      <p:pic>
        <p:nvPicPr>
          <p:cNvPr id="25" name="Imagen 2"/>
          <p:cNvPicPr>
            <a:picLocks xmlns:a="http://schemas.openxmlformats.org/drawingml/2006/main" noChangeAspect="1"/>
          </p:cNvPicPr>
          <p:nvPr/>
        </p:nvPicPr>
        <p:blipFill>
          <a:blip xmlns:r="http://schemas.openxmlformats.org/officeDocument/2006/relationships" xmlns:a="http://schemas.openxmlformats.org/drawingml/2006/main" r:embed="R69b46aee6e9b41aa"/>
          <a:stretch xmlns:a="http://schemas.openxmlformats.org/drawingml/2006/main">
            <a:fillRect l="0" t="0" r="0" b="0"/>
          </a:stretch>
        </p:blipFill>
        <p:spPr>
          <a:xfrm xmlns:a="http://schemas.openxmlformats.org/drawingml/2006/main">
            <a:off x="291707" y="6182190"/>
            <a:ext cx="1399441" cy="291970"/>
          </a:xfrm>
          <a:prstGeom xmlns:a="http://schemas.openxmlformats.org/drawingml/2006/main" prst="rect">
            <a:avLst/>
          </a:prstGeom>
        </p:spPr>
      </p:pic>
      <p:sp>
        <p:nvSpPr>
          <p:cNvPr id="4" name="TextBox 7">
            <a:extLst xmlns:a="http://schemas.openxmlformats.org/drawingml/2006/main">
              <a:ext uri="{FF2B5EF4-FFF2-40B4-BE49-F238E27FC236}">
                <a16:creationId xmlns:a16="http://schemas.microsoft.com/office/drawing/2014/main" id="{51172AEB-3DBE-6F89-710E-5F1A6EE7E611}"/>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bg1"/>
                </a:solidFill>
                <a:latin typeface="Segoe UI"/>
                <a:ea typeface="Segoe UI"/>
                <a:cs typeface="Segoe UI"/>
              </a:rPr>
              <a:t>#BizzSummit2026</a:t>
            </a:r>
            <a:endParaRPr sz="1100" b="0">
              <a:solidFill>
                <a:schemeClr val="bg1"/>
              </a:solidFill>
              <a:latin typeface="Segoe UI"/>
              <a:ea typeface="Segoe UI"/>
              <a:cs typeface="Segoe UI"/>
            </a:endParaRPr>
          </a:p>
        </p:txBody>
      </p:sp>
    </p:spTree>
  </p:cSld>
</p:sldLayout>
</file>

<file path=ppt/slideLayouts/slideLayout11.xml><?xml version="1.0" encoding="utf-8"?>
<p:sldLayout xmlns:p="http://schemas.openxmlformats.org/presentationml/2006/main" preserve="1" userDrawn="1">
  <p:cSld name="23_Title and Content">
    <p:spTree>
      <p:nvGrpSpPr>
        <p:cNvPr id="1" name=""/>
        <p:cNvGrpSpPr/>
        <p:nvPr/>
      </p:nvGrpSpPr>
      <p:grpSpPr>
        <a:xfrm xmlns:a="http://schemas.openxmlformats.org/drawingml/2006/main"/>
      </p:grpSpPr>
      <p:sp>
        <p:nvSpPr>
          <p:cNvPr id="15" name="Freeform: Shape 14">
            <a:extLst xmlns:a="http://schemas.openxmlformats.org/drawingml/2006/main">
              <a:ext uri="{FF2B5EF4-FFF2-40B4-BE49-F238E27FC236}">
                <a16:creationId xmlns:a16="http://schemas.microsoft.com/office/drawing/2014/main" id="{68526BFF-456B-474A-8BE2-1598D227355E}"/>
              </a:ext>
            </a:extLst>
          </p:cNvPr>
          <p:cNvSpPr>
            <a:spLocks xmlns:a="http://schemas.openxmlformats.org/drawingml/2006/main" noGrp="1"/>
          </p:cNvSpPr>
          <p:nvPr/>
        </p:nvSpPr>
        <p:spPr>
          <a:xfrm xmlns:a="http://schemas.openxmlformats.org/drawingml/2006/main">
            <a:off x="-1" y="3"/>
            <a:ext cx="12192000" cy="2211807"/>
          </a:xfrm>
          <a:custGeom xmlns:a="http://schemas.openxmlformats.org/drawingml/2006/main">
            <a:gdLst>
              <a:gd name="connsiteX0" fmla="*/ 8397881 w 12192000"/>
              <a:gd name="connsiteY0" fmla="*/ 1800203 h 2211807"/>
              <a:gd name="connsiteX1" fmla="*/ 8397951 w 12192000"/>
              <a:gd name="connsiteY1" fmla="*/ 1800517 h 2211807"/>
              <a:gd name="connsiteX2" fmla="*/ 8398480 w 12192000"/>
              <a:gd name="connsiteY2" fmla="*/ 1800203 h 2211807"/>
              <a:gd name="connsiteX3" fmla="*/ 3793520 w 12192000"/>
              <a:gd name="connsiteY3" fmla="*/ 1800203 h 2211807"/>
              <a:gd name="connsiteX4" fmla="*/ 3794049 w 12192000"/>
              <a:gd name="connsiteY4" fmla="*/ 1800517 h 2211807"/>
              <a:gd name="connsiteX5" fmla="*/ 3794120 w 12192000"/>
              <a:gd name="connsiteY5" fmla="*/ 1800203 h 2211807"/>
              <a:gd name="connsiteX6" fmla="*/ 0 w 12192000"/>
              <a:gd name="connsiteY6" fmla="*/ 0 h 2211807"/>
              <a:gd name="connsiteX7" fmla="*/ 12192000 w 12192000"/>
              <a:gd name="connsiteY7" fmla="*/ 0 h 2211807"/>
              <a:gd name="connsiteX8" fmla="*/ 12192000 w 12192000"/>
              <a:gd name="connsiteY8" fmla="*/ 1757824 h 2211807"/>
              <a:gd name="connsiteX9" fmla="*/ 12192000 w 12192000"/>
              <a:gd name="connsiteY9" fmla="*/ 1859537 h 2211807"/>
              <a:gd name="connsiteX10" fmla="*/ 12165341 w 12192000"/>
              <a:gd name="connsiteY10" fmla="*/ 1861348 h 2211807"/>
              <a:gd name="connsiteX11" fmla="*/ 11967973 w 12192000"/>
              <a:gd name="connsiteY11" fmla="*/ 1934505 h 2211807"/>
              <a:gd name="connsiteX12" fmla="*/ 11944992 w 12192000"/>
              <a:gd name="connsiteY12" fmla="*/ 1953778 h 2211807"/>
              <a:gd name="connsiteX13" fmla="*/ 11942396 w 12192000"/>
              <a:gd name="connsiteY13" fmla="*/ 1957297 h 2211807"/>
              <a:gd name="connsiteX14" fmla="*/ 11911532 w 12192000"/>
              <a:gd name="connsiteY14" fmla="*/ 1981230 h 2211807"/>
              <a:gd name="connsiteX15" fmla="*/ 11808711 w 12192000"/>
              <a:gd name="connsiteY15" fmla="*/ 2063027 h 2211807"/>
              <a:gd name="connsiteX16" fmla="*/ 11291279 w 12192000"/>
              <a:gd name="connsiteY16" fmla="*/ 2211169 h 2211807"/>
              <a:gd name="connsiteX17" fmla="*/ 10847202 w 12192000"/>
              <a:gd name="connsiteY17" fmla="*/ 2019633 h 2211807"/>
              <a:gd name="connsiteX18" fmla="*/ 10424269 w 12192000"/>
              <a:gd name="connsiteY18" fmla="*/ 1831641 h 2211807"/>
              <a:gd name="connsiteX19" fmla="*/ 10128215 w 12192000"/>
              <a:gd name="connsiteY19" fmla="*/ 1980614 h 2211807"/>
              <a:gd name="connsiteX20" fmla="*/ 9564304 w 12192000"/>
              <a:gd name="connsiteY20" fmla="*/ 2200526 h 2211807"/>
              <a:gd name="connsiteX21" fmla="*/ 9096430 w 12192000"/>
              <a:gd name="connsiteY21" fmla="*/ 2051887 h 2211807"/>
              <a:gd name="connsiteX22" fmla="*/ 9033902 w 12192000"/>
              <a:gd name="connsiteY22" fmla="*/ 1994333 h 2211807"/>
              <a:gd name="connsiteX23" fmla="*/ 8988988 w 12192000"/>
              <a:gd name="connsiteY23" fmla="*/ 1957297 h 2211807"/>
              <a:gd name="connsiteX24" fmla="*/ 8979560 w 12192000"/>
              <a:gd name="connsiteY24" fmla="*/ 1943702 h 2211807"/>
              <a:gd name="connsiteX25" fmla="*/ 8949396 w 12192000"/>
              <a:gd name="connsiteY25" fmla="*/ 1915273 h 2211807"/>
              <a:gd name="connsiteX26" fmla="*/ 8718436 w 12192000"/>
              <a:gd name="connsiteY26" fmla="*/ 1821002 h 2211807"/>
              <a:gd name="connsiteX27" fmla="*/ 8429428 w 12192000"/>
              <a:gd name="connsiteY27" fmla="*/ 1969975 h 2211807"/>
              <a:gd name="connsiteX28" fmla="*/ 7752735 w 12192000"/>
              <a:gd name="connsiteY28" fmla="*/ 2204075 h 2211807"/>
              <a:gd name="connsiteX29" fmla="*/ 7195876 w 12192000"/>
              <a:gd name="connsiteY29" fmla="*/ 1962881 h 2211807"/>
              <a:gd name="connsiteX30" fmla="*/ 6956214 w 12192000"/>
              <a:gd name="connsiteY30" fmla="*/ 1831641 h 2211807"/>
              <a:gd name="connsiteX31" fmla="*/ 6674259 w 12192000"/>
              <a:gd name="connsiteY31" fmla="*/ 1966426 h 2211807"/>
              <a:gd name="connsiteX32" fmla="*/ 6578767 w 12192000"/>
              <a:gd name="connsiteY32" fmla="*/ 2049338 h 2211807"/>
              <a:gd name="connsiteX33" fmla="*/ 6558853 w 12192000"/>
              <a:gd name="connsiteY33" fmla="*/ 2061917 h 2211807"/>
              <a:gd name="connsiteX34" fmla="*/ 6545011 w 12192000"/>
              <a:gd name="connsiteY34" fmla="*/ 2075275 h 2211807"/>
              <a:gd name="connsiteX35" fmla="*/ 6109851 w 12192000"/>
              <a:gd name="connsiteY35" fmla="*/ 2196981 h 2211807"/>
              <a:gd name="connsiteX36" fmla="*/ 6096001 w 12192000"/>
              <a:gd name="connsiteY36" fmla="*/ 2196466 h 2211807"/>
              <a:gd name="connsiteX37" fmla="*/ 6082151 w 12192000"/>
              <a:gd name="connsiteY37" fmla="*/ 2196981 h 2211807"/>
              <a:gd name="connsiteX38" fmla="*/ 5646992 w 12192000"/>
              <a:gd name="connsiteY38" fmla="*/ 2075275 h 2211807"/>
              <a:gd name="connsiteX39" fmla="*/ 5633151 w 12192000"/>
              <a:gd name="connsiteY39" fmla="*/ 2061916 h 2211807"/>
              <a:gd name="connsiteX40" fmla="*/ 5613236 w 12192000"/>
              <a:gd name="connsiteY40" fmla="*/ 2049338 h 2211807"/>
              <a:gd name="connsiteX41" fmla="*/ 5517745 w 12192000"/>
              <a:gd name="connsiteY41" fmla="*/ 1966426 h 2211807"/>
              <a:gd name="connsiteX42" fmla="*/ 5235788 w 12192000"/>
              <a:gd name="connsiteY42" fmla="*/ 1831641 h 2211807"/>
              <a:gd name="connsiteX43" fmla="*/ 4996126 w 12192000"/>
              <a:gd name="connsiteY43" fmla="*/ 1962881 h 2211807"/>
              <a:gd name="connsiteX44" fmla="*/ 4439269 w 12192000"/>
              <a:gd name="connsiteY44" fmla="*/ 2204075 h 2211807"/>
              <a:gd name="connsiteX45" fmla="*/ 3762572 w 12192000"/>
              <a:gd name="connsiteY45" fmla="*/ 1969975 h 2211807"/>
              <a:gd name="connsiteX46" fmla="*/ 3473564 w 12192000"/>
              <a:gd name="connsiteY46" fmla="*/ 1821002 h 2211807"/>
              <a:gd name="connsiteX47" fmla="*/ 3242604 w 12192000"/>
              <a:gd name="connsiteY47" fmla="*/ 1915273 h 2211807"/>
              <a:gd name="connsiteX48" fmla="*/ 3212441 w 12192000"/>
              <a:gd name="connsiteY48" fmla="*/ 1943702 h 2211807"/>
              <a:gd name="connsiteX49" fmla="*/ 3203012 w 12192000"/>
              <a:gd name="connsiteY49" fmla="*/ 1957297 h 2211807"/>
              <a:gd name="connsiteX50" fmla="*/ 3158099 w 12192000"/>
              <a:gd name="connsiteY50" fmla="*/ 1994333 h 2211807"/>
              <a:gd name="connsiteX51" fmla="*/ 3095570 w 12192000"/>
              <a:gd name="connsiteY51" fmla="*/ 2051887 h 2211807"/>
              <a:gd name="connsiteX52" fmla="*/ 2627698 w 12192000"/>
              <a:gd name="connsiteY52" fmla="*/ 2200526 h 2211807"/>
              <a:gd name="connsiteX53" fmla="*/ 2063785 w 12192000"/>
              <a:gd name="connsiteY53" fmla="*/ 1980614 h 2211807"/>
              <a:gd name="connsiteX54" fmla="*/ 1767732 w 12192000"/>
              <a:gd name="connsiteY54" fmla="*/ 1831641 h 2211807"/>
              <a:gd name="connsiteX55" fmla="*/ 1344798 w 12192000"/>
              <a:gd name="connsiteY55" fmla="*/ 2019633 h 2211807"/>
              <a:gd name="connsiteX56" fmla="*/ 900721 w 12192000"/>
              <a:gd name="connsiteY56" fmla="*/ 2211169 h 2211807"/>
              <a:gd name="connsiteX57" fmla="*/ 383289 w 12192000"/>
              <a:gd name="connsiteY57" fmla="*/ 2063027 h 2211807"/>
              <a:gd name="connsiteX58" fmla="*/ 280468 w 12192000"/>
              <a:gd name="connsiteY58" fmla="*/ 1981230 h 2211807"/>
              <a:gd name="connsiteX59" fmla="*/ 249604 w 12192000"/>
              <a:gd name="connsiteY59" fmla="*/ 1957297 h 2211807"/>
              <a:gd name="connsiteX60" fmla="*/ 247008 w 12192000"/>
              <a:gd name="connsiteY60" fmla="*/ 1953778 h 2211807"/>
              <a:gd name="connsiteX61" fmla="*/ 224027 w 12192000"/>
              <a:gd name="connsiteY61" fmla="*/ 1934505 h 2211807"/>
              <a:gd name="connsiteX62" fmla="*/ 26659 w 12192000"/>
              <a:gd name="connsiteY62" fmla="*/ 1861348 h 2211807"/>
              <a:gd name="connsiteX63" fmla="*/ 0 w 12192000"/>
              <a:gd name="connsiteY63" fmla="*/ 1859537 h 2211807"/>
              <a:gd name="connsiteX64" fmla="*/ 0 w 12192000"/>
              <a:gd name="connsiteY64" fmla="*/ 1757824 h 2211807"/>
            </a:gdLst>
            <a:rect l="l" t="t" r="r" b="b"/>
            <a:pathLst>
              <a:path w="12192000" h="2211807">
                <a:moveTo>
                  <a:pt x="8397881" y="1800203"/>
                </a:moveTo>
                <a:cubicBezTo>
                  <a:pt x="8397905" y="1800308"/>
                  <a:pt x="8397928" y="1800413"/>
                  <a:pt x="8397951" y="1800517"/>
                </a:cubicBezTo>
                <a:lnTo>
                  <a:pt x="8398480" y="1800203"/>
                </a:lnTo>
                <a:close/>
                <a:moveTo>
                  <a:pt x="3793520" y="1800203"/>
                </a:moveTo>
                <a:lnTo>
                  <a:pt x="3794049" y="1800517"/>
                </a:lnTo>
                <a:cubicBezTo>
                  <a:pt x="3794073" y="1800413"/>
                  <a:pt x="3794095" y="1800308"/>
                  <a:pt x="3794120" y="1800203"/>
                </a:cubicBezTo>
                <a:close/>
                <a:moveTo>
                  <a:pt x="0" y="0"/>
                </a:moveTo>
                <a:lnTo>
                  <a:pt x="12192000" y="0"/>
                </a:lnTo>
                <a:lnTo>
                  <a:pt x="12192000" y="1757824"/>
                </a:lnTo>
                <a:lnTo>
                  <a:pt x="12192000" y="1859537"/>
                </a:lnTo>
                <a:lnTo>
                  <a:pt x="12165341" y="1861348"/>
                </a:lnTo>
                <a:cubicBezTo>
                  <a:pt x="12101901" y="1867998"/>
                  <a:pt x="12024364" y="1886620"/>
                  <a:pt x="11967973" y="1934505"/>
                </a:cubicBezTo>
                <a:lnTo>
                  <a:pt x="11944992" y="1953778"/>
                </a:lnTo>
                <a:lnTo>
                  <a:pt x="11942396" y="1957297"/>
                </a:lnTo>
                <a:lnTo>
                  <a:pt x="11911532" y="1981230"/>
                </a:lnTo>
                <a:lnTo>
                  <a:pt x="11808711" y="2063027"/>
                </a:lnTo>
                <a:cubicBezTo>
                  <a:pt x="11687779" y="2151313"/>
                  <a:pt x="11545039" y="2219148"/>
                  <a:pt x="11291279" y="2211169"/>
                </a:cubicBezTo>
                <a:cubicBezTo>
                  <a:pt x="11100963" y="2207620"/>
                  <a:pt x="10974082" y="2115399"/>
                  <a:pt x="10847202" y="2019633"/>
                </a:cubicBezTo>
                <a:cubicBezTo>
                  <a:pt x="10727367" y="1927411"/>
                  <a:pt x="10593442" y="1831641"/>
                  <a:pt x="10424269" y="1831641"/>
                </a:cubicBezTo>
                <a:cubicBezTo>
                  <a:pt x="10290336" y="1831641"/>
                  <a:pt x="10212801" y="1902581"/>
                  <a:pt x="10128215" y="1980614"/>
                </a:cubicBezTo>
                <a:cubicBezTo>
                  <a:pt x="10008379" y="2090572"/>
                  <a:pt x="9881500" y="2204075"/>
                  <a:pt x="9564304" y="2200526"/>
                </a:cubicBezTo>
                <a:cubicBezTo>
                  <a:pt x="9321117" y="2197868"/>
                  <a:pt x="9192914" y="2131361"/>
                  <a:pt x="9096430" y="2051887"/>
                </a:cubicBezTo>
                <a:lnTo>
                  <a:pt x="9033902" y="1994333"/>
                </a:lnTo>
                <a:lnTo>
                  <a:pt x="8988988" y="1957297"/>
                </a:lnTo>
                <a:lnTo>
                  <a:pt x="8979560" y="1943702"/>
                </a:lnTo>
                <a:lnTo>
                  <a:pt x="8949396" y="1915273"/>
                </a:lnTo>
                <a:cubicBezTo>
                  <a:pt x="8890254" y="1862900"/>
                  <a:pt x="8824169" y="1821002"/>
                  <a:pt x="8718436" y="1821002"/>
                </a:cubicBezTo>
                <a:cubicBezTo>
                  <a:pt x="8598603" y="1817453"/>
                  <a:pt x="8514015" y="1891942"/>
                  <a:pt x="8429428" y="1969975"/>
                </a:cubicBezTo>
                <a:cubicBezTo>
                  <a:pt x="8288451" y="2094117"/>
                  <a:pt x="8140427" y="2232451"/>
                  <a:pt x="7752735" y="2204075"/>
                </a:cubicBezTo>
                <a:cubicBezTo>
                  <a:pt x="7386193" y="2179244"/>
                  <a:pt x="7287509" y="2065741"/>
                  <a:pt x="7195876" y="1962881"/>
                </a:cubicBezTo>
                <a:cubicBezTo>
                  <a:pt x="7139485" y="1899036"/>
                  <a:pt x="7090139" y="1838735"/>
                  <a:pt x="6956214" y="1831641"/>
                </a:cubicBezTo>
                <a:cubicBezTo>
                  <a:pt x="6829334" y="1821002"/>
                  <a:pt x="6758845" y="1891942"/>
                  <a:pt x="6674259" y="1966426"/>
                </a:cubicBezTo>
                <a:cubicBezTo>
                  <a:pt x="6644300" y="1993916"/>
                  <a:pt x="6613461" y="2022292"/>
                  <a:pt x="6578767" y="2049338"/>
                </a:cubicBezTo>
                <a:lnTo>
                  <a:pt x="6558853" y="2061917"/>
                </a:lnTo>
                <a:lnTo>
                  <a:pt x="6545011" y="2075275"/>
                </a:lnTo>
                <a:cubicBezTo>
                  <a:pt x="6465381" y="2141780"/>
                  <a:pt x="6353036" y="2194320"/>
                  <a:pt x="6109851" y="2196981"/>
                </a:cubicBezTo>
                <a:lnTo>
                  <a:pt x="6096001" y="2196466"/>
                </a:lnTo>
                <a:lnTo>
                  <a:pt x="6082151" y="2196981"/>
                </a:lnTo>
                <a:cubicBezTo>
                  <a:pt x="5838966" y="2194320"/>
                  <a:pt x="5726622" y="2141780"/>
                  <a:pt x="5646992" y="2075275"/>
                </a:cubicBezTo>
                <a:lnTo>
                  <a:pt x="5633151" y="2061916"/>
                </a:lnTo>
                <a:lnTo>
                  <a:pt x="5613236" y="2049338"/>
                </a:lnTo>
                <a:cubicBezTo>
                  <a:pt x="5578541" y="2022292"/>
                  <a:pt x="5547703" y="1993916"/>
                  <a:pt x="5517745" y="1966426"/>
                </a:cubicBezTo>
                <a:cubicBezTo>
                  <a:pt x="5433157" y="1891942"/>
                  <a:pt x="5362669" y="1821002"/>
                  <a:pt x="5235788" y="1831641"/>
                </a:cubicBezTo>
                <a:cubicBezTo>
                  <a:pt x="5101862" y="1838735"/>
                  <a:pt x="5052517" y="1899036"/>
                  <a:pt x="4996126" y="1962881"/>
                </a:cubicBezTo>
                <a:cubicBezTo>
                  <a:pt x="4904493" y="2065741"/>
                  <a:pt x="4805811" y="2179244"/>
                  <a:pt x="4439269" y="2204075"/>
                </a:cubicBezTo>
                <a:cubicBezTo>
                  <a:pt x="4051573" y="2232451"/>
                  <a:pt x="3903550" y="2094117"/>
                  <a:pt x="3762572" y="1969975"/>
                </a:cubicBezTo>
                <a:cubicBezTo>
                  <a:pt x="3677986" y="1891942"/>
                  <a:pt x="3593399" y="1817453"/>
                  <a:pt x="3473564" y="1821002"/>
                </a:cubicBezTo>
                <a:cubicBezTo>
                  <a:pt x="3367831" y="1821002"/>
                  <a:pt x="3301747" y="1862900"/>
                  <a:pt x="3242604" y="1915273"/>
                </a:cubicBezTo>
                <a:lnTo>
                  <a:pt x="3212441" y="1943702"/>
                </a:lnTo>
                <a:lnTo>
                  <a:pt x="3203012" y="1957297"/>
                </a:lnTo>
                <a:lnTo>
                  <a:pt x="3158099" y="1994333"/>
                </a:lnTo>
                <a:lnTo>
                  <a:pt x="3095570" y="2051887"/>
                </a:lnTo>
                <a:cubicBezTo>
                  <a:pt x="2999088" y="2131361"/>
                  <a:pt x="2870885" y="2197868"/>
                  <a:pt x="2627698" y="2200526"/>
                </a:cubicBezTo>
                <a:cubicBezTo>
                  <a:pt x="2310501" y="2204075"/>
                  <a:pt x="2183621" y="2090572"/>
                  <a:pt x="2063785" y="1980614"/>
                </a:cubicBezTo>
                <a:cubicBezTo>
                  <a:pt x="1979199" y="1902581"/>
                  <a:pt x="1901665" y="1831641"/>
                  <a:pt x="1767732" y="1831641"/>
                </a:cubicBezTo>
                <a:cubicBezTo>
                  <a:pt x="1598560" y="1831641"/>
                  <a:pt x="1464634" y="1927411"/>
                  <a:pt x="1344798" y="2019633"/>
                </a:cubicBezTo>
                <a:cubicBezTo>
                  <a:pt x="1217918" y="2115399"/>
                  <a:pt x="1091038" y="2207620"/>
                  <a:pt x="900721" y="2211169"/>
                </a:cubicBezTo>
                <a:cubicBezTo>
                  <a:pt x="646961" y="2219148"/>
                  <a:pt x="504221" y="2151313"/>
                  <a:pt x="383289" y="2063027"/>
                </a:cubicBezTo>
                <a:lnTo>
                  <a:pt x="280468" y="1981230"/>
                </a:lnTo>
                <a:lnTo>
                  <a:pt x="249604" y="1957297"/>
                </a:lnTo>
                <a:lnTo>
                  <a:pt x="247008" y="1953778"/>
                </a:lnTo>
                <a:lnTo>
                  <a:pt x="224027" y="1934505"/>
                </a:lnTo>
                <a:cubicBezTo>
                  <a:pt x="167637" y="1886620"/>
                  <a:pt x="90099" y="1867998"/>
                  <a:pt x="26659" y="1861348"/>
                </a:cubicBezTo>
                <a:lnTo>
                  <a:pt x="0" y="1859537"/>
                </a:lnTo>
                <a:lnTo>
                  <a:pt x="0" y="1757824"/>
                </a:lnTo>
                <a:close/>
              </a:path>
            </a:pathLst>
          </a:custGeom>
          <a:solidFill xmlns:a="http://schemas.openxmlformats.org/drawingml/2006/main">
            <a:schemeClr val="tx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1800"/>
          </a:p>
        </p:txBody>
      </p:sp>
    </p:spTree>
  </p:cSld>
</p:sldLayout>
</file>

<file path=ppt/slideLayouts/slideLayout12.xml><?xml version="1.0" encoding="utf-8"?>
<p:sldLayout xmlns:p="http://schemas.openxmlformats.org/presentationml/2006/main" showMasterSp="0" preserve="1" userDrawn="1">
  <p:cSld name="35_Title and Content">
    <p:bg>
      <p:bgPr>
        <a:solidFill xmlns:a="http://schemas.openxmlformats.org/drawingml/2006/main">
          <a:schemeClr val="accent1"/>
        </a:solidFill>
      </p:bgPr>
    </p:bg>
    <p:spTree>
      <p:nvGrpSpPr>
        <p:cNvPr id="1" name=""/>
        <p:cNvGrpSpPr/>
        <p:nvPr/>
      </p:nvGrpSpPr>
      <p:grpSpPr>
        <a:xfrm xmlns:a="http://schemas.openxmlformats.org/drawingml/2006/main"/>
      </p:grpSpPr>
      <p:sp>
        <p:nvSpPr>
          <p:cNvPr id="15" name="Freeform: Shape 14">
            <a:extLst xmlns:a="http://schemas.openxmlformats.org/drawingml/2006/main">
              <a:ext uri="{FF2B5EF4-FFF2-40B4-BE49-F238E27FC236}">
                <a16:creationId xmlns:a16="http://schemas.microsoft.com/office/drawing/2014/main" id="{E958EC9E-3F14-450E-9500-CDF654A46AD6}"/>
              </a:ext>
            </a:extLst>
          </p:cNvPr>
          <p:cNvSpPr>
            <a:spLocks xmlns:a="http://schemas.openxmlformats.org/drawingml/2006/main" noGrp="1"/>
          </p:cNvSpPr>
          <p:nvPr/>
        </p:nvSpPr>
        <p:spPr>
          <a:xfrm xmlns:a="http://schemas.openxmlformats.org/drawingml/2006/main">
            <a:off x="-1" y="5752095"/>
            <a:ext cx="12192000" cy="1105905"/>
          </a:xfrm>
          <a:custGeom xmlns:a="http://schemas.openxmlformats.org/drawingml/2006/main">
            <a:gdLst>
              <a:gd name="connsiteX0" fmla="*/ 8397951 w 12192000"/>
              <a:gd name="connsiteY0" fmla="*/ 411291 h 1105905"/>
              <a:gd name="connsiteX1" fmla="*/ 8397881 w 12192000"/>
              <a:gd name="connsiteY1" fmla="*/ 411605 h 1105905"/>
              <a:gd name="connsiteX2" fmla="*/ 8398480 w 12192000"/>
              <a:gd name="connsiteY2" fmla="*/ 411605 h 1105905"/>
              <a:gd name="connsiteX3" fmla="*/ 3794049 w 12192000"/>
              <a:gd name="connsiteY3" fmla="*/ 411291 h 1105905"/>
              <a:gd name="connsiteX4" fmla="*/ 3793520 w 12192000"/>
              <a:gd name="connsiteY4" fmla="*/ 411605 h 1105905"/>
              <a:gd name="connsiteX5" fmla="*/ 3794120 w 12192000"/>
              <a:gd name="connsiteY5" fmla="*/ 411605 h 1105905"/>
              <a:gd name="connsiteX6" fmla="*/ 3794049 w 12192000"/>
              <a:gd name="connsiteY6" fmla="*/ 411291 h 1105905"/>
              <a:gd name="connsiteX7" fmla="*/ 900721 w 12192000"/>
              <a:gd name="connsiteY7" fmla="*/ 639 h 1105905"/>
              <a:gd name="connsiteX8" fmla="*/ 1344798 w 12192000"/>
              <a:gd name="connsiteY8" fmla="*/ 192175 h 1105905"/>
              <a:gd name="connsiteX9" fmla="*/ 1767732 w 12192000"/>
              <a:gd name="connsiteY9" fmla="*/ 380167 h 1105905"/>
              <a:gd name="connsiteX10" fmla="*/ 2063785 w 12192000"/>
              <a:gd name="connsiteY10" fmla="*/ 231194 h 1105905"/>
              <a:gd name="connsiteX11" fmla="*/ 2627698 w 12192000"/>
              <a:gd name="connsiteY11" fmla="*/ 11282 h 1105905"/>
              <a:gd name="connsiteX12" fmla="*/ 3095570 w 12192000"/>
              <a:gd name="connsiteY12" fmla="*/ 159921 h 1105905"/>
              <a:gd name="connsiteX13" fmla="*/ 3158099 w 12192000"/>
              <a:gd name="connsiteY13" fmla="*/ 217475 h 1105905"/>
              <a:gd name="connsiteX14" fmla="*/ 3203012 w 12192000"/>
              <a:gd name="connsiteY14" fmla="*/ 254511 h 1105905"/>
              <a:gd name="connsiteX15" fmla="*/ 3212441 w 12192000"/>
              <a:gd name="connsiteY15" fmla="*/ 268106 h 1105905"/>
              <a:gd name="connsiteX16" fmla="*/ 3242604 w 12192000"/>
              <a:gd name="connsiteY16" fmla="*/ 296535 h 1105905"/>
              <a:gd name="connsiteX17" fmla="*/ 3473564 w 12192000"/>
              <a:gd name="connsiteY17" fmla="*/ 390806 h 1105905"/>
              <a:gd name="connsiteX18" fmla="*/ 3762572 w 12192000"/>
              <a:gd name="connsiteY18" fmla="*/ 241833 h 1105905"/>
              <a:gd name="connsiteX19" fmla="*/ 4439269 w 12192000"/>
              <a:gd name="connsiteY19" fmla="*/ 7733 h 1105905"/>
              <a:gd name="connsiteX20" fmla="*/ 4996126 w 12192000"/>
              <a:gd name="connsiteY20" fmla="*/ 248927 h 1105905"/>
              <a:gd name="connsiteX21" fmla="*/ 5235788 w 12192000"/>
              <a:gd name="connsiteY21" fmla="*/ 380167 h 1105905"/>
              <a:gd name="connsiteX22" fmla="*/ 5517746 w 12192000"/>
              <a:gd name="connsiteY22" fmla="*/ 245382 h 1105905"/>
              <a:gd name="connsiteX23" fmla="*/ 5613237 w 12192000"/>
              <a:gd name="connsiteY23" fmla="*/ 162470 h 1105905"/>
              <a:gd name="connsiteX24" fmla="*/ 5633152 w 12192000"/>
              <a:gd name="connsiteY24" fmla="*/ 149892 h 1105905"/>
              <a:gd name="connsiteX25" fmla="*/ 5646993 w 12192000"/>
              <a:gd name="connsiteY25" fmla="*/ 136533 h 1105905"/>
              <a:gd name="connsiteX26" fmla="*/ 6082152 w 12192000"/>
              <a:gd name="connsiteY26" fmla="*/ 14827 h 1105905"/>
              <a:gd name="connsiteX27" fmla="*/ 6096002 w 12192000"/>
              <a:gd name="connsiteY27" fmla="*/ 15342 h 1105905"/>
              <a:gd name="connsiteX28" fmla="*/ 6109851 w 12192000"/>
              <a:gd name="connsiteY28" fmla="*/ 14827 h 1105905"/>
              <a:gd name="connsiteX29" fmla="*/ 6545012 w 12192000"/>
              <a:gd name="connsiteY29" fmla="*/ 136533 h 1105905"/>
              <a:gd name="connsiteX30" fmla="*/ 6558854 w 12192000"/>
              <a:gd name="connsiteY30" fmla="*/ 149891 h 1105905"/>
              <a:gd name="connsiteX31" fmla="*/ 6578768 w 12192000"/>
              <a:gd name="connsiteY31" fmla="*/ 162470 h 1105905"/>
              <a:gd name="connsiteX32" fmla="*/ 6674259 w 12192000"/>
              <a:gd name="connsiteY32" fmla="*/ 245382 h 1105905"/>
              <a:gd name="connsiteX33" fmla="*/ 6956214 w 12192000"/>
              <a:gd name="connsiteY33" fmla="*/ 380167 h 1105905"/>
              <a:gd name="connsiteX34" fmla="*/ 7195876 w 12192000"/>
              <a:gd name="connsiteY34" fmla="*/ 248927 h 1105905"/>
              <a:gd name="connsiteX35" fmla="*/ 7752735 w 12192000"/>
              <a:gd name="connsiteY35" fmla="*/ 7733 h 1105905"/>
              <a:gd name="connsiteX36" fmla="*/ 8429428 w 12192000"/>
              <a:gd name="connsiteY36" fmla="*/ 241833 h 1105905"/>
              <a:gd name="connsiteX37" fmla="*/ 8718436 w 12192000"/>
              <a:gd name="connsiteY37" fmla="*/ 390806 h 1105905"/>
              <a:gd name="connsiteX38" fmla="*/ 8949396 w 12192000"/>
              <a:gd name="connsiteY38" fmla="*/ 296535 h 1105905"/>
              <a:gd name="connsiteX39" fmla="*/ 8979560 w 12192000"/>
              <a:gd name="connsiteY39" fmla="*/ 268106 h 1105905"/>
              <a:gd name="connsiteX40" fmla="*/ 8988988 w 12192000"/>
              <a:gd name="connsiteY40" fmla="*/ 254511 h 1105905"/>
              <a:gd name="connsiteX41" fmla="*/ 9033902 w 12192000"/>
              <a:gd name="connsiteY41" fmla="*/ 217475 h 1105905"/>
              <a:gd name="connsiteX42" fmla="*/ 9096430 w 12192000"/>
              <a:gd name="connsiteY42" fmla="*/ 159921 h 1105905"/>
              <a:gd name="connsiteX43" fmla="*/ 9564304 w 12192000"/>
              <a:gd name="connsiteY43" fmla="*/ 11282 h 1105905"/>
              <a:gd name="connsiteX44" fmla="*/ 10128215 w 12192000"/>
              <a:gd name="connsiteY44" fmla="*/ 231194 h 1105905"/>
              <a:gd name="connsiteX45" fmla="*/ 10424269 w 12192000"/>
              <a:gd name="connsiteY45" fmla="*/ 380167 h 1105905"/>
              <a:gd name="connsiteX46" fmla="*/ 10847202 w 12192000"/>
              <a:gd name="connsiteY46" fmla="*/ 192175 h 1105905"/>
              <a:gd name="connsiteX47" fmla="*/ 11291279 w 12192000"/>
              <a:gd name="connsiteY47" fmla="*/ 639 h 1105905"/>
              <a:gd name="connsiteX48" fmla="*/ 11808711 w 12192000"/>
              <a:gd name="connsiteY48" fmla="*/ 148781 h 1105905"/>
              <a:gd name="connsiteX49" fmla="*/ 11911532 w 12192000"/>
              <a:gd name="connsiteY49" fmla="*/ 230578 h 1105905"/>
              <a:gd name="connsiteX50" fmla="*/ 11942396 w 12192000"/>
              <a:gd name="connsiteY50" fmla="*/ 254511 h 1105905"/>
              <a:gd name="connsiteX51" fmla="*/ 11944992 w 12192000"/>
              <a:gd name="connsiteY51" fmla="*/ 258030 h 1105905"/>
              <a:gd name="connsiteX52" fmla="*/ 11967973 w 12192000"/>
              <a:gd name="connsiteY52" fmla="*/ 277303 h 1105905"/>
              <a:gd name="connsiteX53" fmla="*/ 12165341 w 12192000"/>
              <a:gd name="connsiteY53" fmla="*/ 350460 h 1105905"/>
              <a:gd name="connsiteX54" fmla="*/ 12192000 w 12192000"/>
              <a:gd name="connsiteY54" fmla="*/ 352271 h 1105905"/>
              <a:gd name="connsiteX55" fmla="*/ 12192000 w 12192000"/>
              <a:gd name="connsiteY55" fmla="*/ 453984 h 1105905"/>
              <a:gd name="connsiteX56" fmla="*/ 12192000 w 12192000"/>
              <a:gd name="connsiteY56" fmla="*/ 1105905 h 1105905"/>
              <a:gd name="connsiteX57" fmla="*/ 0 w 12192000"/>
              <a:gd name="connsiteY57" fmla="*/ 1105905 h 1105905"/>
              <a:gd name="connsiteX58" fmla="*/ 0 w 12192000"/>
              <a:gd name="connsiteY58" fmla="*/ 453984 h 1105905"/>
              <a:gd name="connsiteX59" fmla="*/ 0 w 12192000"/>
              <a:gd name="connsiteY59" fmla="*/ 352271 h 1105905"/>
              <a:gd name="connsiteX60" fmla="*/ 26659 w 12192000"/>
              <a:gd name="connsiteY60" fmla="*/ 350460 h 1105905"/>
              <a:gd name="connsiteX61" fmla="*/ 224027 w 12192000"/>
              <a:gd name="connsiteY61" fmla="*/ 277303 h 1105905"/>
              <a:gd name="connsiteX62" fmla="*/ 247008 w 12192000"/>
              <a:gd name="connsiteY62" fmla="*/ 258030 h 1105905"/>
              <a:gd name="connsiteX63" fmla="*/ 249604 w 12192000"/>
              <a:gd name="connsiteY63" fmla="*/ 254511 h 1105905"/>
              <a:gd name="connsiteX64" fmla="*/ 280468 w 12192000"/>
              <a:gd name="connsiteY64" fmla="*/ 230578 h 1105905"/>
              <a:gd name="connsiteX65" fmla="*/ 383289 w 12192000"/>
              <a:gd name="connsiteY65" fmla="*/ 148781 h 1105905"/>
              <a:gd name="connsiteX66" fmla="*/ 900721 w 12192000"/>
              <a:gd name="connsiteY66" fmla="*/ 639 h 1105905"/>
            </a:gdLst>
            <a:rect l="l" t="t" r="r" b="b"/>
            <a:pathLst>
              <a:path w="12192000" h="1105905">
                <a:moveTo>
                  <a:pt x="8397951" y="411291"/>
                </a:moveTo>
                <a:cubicBezTo>
                  <a:pt x="8397928" y="411395"/>
                  <a:pt x="8397905" y="411500"/>
                  <a:pt x="8397881" y="411605"/>
                </a:cubicBezTo>
                <a:lnTo>
                  <a:pt x="8398480" y="411605"/>
                </a:lnTo>
                <a:close/>
                <a:moveTo>
                  <a:pt x="3794049" y="411291"/>
                </a:moveTo>
                <a:lnTo>
                  <a:pt x="3793520" y="411605"/>
                </a:lnTo>
                <a:lnTo>
                  <a:pt x="3794120" y="411605"/>
                </a:lnTo>
                <a:cubicBezTo>
                  <a:pt x="3794095" y="411500"/>
                  <a:pt x="3794073" y="411395"/>
                  <a:pt x="3794049" y="411291"/>
                </a:cubicBezTo>
                <a:close/>
                <a:moveTo>
                  <a:pt x="900721" y="639"/>
                </a:moveTo>
                <a:cubicBezTo>
                  <a:pt x="1091038" y="4188"/>
                  <a:pt x="1217918" y="96409"/>
                  <a:pt x="1344798" y="192175"/>
                </a:cubicBezTo>
                <a:cubicBezTo>
                  <a:pt x="1464634" y="284397"/>
                  <a:pt x="1598560" y="380167"/>
                  <a:pt x="1767732" y="380167"/>
                </a:cubicBezTo>
                <a:cubicBezTo>
                  <a:pt x="1901665" y="380167"/>
                  <a:pt x="1979199" y="309227"/>
                  <a:pt x="2063785" y="231194"/>
                </a:cubicBezTo>
                <a:cubicBezTo>
                  <a:pt x="2183621" y="121236"/>
                  <a:pt x="2310501" y="7733"/>
                  <a:pt x="2627698" y="11282"/>
                </a:cubicBezTo>
                <a:cubicBezTo>
                  <a:pt x="2870885" y="13940"/>
                  <a:pt x="2999088" y="80447"/>
                  <a:pt x="3095570" y="159921"/>
                </a:cubicBezTo>
                <a:lnTo>
                  <a:pt x="3158099" y="217475"/>
                </a:lnTo>
                <a:lnTo>
                  <a:pt x="3203012" y="254511"/>
                </a:lnTo>
                <a:lnTo>
                  <a:pt x="3212441" y="268106"/>
                </a:lnTo>
                <a:lnTo>
                  <a:pt x="3242604" y="296535"/>
                </a:lnTo>
                <a:cubicBezTo>
                  <a:pt x="3301747" y="348908"/>
                  <a:pt x="3367831" y="390806"/>
                  <a:pt x="3473564" y="390806"/>
                </a:cubicBezTo>
                <a:cubicBezTo>
                  <a:pt x="3593399" y="394355"/>
                  <a:pt x="3677986" y="319866"/>
                  <a:pt x="3762572" y="241833"/>
                </a:cubicBezTo>
                <a:cubicBezTo>
                  <a:pt x="3903550" y="117691"/>
                  <a:pt x="4051573" y="-20643"/>
                  <a:pt x="4439269" y="7733"/>
                </a:cubicBezTo>
                <a:cubicBezTo>
                  <a:pt x="4805812" y="32564"/>
                  <a:pt x="4904493" y="146067"/>
                  <a:pt x="4996126" y="248927"/>
                </a:cubicBezTo>
                <a:cubicBezTo>
                  <a:pt x="5052517" y="312772"/>
                  <a:pt x="5101862" y="373073"/>
                  <a:pt x="5235788" y="380167"/>
                </a:cubicBezTo>
                <a:cubicBezTo>
                  <a:pt x="5362670" y="390806"/>
                  <a:pt x="5433157" y="319866"/>
                  <a:pt x="5517746" y="245382"/>
                </a:cubicBezTo>
                <a:cubicBezTo>
                  <a:pt x="5547703" y="217892"/>
                  <a:pt x="5578542" y="189516"/>
                  <a:pt x="5613237" y="162470"/>
                </a:cubicBezTo>
                <a:lnTo>
                  <a:pt x="5633152" y="149892"/>
                </a:lnTo>
                <a:lnTo>
                  <a:pt x="5646993" y="136533"/>
                </a:lnTo>
                <a:cubicBezTo>
                  <a:pt x="5726622" y="70028"/>
                  <a:pt x="5838966" y="17488"/>
                  <a:pt x="6082152" y="14827"/>
                </a:cubicBezTo>
                <a:lnTo>
                  <a:pt x="6096002" y="15342"/>
                </a:lnTo>
                <a:lnTo>
                  <a:pt x="6109851" y="14827"/>
                </a:lnTo>
                <a:cubicBezTo>
                  <a:pt x="6353036" y="17488"/>
                  <a:pt x="6465382" y="70028"/>
                  <a:pt x="6545012" y="136533"/>
                </a:cubicBezTo>
                <a:lnTo>
                  <a:pt x="6558854" y="149891"/>
                </a:lnTo>
                <a:lnTo>
                  <a:pt x="6578768" y="162470"/>
                </a:lnTo>
                <a:cubicBezTo>
                  <a:pt x="6613461" y="189516"/>
                  <a:pt x="6644300" y="217892"/>
                  <a:pt x="6674259" y="245382"/>
                </a:cubicBezTo>
                <a:cubicBezTo>
                  <a:pt x="6758845" y="319866"/>
                  <a:pt x="6829334" y="390806"/>
                  <a:pt x="6956214" y="380167"/>
                </a:cubicBezTo>
                <a:cubicBezTo>
                  <a:pt x="7090139" y="373073"/>
                  <a:pt x="7139485" y="312772"/>
                  <a:pt x="7195876" y="248927"/>
                </a:cubicBezTo>
                <a:cubicBezTo>
                  <a:pt x="7287509" y="146067"/>
                  <a:pt x="7386193" y="32564"/>
                  <a:pt x="7752735" y="7733"/>
                </a:cubicBezTo>
                <a:cubicBezTo>
                  <a:pt x="8140427" y="-20643"/>
                  <a:pt x="8288451" y="117691"/>
                  <a:pt x="8429428" y="241833"/>
                </a:cubicBezTo>
                <a:cubicBezTo>
                  <a:pt x="8514015" y="319866"/>
                  <a:pt x="8598603" y="394355"/>
                  <a:pt x="8718436" y="390806"/>
                </a:cubicBezTo>
                <a:cubicBezTo>
                  <a:pt x="8824169" y="390806"/>
                  <a:pt x="8890254" y="348908"/>
                  <a:pt x="8949396" y="296535"/>
                </a:cubicBezTo>
                <a:lnTo>
                  <a:pt x="8979560" y="268106"/>
                </a:lnTo>
                <a:lnTo>
                  <a:pt x="8988988" y="254511"/>
                </a:lnTo>
                <a:lnTo>
                  <a:pt x="9033902" y="217475"/>
                </a:lnTo>
                <a:lnTo>
                  <a:pt x="9096430" y="159921"/>
                </a:lnTo>
                <a:cubicBezTo>
                  <a:pt x="9192914" y="80447"/>
                  <a:pt x="9321117" y="13940"/>
                  <a:pt x="9564304" y="11282"/>
                </a:cubicBezTo>
                <a:cubicBezTo>
                  <a:pt x="9881500" y="7733"/>
                  <a:pt x="10008379" y="121236"/>
                  <a:pt x="10128215" y="231194"/>
                </a:cubicBezTo>
                <a:cubicBezTo>
                  <a:pt x="10212801" y="309227"/>
                  <a:pt x="10290336" y="380167"/>
                  <a:pt x="10424269" y="380167"/>
                </a:cubicBezTo>
                <a:cubicBezTo>
                  <a:pt x="10593442" y="380167"/>
                  <a:pt x="10727367" y="284397"/>
                  <a:pt x="10847202" y="192175"/>
                </a:cubicBezTo>
                <a:cubicBezTo>
                  <a:pt x="10974082" y="96409"/>
                  <a:pt x="11100963" y="4188"/>
                  <a:pt x="11291279" y="639"/>
                </a:cubicBezTo>
                <a:cubicBezTo>
                  <a:pt x="11545039" y="-7340"/>
                  <a:pt x="11687779" y="60495"/>
                  <a:pt x="11808711" y="148781"/>
                </a:cubicBezTo>
                <a:lnTo>
                  <a:pt x="11911532" y="230578"/>
                </a:lnTo>
                <a:lnTo>
                  <a:pt x="11942396" y="254511"/>
                </a:lnTo>
                <a:lnTo>
                  <a:pt x="11944992" y="258030"/>
                </a:lnTo>
                <a:lnTo>
                  <a:pt x="11967973" y="277303"/>
                </a:lnTo>
                <a:cubicBezTo>
                  <a:pt x="12024364" y="325188"/>
                  <a:pt x="12101901" y="343810"/>
                  <a:pt x="12165341" y="350460"/>
                </a:cubicBezTo>
                <a:lnTo>
                  <a:pt x="12192000" y="352271"/>
                </a:lnTo>
                <a:lnTo>
                  <a:pt x="12192000" y="453984"/>
                </a:lnTo>
                <a:lnTo>
                  <a:pt x="12192000" y="1105905"/>
                </a:lnTo>
                <a:lnTo>
                  <a:pt x="0" y="1105905"/>
                </a:lnTo>
                <a:lnTo>
                  <a:pt x="0" y="453984"/>
                </a:lnTo>
                <a:lnTo>
                  <a:pt x="0" y="352271"/>
                </a:lnTo>
                <a:lnTo>
                  <a:pt x="26659" y="350460"/>
                </a:lnTo>
                <a:cubicBezTo>
                  <a:pt x="90099" y="343810"/>
                  <a:pt x="167637" y="325188"/>
                  <a:pt x="224027" y="277303"/>
                </a:cubicBezTo>
                <a:lnTo>
                  <a:pt x="247008" y="258030"/>
                </a:lnTo>
                <a:lnTo>
                  <a:pt x="249604" y="254511"/>
                </a:lnTo>
                <a:lnTo>
                  <a:pt x="280468" y="230578"/>
                </a:lnTo>
                <a:lnTo>
                  <a:pt x="383289" y="148781"/>
                </a:lnTo>
                <a:cubicBezTo>
                  <a:pt x="504221" y="60495"/>
                  <a:pt x="646961" y="-7340"/>
                  <a:pt x="900721" y="639"/>
                </a:cubicBez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4A88D286-33BB-432A-A5E6-3B9AF3174ED5}"/>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bg1"/>
                </a:solidFill>
                <a:latin typeface="+mj-lt"/>
                <a:ea typeface="+mj-lt"/>
                <a:cs typeface="+mj-lt"/>
              </a:rPr>
              <a:t>‹#›</a:t>
            </a:fld>
            <a:endParaRPr sz="4400" i="0">
              <a:solidFill>
                <a:schemeClr val="bg1"/>
              </a:solidFill>
              <a:latin typeface="+mj-lt"/>
              <a:ea typeface="+mj-lt"/>
              <a:cs typeface="+mj-lt"/>
            </a:endParaRPr>
          </a:p>
        </p:txBody>
      </p:sp>
      <p:pic>
        <p:nvPicPr>
          <p:cNvPr id="25" name="Imagen 19"/>
          <p:cNvPicPr>
            <a:picLocks xmlns:a="http://schemas.openxmlformats.org/drawingml/2006/main" noChangeAspect="1"/>
          </p:cNvPicPr>
          <p:nvPr/>
        </p:nvPicPr>
        <p:blipFill>
          <a:blip xmlns:r="http://schemas.openxmlformats.org/officeDocument/2006/relationships" xmlns:a="http://schemas.openxmlformats.org/drawingml/2006/main" r:embed="Ra09ad420818046fa"/>
          <a:stretch xmlns:a="http://schemas.openxmlformats.org/drawingml/2006/main">
            <a:fillRect l="0" t="0" r="0" b="0"/>
          </a:stretch>
        </p:blipFill>
        <p:spPr>
          <a:xfrm xmlns:a="http://schemas.openxmlformats.org/drawingml/2006/main">
            <a:off x="291707" y="6182190"/>
            <a:ext cx="1399441" cy="291970"/>
          </a:xfrm>
          <a:prstGeom xmlns:a="http://schemas.openxmlformats.org/drawingml/2006/main" prst="rect">
            <a:avLst/>
          </a:prstGeom>
        </p:spPr>
      </p:pic>
      <p:sp>
        <p:nvSpPr>
          <p:cNvPr id="21" name="TextBox 7">
            <a:extLst xmlns:a="http://schemas.openxmlformats.org/drawingml/2006/main">
              <a:ext uri="{FF2B5EF4-FFF2-40B4-BE49-F238E27FC236}">
                <a16:creationId xmlns:a16="http://schemas.microsoft.com/office/drawing/2014/main" id="{7BDB49E4-15BE-F72F-1F12-B1BF7F04C42F}"/>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bg1"/>
                </a:solidFill>
                <a:latin typeface="Segoe UI"/>
                <a:ea typeface="Segoe UI"/>
                <a:cs typeface="Segoe UI"/>
              </a:rPr>
              <a:t>#BizzSummit2026</a:t>
            </a:r>
            <a:endParaRPr sz="1100" b="0">
              <a:solidFill>
                <a:schemeClr val="bg1"/>
              </a:solidFill>
              <a:latin typeface="Segoe UI"/>
              <a:ea typeface="Segoe UI"/>
              <a:cs typeface="Segoe UI"/>
            </a:endParaRPr>
          </a:p>
        </p:txBody>
      </p:sp>
    </p:spTree>
  </p:cSld>
</p:sldLayout>
</file>

<file path=ppt/slideLayouts/slideLayout13.xml><?xml version="1.0" encoding="utf-8"?>
<p:sldLayout xmlns:p="http://schemas.openxmlformats.org/presentationml/2006/main" showMasterSp="0" preserve="1" userDrawn="1">
  <p:cSld name="45_Title and Content">
    <p:bg>
      <p:bgPr>
        <a:solidFill xmlns:a="http://schemas.openxmlformats.org/drawingml/2006/main">
          <a:schemeClr val="accent2"/>
        </a:solidFill>
      </p:bgPr>
    </p:bg>
    <p:spTree>
      <p:nvGrpSpPr>
        <p:cNvPr id="1" name=""/>
        <p:cNvGrpSpPr/>
        <p:nvPr/>
      </p:nvGrpSpPr>
      <p:grpSpPr>
        <a:xfrm xmlns:a="http://schemas.openxmlformats.org/drawingml/2006/main"/>
      </p:grpSpPr>
      <p:sp>
        <p:nvSpPr>
          <p:cNvPr id="13" name="Freeform: Shape 12">
            <a:extLst xmlns:a="http://schemas.openxmlformats.org/drawingml/2006/main">
              <a:ext uri="{FF2B5EF4-FFF2-40B4-BE49-F238E27FC236}">
                <a16:creationId xmlns:a16="http://schemas.microsoft.com/office/drawing/2014/main" id="{40BE1C5B-722C-4D47-B5C5-1D4825AFF556}"/>
              </a:ext>
            </a:extLst>
          </p:cNvPr>
          <p:cNvSpPr>
            <a:spLocks xmlns:a="http://schemas.openxmlformats.org/drawingml/2006/main" noGrp="1"/>
          </p:cNvSpPr>
          <p:nvPr/>
        </p:nvSpPr>
        <p:spPr>
          <a:xfrm xmlns:a="http://schemas.openxmlformats.org/drawingml/2006/main">
            <a:off x="-1" y="5752095"/>
            <a:ext cx="12192000" cy="1105905"/>
          </a:xfrm>
          <a:custGeom xmlns:a="http://schemas.openxmlformats.org/drawingml/2006/main">
            <a:gdLst>
              <a:gd name="connsiteX0" fmla="*/ 8397951 w 12192000"/>
              <a:gd name="connsiteY0" fmla="*/ 411291 h 1105905"/>
              <a:gd name="connsiteX1" fmla="*/ 8397881 w 12192000"/>
              <a:gd name="connsiteY1" fmla="*/ 411605 h 1105905"/>
              <a:gd name="connsiteX2" fmla="*/ 8398480 w 12192000"/>
              <a:gd name="connsiteY2" fmla="*/ 411605 h 1105905"/>
              <a:gd name="connsiteX3" fmla="*/ 3794049 w 12192000"/>
              <a:gd name="connsiteY3" fmla="*/ 411291 h 1105905"/>
              <a:gd name="connsiteX4" fmla="*/ 3793520 w 12192000"/>
              <a:gd name="connsiteY4" fmla="*/ 411605 h 1105905"/>
              <a:gd name="connsiteX5" fmla="*/ 3794120 w 12192000"/>
              <a:gd name="connsiteY5" fmla="*/ 411605 h 1105905"/>
              <a:gd name="connsiteX6" fmla="*/ 3794049 w 12192000"/>
              <a:gd name="connsiteY6" fmla="*/ 411291 h 1105905"/>
              <a:gd name="connsiteX7" fmla="*/ 900721 w 12192000"/>
              <a:gd name="connsiteY7" fmla="*/ 639 h 1105905"/>
              <a:gd name="connsiteX8" fmla="*/ 1344798 w 12192000"/>
              <a:gd name="connsiteY8" fmla="*/ 192175 h 1105905"/>
              <a:gd name="connsiteX9" fmla="*/ 1767732 w 12192000"/>
              <a:gd name="connsiteY9" fmla="*/ 380167 h 1105905"/>
              <a:gd name="connsiteX10" fmla="*/ 2063785 w 12192000"/>
              <a:gd name="connsiteY10" fmla="*/ 231194 h 1105905"/>
              <a:gd name="connsiteX11" fmla="*/ 2627698 w 12192000"/>
              <a:gd name="connsiteY11" fmla="*/ 11282 h 1105905"/>
              <a:gd name="connsiteX12" fmla="*/ 3095570 w 12192000"/>
              <a:gd name="connsiteY12" fmla="*/ 159921 h 1105905"/>
              <a:gd name="connsiteX13" fmla="*/ 3158099 w 12192000"/>
              <a:gd name="connsiteY13" fmla="*/ 217475 h 1105905"/>
              <a:gd name="connsiteX14" fmla="*/ 3203012 w 12192000"/>
              <a:gd name="connsiteY14" fmla="*/ 254511 h 1105905"/>
              <a:gd name="connsiteX15" fmla="*/ 3212441 w 12192000"/>
              <a:gd name="connsiteY15" fmla="*/ 268106 h 1105905"/>
              <a:gd name="connsiteX16" fmla="*/ 3242604 w 12192000"/>
              <a:gd name="connsiteY16" fmla="*/ 296535 h 1105905"/>
              <a:gd name="connsiteX17" fmla="*/ 3473564 w 12192000"/>
              <a:gd name="connsiteY17" fmla="*/ 390806 h 1105905"/>
              <a:gd name="connsiteX18" fmla="*/ 3762572 w 12192000"/>
              <a:gd name="connsiteY18" fmla="*/ 241833 h 1105905"/>
              <a:gd name="connsiteX19" fmla="*/ 4439269 w 12192000"/>
              <a:gd name="connsiteY19" fmla="*/ 7733 h 1105905"/>
              <a:gd name="connsiteX20" fmla="*/ 4996126 w 12192000"/>
              <a:gd name="connsiteY20" fmla="*/ 248927 h 1105905"/>
              <a:gd name="connsiteX21" fmla="*/ 5235788 w 12192000"/>
              <a:gd name="connsiteY21" fmla="*/ 380167 h 1105905"/>
              <a:gd name="connsiteX22" fmla="*/ 5517746 w 12192000"/>
              <a:gd name="connsiteY22" fmla="*/ 245382 h 1105905"/>
              <a:gd name="connsiteX23" fmla="*/ 5613237 w 12192000"/>
              <a:gd name="connsiteY23" fmla="*/ 162470 h 1105905"/>
              <a:gd name="connsiteX24" fmla="*/ 5633152 w 12192000"/>
              <a:gd name="connsiteY24" fmla="*/ 149892 h 1105905"/>
              <a:gd name="connsiteX25" fmla="*/ 5646993 w 12192000"/>
              <a:gd name="connsiteY25" fmla="*/ 136533 h 1105905"/>
              <a:gd name="connsiteX26" fmla="*/ 6082152 w 12192000"/>
              <a:gd name="connsiteY26" fmla="*/ 14827 h 1105905"/>
              <a:gd name="connsiteX27" fmla="*/ 6096002 w 12192000"/>
              <a:gd name="connsiteY27" fmla="*/ 15342 h 1105905"/>
              <a:gd name="connsiteX28" fmla="*/ 6109851 w 12192000"/>
              <a:gd name="connsiteY28" fmla="*/ 14827 h 1105905"/>
              <a:gd name="connsiteX29" fmla="*/ 6545012 w 12192000"/>
              <a:gd name="connsiteY29" fmla="*/ 136533 h 1105905"/>
              <a:gd name="connsiteX30" fmla="*/ 6558854 w 12192000"/>
              <a:gd name="connsiteY30" fmla="*/ 149891 h 1105905"/>
              <a:gd name="connsiteX31" fmla="*/ 6578768 w 12192000"/>
              <a:gd name="connsiteY31" fmla="*/ 162470 h 1105905"/>
              <a:gd name="connsiteX32" fmla="*/ 6674259 w 12192000"/>
              <a:gd name="connsiteY32" fmla="*/ 245382 h 1105905"/>
              <a:gd name="connsiteX33" fmla="*/ 6956214 w 12192000"/>
              <a:gd name="connsiteY33" fmla="*/ 380167 h 1105905"/>
              <a:gd name="connsiteX34" fmla="*/ 7195876 w 12192000"/>
              <a:gd name="connsiteY34" fmla="*/ 248927 h 1105905"/>
              <a:gd name="connsiteX35" fmla="*/ 7752735 w 12192000"/>
              <a:gd name="connsiteY35" fmla="*/ 7733 h 1105905"/>
              <a:gd name="connsiteX36" fmla="*/ 8429428 w 12192000"/>
              <a:gd name="connsiteY36" fmla="*/ 241833 h 1105905"/>
              <a:gd name="connsiteX37" fmla="*/ 8718436 w 12192000"/>
              <a:gd name="connsiteY37" fmla="*/ 390806 h 1105905"/>
              <a:gd name="connsiteX38" fmla="*/ 8949396 w 12192000"/>
              <a:gd name="connsiteY38" fmla="*/ 296535 h 1105905"/>
              <a:gd name="connsiteX39" fmla="*/ 8979560 w 12192000"/>
              <a:gd name="connsiteY39" fmla="*/ 268106 h 1105905"/>
              <a:gd name="connsiteX40" fmla="*/ 8988988 w 12192000"/>
              <a:gd name="connsiteY40" fmla="*/ 254511 h 1105905"/>
              <a:gd name="connsiteX41" fmla="*/ 9033902 w 12192000"/>
              <a:gd name="connsiteY41" fmla="*/ 217475 h 1105905"/>
              <a:gd name="connsiteX42" fmla="*/ 9096430 w 12192000"/>
              <a:gd name="connsiteY42" fmla="*/ 159921 h 1105905"/>
              <a:gd name="connsiteX43" fmla="*/ 9564304 w 12192000"/>
              <a:gd name="connsiteY43" fmla="*/ 11282 h 1105905"/>
              <a:gd name="connsiteX44" fmla="*/ 10128215 w 12192000"/>
              <a:gd name="connsiteY44" fmla="*/ 231194 h 1105905"/>
              <a:gd name="connsiteX45" fmla="*/ 10424269 w 12192000"/>
              <a:gd name="connsiteY45" fmla="*/ 380167 h 1105905"/>
              <a:gd name="connsiteX46" fmla="*/ 10847202 w 12192000"/>
              <a:gd name="connsiteY46" fmla="*/ 192175 h 1105905"/>
              <a:gd name="connsiteX47" fmla="*/ 11291279 w 12192000"/>
              <a:gd name="connsiteY47" fmla="*/ 639 h 1105905"/>
              <a:gd name="connsiteX48" fmla="*/ 11808711 w 12192000"/>
              <a:gd name="connsiteY48" fmla="*/ 148781 h 1105905"/>
              <a:gd name="connsiteX49" fmla="*/ 11911532 w 12192000"/>
              <a:gd name="connsiteY49" fmla="*/ 230578 h 1105905"/>
              <a:gd name="connsiteX50" fmla="*/ 11942396 w 12192000"/>
              <a:gd name="connsiteY50" fmla="*/ 254511 h 1105905"/>
              <a:gd name="connsiteX51" fmla="*/ 11944992 w 12192000"/>
              <a:gd name="connsiteY51" fmla="*/ 258030 h 1105905"/>
              <a:gd name="connsiteX52" fmla="*/ 11967973 w 12192000"/>
              <a:gd name="connsiteY52" fmla="*/ 277303 h 1105905"/>
              <a:gd name="connsiteX53" fmla="*/ 12165341 w 12192000"/>
              <a:gd name="connsiteY53" fmla="*/ 350460 h 1105905"/>
              <a:gd name="connsiteX54" fmla="*/ 12192000 w 12192000"/>
              <a:gd name="connsiteY54" fmla="*/ 352271 h 1105905"/>
              <a:gd name="connsiteX55" fmla="*/ 12192000 w 12192000"/>
              <a:gd name="connsiteY55" fmla="*/ 453984 h 1105905"/>
              <a:gd name="connsiteX56" fmla="*/ 12192000 w 12192000"/>
              <a:gd name="connsiteY56" fmla="*/ 1105905 h 1105905"/>
              <a:gd name="connsiteX57" fmla="*/ 0 w 12192000"/>
              <a:gd name="connsiteY57" fmla="*/ 1105905 h 1105905"/>
              <a:gd name="connsiteX58" fmla="*/ 0 w 12192000"/>
              <a:gd name="connsiteY58" fmla="*/ 453984 h 1105905"/>
              <a:gd name="connsiteX59" fmla="*/ 0 w 12192000"/>
              <a:gd name="connsiteY59" fmla="*/ 352271 h 1105905"/>
              <a:gd name="connsiteX60" fmla="*/ 26659 w 12192000"/>
              <a:gd name="connsiteY60" fmla="*/ 350460 h 1105905"/>
              <a:gd name="connsiteX61" fmla="*/ 224027 w 12192000"/>
              <a:gd name="connsiteY61" fmla="*/ 277303 h 1105905"/>
              <a:gd name="connsiteX62" fmla="*/ 247008 w 12192000"/>
              <a:gd name="connsiteY62" fmla="*/ 258030 h 1105905"/>
              <a:gd name="connsiteX63" fmla="*/ 249604 w 12192000"/>
              <a:gd name="connsiteY63" fmla="*/ 254511 h 1105905"/>
              <a:gd name="connsiteX64" fmla="*/ 280468 w 12192000"/>
              <a:gd name="connsiteY64" fmla="*/ 230578 h 1105905"/>
              <a:gd name="connsiteX65" fmla="*/ 383289 w 12192000"/>
              <a:gd name="connsiteY65" fmla="*/ 148781 h 1105905"/>
              <a:gd name="connsiteX66" fmla="*/ 900721 w 12192000"/>
              <a:gd name="connsiteY66" fmla="*/ 639 h 1105905"/>
            </a:gdLst>
            <a:rect l="l" t="t" r="r" b="b"/>
            <a:pathLst>
              <a:path w="12192000" h="1105905">
                <a:moveTo>
                  <a:pt x="8397951" y="411291"/>
                </a:moveTo>
                <a:cubicBezTo>
                  <a:pt x="8397928" y="411395"/>
                  <a:pt x="8397905" y="411500"/>
                  <a:pt x="8397881" y="411605"/>
                </a:cubicBezTo>
                <a:lnTo>
                  <a:pt x="8398480" y="411605"/>
                </a:lnTo>
                <a:close/>
                <a:moveTo>
                  <a:pt x="3794049" y="411291"/>
                </a:moveTo>
                <a:lnTo>
                  <a:pt x="3793520" y="411605"/>
                </a:lnTo>
                <a:lnTo>
                  <a:pt x="3794120" y="411605"/>
                </a:lnTo>
                <a:cubicBezTo>
                  <a:pt x="3794095" y="411500"/>
                  <a:pt x="3794073" y="411395"/>
                  <a:pt x="3794049" y="411291"/>
                </a:cubicBezTo>
                <a:close/>
                <a:moveTo>
                  <a:pt x="900721" y="639"/>
                </a:moveTo>
                <a:cubicBezTo>
                  <a:pt x="1091038" y="4188"/>
                  <a:pt x="1217918" y="96409"/>
                  <a:pt x="1344798" y="192175"/>
                </a:cubicBezTo>
                <a:cubicBezTo>
                  <a:pt x="1464634" y="284397"/>
                  <a:pt x="1598560" y="380167"/>
                  <a:pt x="1767732" y="380167"/>
                </a:cubicBezTo>
                <a:cubicBezTo>
                  <a:pt x="1901665" y="380167"/>
                  <a:pt x="1979199" y="309227"/>
                  <a:pt x="2063785" y="231194"/>
                </a:cubicBezTo>
                <a:cubicBezTo>
                  <a:pt x="2183621" y="121236"/>
                  <a:pt x="2310501" y="7733"/>
                  <a:pt x="2627698" y="11282"/>
                </a:cubicBezTo>
                <a:cubicBezTo>
                  <a:pt x="2870885" y="13940"/>
                  <a:pt x="2999088" y="80447"/>
                  <a:pt x="3095570" y="159921"/>
                </a:cubicBezTo>
                <a:lnTo>
                  <a:pt x="3158099" y="217475"/>
                </a:lnTo>
                <a:lnTo>
                  <a:pt x="3203012" y="254511"/>
                </a:lnTo>
                <a:lnTo>
                  <a:pt x="3212441" y="268106"/>
                </a:lnTo>
                <a:lnTo>
                  <a:pt x="3242604" y="296535"/>
                </a:lnTo>
                <a:cubicBezTo>
                  <a:pt x="3301747" y="348908"/>
                  <a:pt x="3367831" y="390806"/>
                  <a:pt x="3473564" y="390806"/>
                </a:cubicBezTo>
                <a:cubicBezTo>
                  <a:pt x="3593399" y="394355"/>
                  <a:pt x="3677986" y="319866"/>
                  <a:pt x="3762572" y="241833"/>
                </a:cubicBezTo>
                <a:cubicBezTo>
                  <a:pt x="3903550" y="117691"/>
                  <a:pt x="4051573" y="-20643"/>
                  <a:pt x="4439269" y="7733"/>
                </a:cubicBezTo>
                <a:cubicBezTo>
                  <a:pt x="4805812" y="32564"/>
                  <a:pt x="4904493" y="146067"/>
                  <a:pt x="4996126" y="248927"/>
                </a:cubicBezTo>
                <a:cubicBezTo>
                  <a:pt x="5052517" y="312772"/>
                  <a:pt x="5101862" y="373073"/>
                  <a:pt x="5235788" y="380167"/>
                </a:cubicBezTo>
                <a:cubicBezTo>
                  <a:pt x="5362670" y="390806"/>
                  <a:pt x="5433157" y="319866"/>
                  <a:pt x="5517746" y="245382"/>
                </a:cubicBezTo>
                <a:cubicBezTo>
                  <a:pt x="5547703" y="217892"/>
                  <a:pt x="5578542" y="189516"/>
                  <a:pt x="5613237" y="162470"/>
                </a:cubicBezTo>
                <a:lnTo>
                  <a:pt x="5633152" y="149892"/>
                </a:lnTo>
                <a:lnTo>
                  <a:pt x="5646993" y="136533"/>
                </a:lnTo>
                <a:cubicBezTo>
                  <a:pt x="5726622" y="70028"/>
                  <a:pt x="5838966" y="17488"/>
                  <a:pt x="6082152" y="14827"/>
                </a:cubicBezTo>
                <a:lnTo>
                  <a:pt x="6096002" y="15342"/>
                </a:lnTo>
                <a:lnTo>
                  <a:pt x="6109851" y="14827"/>
                </a:lnTo>
                <a:cubicBezTo>
                  <a:pt x="6353036" y="17488"/>
                  <a:pt x="6465382" y="70028"/>
                  <a:pt x="6545012" y="136533"/>
                </a:cubicBezTo>
                <a:lnTo>
                  <a:pt x="6558854" y="149891"/>
                </a:lnTo>
                <a:lnTo>
                  <a:pt x="6578768" y="162470"/>
                </a:lnTo>
                <a:cubicBezTo>
                  <a:pt x="6613461" y="189516"/>
                  <a:pt x="6644300" y="217892"/>
                  <a:pt x="6674259" y="245382"/>
                </a:cubicBezTo>
                <a:cubicBezTo>
                  <a:pt x="6758845" y="319866"/>
                  <a:pt x="6829334" y="390806"/>
                  <a:pt x="6956214" y="380167"/>
                </a:cubicBezTo>
                <a:cubicBezTo>
                  <a:pt x="7090139" y="373073"/>
                  <a:pt x="7139485" y="312772"/>
                  <a:pt x="7195876" y="248927"/>
                </a:cubicBezTo>
                <a:cubicBezTo>
                  <a:pt x="7287509" y="146067"/>
                  <a:pt x="7386193" y="32564"/>
                  <a:pt x="7752735" y="7733"/>
                </a:cubicBezTo>
                <a:cubicBezTo>
                  <a:pt x="8140427" y="-20643"/>
                  <a:pt x="8288451" y="117691"/>
                  <a:pt x="8429428" y="241833"/>
                </a:cubicBezTo>
                <a:cubicBezTo>
                  <a:pt x="8514015" y="319866"/>
                  <a:pt x="8598603" y="394355"/>
                  <a:pt x="8718436" y="390806"/>
                </a:cubicBezTo>
                <a:cubicBezTo>
                  <a:pt x="8824169" y="390806"/>
                  <a:pt x="8890254" y="348908"/>
                  <a:pt x="8949396" y="296535"/>
                </a:cubicBezTo>
                <a:lnTo>
                  <a:pt x="8979560" y="268106"/>
                </a:lnTo>
                <a:lnTo>
                  <a:pt x="8988988" y="254511"/>
                </a:lnTo>
                <a:lnTo>
                  <a:pt x="9033902" y="217475"/>
                </a:lnTo>
                <a:lnTo>
                  <a:pt x="9096430" y="159921"/>
                </a:lnTo>
                <a:cubicBezTo>
                  <a:pt x="9192914" y="80447"/>
                  <a:pt x="9321117" y="13940"/>
                  <a:pt x="9564304" y="11282"/>
                </a:cubicBezTo>
                <a:cubicBezTo>
                  <a:pt x="9881500" y="7733"/>
                  <a:pt x="10008379" y="121236"/>
                  <a:pt x="10128215" y="231194"/>
                </a:cubicBezTo>
                <a:cubicBezTo>
                  <a:pt x="10212801" y="309227"/>
                  <a:pt x="10290336" y="380167"/>
                  <a:pt x="10424269" y="380167"/>
                </a:cubicBezTo>
                <a:cubicBezTo>
                  <a:pt x="10593442" y="380167"/>
                  <a:pt x="10727367" y="284397"/>
                  <a:pt x="10847202" y="192175"/>
                </a:cubicBezTo>
                <a:cubicBezTo>
                  <a:pt x="10974082" y="96409"/>
                  <a:pt x="11100963" y="4188"/>
                  <a:pt x="11291279" y="639"/>
                </a:cubicBezTo>
                <a:cubicBezTo>
                  <a:pt x="11545039" y="-7340"/>
                  <a:pt x="11687779" y="60495"/>
                  <a:pt x="11808711" y="148781"/>
                </a:cubicBezTo>
                <a:lnTo>
                  <a:pt x="11911532" y="230578"/>
                </a:lnTo>
                <a:lnTo>
                  <a:pt x="11942396" y="254511"/>
                </a:lnTo>
                <a:lnTo>
                  <a:pt x="11944992" y="258030"/>
                </a:lnTo>
                <a:lnTo>
                  <a:pt x="11967973" y="277303"/>
                </a:lnTo>
                <a:cubicBezTo>
                  <a:pt x="12024364" y="325188"/>
                  <a:pt x="12101901" y="343810"/>
                  <a:pt x="12165341" y="350460"/>
                </a:cubicBezTo>
                <a:lnTo>
                  <a:pt x="12192000" y="352271"/>
                </a:lnTo>
                <a:lnTo>
                  <a:pt x="12192000" y="453984"/>
                </a:lnTo>
                <a:lnTo>
                  <a:pt x="12192000" y="1105905"/>
                </a:lnTo>
                <a:lnTo>
                  <a:pt x="0" y="1105905"/>
                </a:lnTo>
                <a:lnTo>
                  <a:pt x="0" y="453984"/>
                </a:lnTo>
                <a:lnTo>
                  <a:pt x="0" y="352271"/>
                </a:lnTo>
                <a:lnTo>
                  <a:pt x="26659" y="350460"/>
                </a:lnTo>
                <a:cubicBezTo>
                  <a:pt x="90099" y="343810"/>
                  <a:pt x="167637" y="325188"/>
                  <a:pt x="224027" y="277303"/>
                </a:cubicBezTo>
                <a:lnTo>
                  <a:pt x="247008" y="258030"/>
                </a:lnTo>
                <a:lnTo>
                  <a:pt x="249604" y="254511"/>
                </a:lnTo>
                <a:lnTo>
                  <a:pt x="280468" y="230578"/>
                </a:lnTo>
                <a:lnTo>
                  <a:pt x="383289" y="148781"/>
                </a:lnTo>
                <a:cubicBezTo>
                  <a:pt x="504221" y="60495"/>
                  <a:pt x="646961" y="-7340"/>
                  <a:pt x="900721" y="639"/>
                </a:cubicBezTo>
                <a:close/>
              </a:path>
            </a:pathLst>
          </a:cu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32">
            <a:extLst xmlns:a="http://schemas.openxmlformats.org/drawingml/2006/main">
              <a:ext uri="{FF2B5EF4-FFF2-40B4-BE49-F238E27FC236}">
                <a16:creationId xmlns:a16="http://schemas.microsoft.com/office/drawing/2014/main" id="{0DA2FAAA-E96F-C2C3-4884-5874A3AEEFFF}"/>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tx2"/>
                </a:solidFill>
                <a:latin typeface="+mj-lt"/>
                <a:ea typeface="+mj-lt"/>
                <a:cs typeface="+mj-lt"/>
              </a:rPr>
              <a:t>‹#›</a:t>
            </a:fld>
            <a:endParaRPr sz="4400" i="0">
              <a:solidFill>
                <a:schemeClr val="tx2"/>
              </a:solidFill>
              <a:latin typeface="+mj-lt"/>
              <a:ea typeface="+mj-lt"/>
              <a:cs typeface="+mj-lt"/>
            </a:endParaRPr>
          </a:p>
        </p:txBody>
      </p:sp>
      <p:pic>
        <p:nvPicPr>
          <p:cNvPr id="17" name="Imagen 3"/>
          <p:cNvPicPr>
            <a:picLocks xmlns:a="http://schemas.openxmlformats.org/drawingml/2006/main" noChangeAspect="1"/>
          </p:cNvPicPr>
          <p:nvPr/>
        </p:nvPicPr>
        <p:blipFill>
          <a:blip xmlns:r="http://schemas.openxmlformats.org/officeDocument/2006/relationships" xmlns:a="http://schemas.openxmlformats.org/drawingml/2006/main" r:embed="R02951ac4eddc43b1"/>
          <a:stretch xmlns:a="http://schemas.openxmlformats.org/drawingml/2006/main">
            <a:fillRect l="0" t="0" r="0" b="0"/>
          </a:stretch>
        </p:blipFill>
        <p:spPr>
          <a:xfrm xmlns:a="http://schemas.openxmlformats.org/drawingml/2006/main">
            <a:off x="350701" y="6186386"/>
            <a:ext cx="1324043" cy="276239"/>
          </a:xfrm>
          <a:prstGeom xmlns:a="http://schemas.openxmlformats.org/drawingml/2006/main" prst="rect">
            <a:avLst/>
          </a:prstGeom>
        </p:spPr>
      </p:pic>
      <p:sp>
        <p:nvSpPr>
          <p:cNvPr id="5" name="TextBox 7">
            <a:extLst xmlns:a="http://schemas.openxmlformats.org/drawingml/2006/main">
              <a:ext uri="{FF2B5EF4-FFF2-40B4-BE49-F238E27FC236}">
                <a16:creationId xmlns:a16="http://schemas.microsoft.com/office/drawing/2014/main" id="{29D554BE-00B7-947B-6648-196C8D0032B5}"/>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tx2"/>
                </a:solidFill>
                <a:latin typeface="Segoe UI"/>
                <a:ea typeface="Segoe UI"/>
                <a:cs typeface="Segoe UI"/>
              </a:rPr>
              <a:t>#BizzSummit2026</a:t>
            </a:r>
            <a:endParaRPr sz="1100" b="0">
              <a:solidFill>
                <a:schemeClr val="tx2"/>
              </a:solidFill>
              <a:latin typeface="Segoe UI"/>
              <a:ea typeface="Segoe UI"/>
              <a:cs typeface="Segoe UI"/>
            </a:endParaRPr>
          </a:p>
        </p:txBody>
      </p:sp>
    </p:spTree>
  </p:cSld>
</p:sldLayout>
</file>

<file path=ppt/slideLayouts/slideLayout14.xml><?xml version="1.0" encoding="utf-8"?>
<p:sldLayout xmlns:p="http://schemas.openxmlformats.org/presentationml/2006/main" showMasterSp="0" preserve="1" userDrawn="1">
  <p:cSld name="47_Title and Content">
    <p:bg>
      <p:bgPr>
        <a:solidFill xmlns:a="http://schemas.openxmlformats.org/drawingml/2006/main">
          <a:schemeClr val="accent4"/>
        </a:solidFill>
      </p:bgPr>
    </p:bg>
    <p:spTree>
      <p:nvGrpSpPr>
        <p:cNvPr id="1" name=""/>
        <p:cNvGrpSpPr/>
        <p:nvPr/>
      </p:nvGrpSpPr>
      <p:grpSpPr>
        <a:xfrm xmlns:a="http://schemas.openxmlformats.org/drawingml/2006/main"/>
      </p:grpSpPr>
      <p:sp>
        <p:nvSpPr>
          <p:cNvPr id="13" name="Freeform: Shape 12">
            <a:extLst xmlns:a="http://schemas.openxmlformats.org/drawingml/2006/main">
              <a:ext uri="{FF2B5EF4-FFF2-40B4-BE49-F238E27FC236}">
                <a16:creationId xmlns:a16="http://schemas.microsoft.com/office/drawing/2014/main" id="{25C40A2C-1A75-42B4-A826-D4B6683EECD3}"/>
              </a:ext>
            </a:extLst>
          </p:cNvPr>
          <p:cNvSpPr>
            <a:spLocks xmlns:a="http://schemas.openxmlformats.org/drawingml/2006/main" noGrp="1"/>
          </p:cNvSpPr>
          <p:nvPr/>
        </p:nvSpPr>
        <p:spPr>
          <a:xfrm xmlns:a="http://schemas.openxmlformats.org/drawingml/2006/main">
            <a:off x="-1" y="5752095"/>
            <a:ext cx="12192000" cy="1105905"/>
          </a:xfrm>
          <a:custGeom xmlns:a="http://schemas.openxmlformats.org/drawingml/2006/main">
            <a:gdLst>
              <a:gd name="connsiteX0" fmla="*/ 8397951 w 12192000"/>
              <a:gd name="connsiteY0" fmla="*/ 411291 h 1105905"/>
              <a:gd name="connsiteX1" fmla="*/ 8397881 w 12192000"/>
              <a:gd name="connsiteY1" fmla="*/ 411605 h 1105905"/>
              <a:gd name="connsiteX2" fmla="*/ 8398480 w 12192000"/>
              <a:gd name="connsiteY2" fmla="*/ 411605 h 1105905"/>
              <a:gd name="connsiteX3" fmla="*/ 3794049 w 12192000"/>
              <a:gd name="connsiteY3" fmla="*/ 411291 h 1105905"/>
              <a:gd name="connsiteX4" fmla="*/ 3793520 w 12192000"/>
              <a:gd name="connsiteY4" fmla="*/ 411605 h 1105905"/>
              <a:gd name="connsiteX5" fmla="*/ 3794120 w 12192000"/>
              <a:gd name="connsiteY5" fmla="*/ 411605 h 1105905"/>
              <a:gd name="connsiteX6" fmla="*/ 3794049 w 12192000"/>
              <a:gd name="connsiteY6" fmla="*/ 411291 h 1105905"/>
              <a:gd name="connsiteX7" fmla="*/ 900721 w 12192000"/>
              <a:gd name="connsiteY7" fmla="*/ 639 h 1105905"/>
              <a:gd name="connsiteX8" fmla="*/ 1344798 w 12192000"/>
              <a:gd name="connsiteY8" fmla="*/ 192175 h 1105905"/>
              <a:gd name="connsiteX9" fmla="*/ 1767732 w 12192000"/>
              <a:gd name="connsiteY9" fmla="*/ 380167 h 1105905"/>
              <a:gd name="connsiteX10" fmla="*/ 2063785 w 12192000"/>
              <a:gd name="connsiteY10" fmla="*/ 231194 h 1105905"/>
              <a:gd name="connsiteX11" fmla="*/ 2627698 w 12192000"/>
              <a:gd name="connsiteY11" fmla="*/ 11282 h 1105905"/>
              <a:gd name="connsiteX12" fmla="*/ 3095570 w 12192000"/>
              <a:gd name="connsiteY12" fmla="*/ 159921 h 1105905"/>
              <a:gd name="connsiteX13" fmla="*/ 3158099 w 12192000"/>
              <a:gd name="connsiteY13" fmla="*/ 217475 h 1105905"/>
              <a:gd name="connsiteX14" fmla="*/ 3203012 w 12192000"/>
              <a:gd name="connsiteY14" fmla="*/ 254511 h 1105905"/>
              <a:gd name="connsiteX15" fmla="*/ 3212441 w 12192000"/>
              <a:gd name="connsiteY15" fmla="*/ 268106 h 1105905"/>
              <a:gd name="connsiteX16" fmla="*/ 3242604 w 12192000"/>
              <a:gd name="connsiteY16" fmla="*/ 296535 h 1105905"/>
              <a:gd name="connsiteX17" fmla="*/ 3473564 w 12192000"/>
              <a:gd name="connsiteY17" fmla="*/ 390806 h 1105905"/>
              <a:gd name="connsiteX18" fmla="*/ 3762572 w 12192000"/>
              <a:gd name="connsiteY18" fmla="*/ 241833 h 1105905"/>
              <a:gd name="connsiteX19" fmla="*/ 4439269 w 12192000"/>
              <a:gd name="connsiteY19" fmla="*/ 7733 h 1105905"/>
              <a:gd name="connsiteX20" fmla="*/ 4996126 w 12192000"/>
              <a:gd name="connsiteY20" fmla="*/ 248927 h 1105905"/>
              <a:gd name="connsiteX21" fmla="*/ 5235788 w 12192000"/>
              <a:gd name="connsiteY21" fmla="*/ 380167 h 1105905"/>
              <a:gd name="connsiteX22" fmla="*/ 5517746 w 12192000"/>
              <a:gd name="connsiteY22" fmla="*/ 245382 h 1105905"/>
              <a:gd name="connsiteX23" fmla="*/ 5613237 w 12192000"/>
              <a:gd name="connsiteY23" fmla="*/ 162470 h 1105905"/>
              <a:gd name="connsiteX24" fmla="*/ 5633152 w 12192000"/>
              <a:gd name="connsiteY24" fmla="*/ 149892 h 1105905"/>
              <a:gd name="connsiteX25" fmla="*/ 5646993 w 12192000"/>
              <a:gd name="connsiteY25" fmla="*/ 136533 h 1105905"/>
              <a:gd name="connsiteX26" fmla="*/ 6082152 w 12192000"/>
              <a:gd name="connsiteY26" fmla="*/ 14827 h 1105905"/>
              <a:gd name="connsiteX27" fmla="*/ 6096002 w 12192000"/>
              <a:gd name="connsiteY27" fmla="*/ 15342 h 1105905"/>
              <a:gd name="connsiteX28" fmla="*/ 6109851 w 12192000"/>
              <a:gd name="connsiteY28" fmla="*/ 14827 h 1105905"/>
              <a:gd name="connsiteX29" fmla="*/ 6545012 w 12192000"/>
              <a:gd name="connsiteY29" fmla="*/ 136533 h 1105905"/>
              <a:gd name="connsiteX30" fmla="*/ 6558854 w 12192000"/>
              <a:gd name="connsiteY30" fmla="*/ 149891 h 1105905"/>
              <a:gd name="connsiteX31" fmla="*/ 6578768 w 12192000"/>
              <a:gd name="connsiteY31" fmla="*/ 162470 h 1105905"/>
              <a:gd name="connsiteX32" fmla="*/ 6674259 w 12192000"/>
              <a:gd name="connsiteY32" fmla="*/ 245382 h 1105905"/>
              <a:gd name="connsiteX33" fmla="*/ 6956214 w 12192000"/>
              <a:gd name="connsiteY33" fmla="*/ 380167 h 1105905"/>
              <a:gd name="connsiteX34" fmla="*/ 7195876 w 12192000"/>
              <a:gd name="connsiteY34" fmla="*/ 248927 h 1105905"/>
              <a:gd name="connsiteX35" fmla="*/ 7752735 w 12192000"/>
              <a:gd name="connsiteY35" fmla="*/ 7733 h 1105905"/>
              <a:gd name="connsiteX36" fmla="*/ 8429428 w 12192000"/>
              <a:gd name="connsiteY36" fmla="*/ 241833 h 1105905"/>
              <a:gd name="connsiteX37" fmla="*/ 8718436 w 12192000"/>
              <a:gd name="connsiteY37" fmla="*/ 390806 h 1105905"/>
              <a:gd name="connsiteX38" fmla="*/ 8949396 w 12192000"/>
              <a:gd name="connsiteY38" fmla="*/ 296535 h 1105905"/>
              <a:gd name="connsiteX39" fmla="*/ 8979560 w 12192000"/>
              <a:gd name="connsiteY39" fmla="*/ 268106 h 1105905"/>
              <a:gd name="connsiteX40" fmla="*/ 8988988 w 12192000"/>
              <a:gd name="connsiteY40" fmla="*/ 254511 h 1105905"/>
              <a:gd name="connsiteX41" fmla="*/ 9033902 w 12192000"/>
              <a:gd name="connsiteY41" fmla="*/ 217475 h 1105905"/>
              <a:gd name="connsiteX42" fmla="*/ 9096430 w 12192000"/>
              <a:gd name="connsiteY42" fmla="*/ 159921 h 1105905"/>
              <a:gd name="connsiteX43" fmla="*/ 9564304 w 12192000"/>
              <a:gd name="connsiteY43" fmla="*/ 11282 h 1105905"/>
              <a:gd name="connsiteX44" fmla="*/ 10128215 w 12192000"/>
              <a:gd name="connsiteY44" fmla="*/ 231194 h 1105905"/>
              <a:gd name="connsiteX45" fmla="*/ 10424269 w 12192000"/>
              <a:gd name="connsiteY45" fmla="*/ 380167 h 1105905"/>
              <a:gd name="connsiteX46" fmla="*/ 10847202 w 12192000"/>
              <a:gd name="connsiteY46" fmla="*/ 192175 h 1105905"/>
              <a:gd name="connsiteX47" fmla="*/ 11291279 w 12192000"/>
              <a:gd name="connsiteY47" fmla="*/ 639 h 1105905"/>
              <a:gd name="connsiteX48" fmla="*/ 11808711 w 12192000"/>
              <a:gd name="connsiteY48" fmla="*/ 148781 h 1105905"/>
              <a:gd name="connsiteX49" fmla="*/ 11911532 w 12192000"/>
              <a:gd name="connsiteY49" fmla="*/ 230578 h 1105905"/>
              <a:gd name="connsiteX50" fmla="*/ 11942396 w 12192000"/>
              <a:gd name="connsiteY50" fmla="*/ 254511 h 1105905"/>
              <a:gd name="connsiteX51" fmla="*/ 11944992 w 12192000"/>
              <a:gd name="connsiteY51" fmla="*/ 258030 h 1105905"/>
              <a:gd name="connsiteX52" fmla="*/ 11967973 w 12192000"/>
              <a:gd name="connsiteY52" fmla="*/ 277303 h 1105905"/>
              <a:gd name="connsiteX53" fmla="*/ 12165341 w 12192000"/>
              <a:gd name="connsiteY53" fmla="*/ 350460 h 1105905"/>
              <a:gd name="connsiteX54" fmla="*/ 12192000 w 12192000"/>
              <a:gd name="connsiteY54" fmla="*/ 352271 h 1105905"/>
              <a:gd name="connsiteX55" fmla="*/ 12192000 w 12192000"/>
              <a:gd name="connsiteY55" fmla="*/ 453984 h 1105905"/>
              <a:gd name="connsiteX56" fmla="*/ 12192000 w 12192000"/>
              <a:gd name="connsiteY56" fmla="*/ 1105905 h 1105905"/>
              <a:gd name="connsiteX57" fmla="*/ 0 w 12192000"/>
              <a:gd name="connsiteY57" fmla="*/ 1105905 h 1105905"/>
              <a:gd name="connsiteX58" fmla="*/ 0 w 12192000"/>
              <a:gd name="connsiteY58" fmla="*/ 453984 h 1105905"/>
              <a:gd name="connsiteX59" fmla="*/ 0 w 12192000"/>
              <a:gd name="connsiteY59" fmla="*/ 352271 h 1105905"/>
              <a:gd name="connsiteX60" fmla="*/ 26659 w 12192000"/>
              <a:gd name="connsiteY60" fmla="*/ 350460 h 1105905"/>
              <a:gd name="connsiteX61" fmla="*/ 224027 w 12192000"/>
              <a:gd name="connsiteY61" fmla="*/ 277303 h 1105905"/>
              <a:gd name="connsiteX62" fmla="*/ 247008 w 12192000"/>
              <a:gd name="connsiteY62" fmla="*/ 258030 h 1105905"/>
              <a:gd name="connsiteX63" fmla="*/ 249604 w 12192000"/>
              <a:gd name="connsiteY63" fmla="*/ 254511 h 1105905"/>
              <a:gd name="connsiteX64" fmla="*/ 280468 w 12192000"/>
              <a:gd name="connsiteY64" fmla="*/ 230578 h 1105905"/>
              <a:gd name="connsiteX65" fmla="*/ 383289 w 12192000"/>
              <a:gd name="connsiteY65" fmla="*/ 148781 h 1105905"/>
              <a:gd name="connsiteX66" fmla="*/ 900721 w 12192000"/>
              <a:gd name="connsiteY66" fmla="*/ 639 h 1105905"/>
            </a:gdLst>
            <a:rect l="l" t="t" r="r" b="b"/>
            <a:pathLst>
              <a:path w="12192000" h="1105905">
                <a:moveTo>
                  <a:pt x="8397951" y="411291"/>
                </a:moveTo>
                <a:cubicBezTo>
                  <a:pt x="8397928" y="411395"/>
                  <a:pt x="8397905" y="411500"/>
                  <a:pt x="8397881" y="411605"/>
                </a:cubicBezTo>
                <a:lnTo>
                  <a:pt x="8398480" y="411605"/>
                </a:lnTo>
                <a:close/>
                <a:moveTo>
                  <a:pt x="3794049" y="411291"/>
                </a:moveTo>
                <a:lnTo>
                  <a:pt x="3793520" y="411605"/>
                </a:lnTo>
                <a:lnTo>
                  <a:pt x="3794120" y="411605"/>
                </a:lnTo>
                <a:cubicBezTo>
                  <a:pt x="3794095" y="411500"/>
                  <a:pt x="3794073" y="411395"/>
                  <a:pt x="3794049" y="411291"/>
                </a:cubicBezTo>
                <a:close/>
                <a:moveTo>
                  <a:pt x="900721" y="639"/>
                </a:moveTo>
                <a:cubicBezTo>
                  <a:pt x="1091038" y="4188"/>
                  <a:pt x="1217918" y="96409"/>
                  <a:pt x="1344798" y="192175"/>
                </a:cubicBezTo>
                <a:cubicBezTo>
                  <a:pt x="1464634" y="284397"/>
                  <a:pt x="1598560" y="380167"/>
                  <a:pt x="1767732" y="380167"/>
                </a:cubicBezTo>
                <a:cubicBezTo>
                  <a:pt x="1901665" y="380167"/>
                  <a:pt x="1979199" y="309227"/>
                  <a:pt x="2063785" y="231194"/>
                </a:cubicBezTo>
                <a:cubicBezTo>
                  <a:pt x="2183621" y="121236"/>
                  <a:pt x="2310501" y="7733"/>
                  <a:pt x="2627698" y="11282"/>
                </a:cubicBezTo>
                <a:cubicBezTo>
                  <a:pt x="2870885" y="13940"/>
                  <a:pt x="2999088" y="80447"/>
                  <a:pt x="3095570" y="159921"/>
                </a:cubicBezTo>
                <a:lnTo>
                  <a:pt x="3158099" y="217475"/>
                </a:lnTo>
                <a:lnTo>
                  <a:pt x="3203012" y="254511"/>
                </a:lnTo>
                <a:lnTo>
                  <a:pt x="3212441" y="268106"/>
                </a:lnTo>
                <a:lnTo>
                  <a:pt x="3242604" y="296535"/>
                </a:lnTo>
                <a:cubicBezTo>
                  <a:pt x="3301747" y="348908"/>
                  <a:pt x="3367831" y="390806"/>
                  <a:pt x="3473564" y="390806"/>
                </a:cubicBezTo>
                <a:cubicBezTo>
                  <a:pt x="3593399" y="394355"/>
                  <a:pt x="3677986" y="319866"/>
                  <a:pt x="3762572" y="241833"/>
                </a:cubicBezTo>
                <a:cubicBezTo>
                  <a:pt x="3903550" y="117691"/>
                  <a:pt x="4051573" y="-20643"/>
                  <a:pt x="4439269" y="7733"/>
                </a:cubicBezTo>
                <a:cubicBezTo>
                  <a:pt x="4805812" y="32564"/>
                  <a:pt x="4904493" y="146067"/>
                  <a:pt x="4996126" y="248927"/>
                </a:cubicBezTo>
                <a:cubicBezTo>
                  <a:pt x="5052517" y="312772"/>
                  <a:pt x="5101862" y="373073"/>
                  <a:pt x="5235788" y="380167"/>
                </a:cubicBezTo>
                <a:cubicBezTo>
                  <a:pt x="5362670" y="390806"/>
                  <a:pt x="5433157" y="319866"/>
                  <a:pt x="5517746" y="245382"/>
                </a:cubicBezTo>
                <a:cubicBezTo>
                  <a:pt x="5547703" y="217892"/>
                  <a:pt x="5578542" y="189516"/>
                  <a:pt x="5613237" y="162470"/>
                </a:cubicBezTo>
                <a:lnTo>
                  <a:pt x="5633152" y="149892"/>
                </a:lnTo>
                <a:lnTo>
                  <a:pt x="5646993" y="136533"/>
                </a:lnTo>
                <a:cubicBezTo>
                  <a:pt x="5726622" y="70028"/>
                  <a:pt x="5838966" y="17488"/>
                  <a:pt x="6082152" y="14827"/>
                </a:cubicBezTo>
                <a:lnTo>
                  <a:pt x="6096002" y="15342"/>
                </a:lnTo>
                <a:lnTo>
                  <a:pt x="6109851" y="14827"/>
                </a:lnTo>
                <a:cubicBezTo>
                  <a:pt x="6353036" y="17488"/>
                  <a:pt x="6465382" y="70028"/>
                  <a:pt x="6545012" y="136533"/>
                </a:cubicBezTo>
                <a:lnTo>
                  <a:pt x="6558854" y="149891"/>
                </a:lnTo>
                <a:lnTo>
                  <a:pt x="6578768" y="162470"/>
                </a:lnTo>
                <a:cubicBezTo>
                  <a:pt x="6613461" y="189516"/>
                  <a:pt x="6644300" y="217892"/>
                  <a:pt x="6674259" y="245382"/>
                </a:cubicBezTo>
                <a:cubicBezTo>
                  <a:pt x="6758845" y="319866"/>
                  <a:pt x="6829334" y="390806"/>
                  <a:pt x="6956214" y="380167"/>
                </a:cubicBezTo>
                <a:cubicBezTo>
                  <a:pt x="7090139" y="373073"/>
                  <a:pt x="7139485" y="312772"/>
                  <a:pt x="7195876" y="248927"/>
                </a:cubicBezTo>
                <a:cubicBezTo>
                  <a:pt x="7287509" y="146067"/>
                  <a:pt x="7386193" y="32564"/>
                  <a:pt x="7752735" y="7733"/>
                </a:cubicBezTo>
                <a:cubicBezTo>
                  <a:pt x="8140427" y="-20643"/>
                  <a:pt x="8288451" y="117691"/>
                  <a:pt x="8429428" y="241833"/>
                </a:cubicBezTo>
                <a:cubicBezTo>
                  <a:pt x="8514015" y="319866"/>
                  <a:pt x="8598603" y="394355"/>
                  <a:pt x="8718436" y="390806"/>
                </a:cubicBezTo>
                <a:cubicBezTo>
                  <a:pt x="8824169" y="390806"/>
                  <a:pt x="8890254" y="348908"/>
                  <a:pt x="8949396" y="296535"/>
                </a:cubicBezTo>
                <a:lnTo>
                  <a:pt x="8979560" y="268106"/>
                </a:lnTo>
                <a:lnTo>
                  <a:pt x="8988988" y="254511"/>
                </a:lnTo>
                <a:lnTo>
                  <a:pt x="9033902" y="217475"/>
                </a:lnTo>
                <a:lnTo>
                  <a:pt x="9096430" y="159921"/>
                </a:lnTo>
                <a:cubicBezTo>
                  <a:pt x="9192914" y="80447"/>
                  <a:pt x="9321117" y="13940"/>
                  <a:pt x="9564304" y="11282"/>
                </a:cubicBezTo>
                <a:cubicBezTo>
                  <a:pt x="9881500" y="7733"/>
                  <a:pt x="10008379" y="121236"/>
                  <a:pt x="10128215" y="231194"/>
                </a:cubicBezTo>
                <a:cubicBezTo>
                  <a:pt x="10212801" y="309227"/>
                  <a:pt x="10290336" y="380167"/>
                  <a:pt x="10424269" y="380167"/>
                </a:cubicBezTo>
                <a:cubicBezTo>
                  <a:pt x="10593442" y="380167"/>
                  <a:pt x="10727367" y="284397"/>
                  <a:pt x="10847202" y="192175"/>
                </a:cubicBezTo>
                <a:cubicBezTo>
                  <a:pt x="10974082" y="96409"/>
                  <a:pt x="11100963" y="4188"/>
                  <a:pt x="11291279" y="639"/>
                </a:cubicBezTo>
                <a:cubicBezTo>
                  <a:pt x="11545039" y="-7340"/>
                  <a:pt x="11687779" y="60495"/>
                  <a:pt x="11808711" y="148781"/>
                </a:cubicBezTo>
                <a:lnTo>
                  <a:pt x="11911532" y="230578"/>
                </a:lnTo>
                <a:lnTo>
                  <a:pt x="11942396" y="254511"/>
                </a:lnTo>
                <a:lnTo>
                  <a:pt x="11944992" y="258030"/>
                </a:lnTo>
                <a:lnTo>
                  <a:pt x="11967973" y="277303"/>
                </a:lnTo>
                <a:cubicBezTo>
                  <a:pt x="12024364" y="325188"/>
                  <a:pt x="12101901" y="343810"/>
                  <a:pt x="12165341" y="350460"/>
                </a:cubicBezTo>
                <a:lnTo>
                  <a:pt x="12192000" y="352271"/>
                </a:lnTo>
                <a:lnTo>
                  <a:pt x="12192000" y="453984"/>
                </a:lnTo>
                <a:lnTo>
                  <a:pt x="12192000" y="1105905"/>
                </a:lnTo>
                <a:lnTo>
                  <a:pt x="0" y="1105905"/>
                </a:lnTo>
                <a:lnTo>
                  <a:pt x="0" y="453984"/>
                </a:lnTo>
                <a:lnTo>
                  <a:pt x="0" y="352271"/>
                </a:lnTo>
                <a:lnTo>
                  <a:pt x="26659" y="350460"/>
                </a:lnTo>
                <a:cubicBezTo>
                  <a:pt x="90099" y="343810"/>
                  <a:pt x="167637" y="325188"/>
                  <a:pt x="224027" y="277303"/>
                </a:cubicBezTo>
                <a:lnTo>
                  <a:pt x="247008" y="258030"/>
                </a:lnTo>
                <a:lnTo>
                  <a:pt x="249604" y="254511"/>
                </a:lnTo>
                <a:lnTo>
                  <a:pt x="280468" y="230578"/>
                </a:lnTo>
                <a:lnTo>
                  <a:pt x="383289" y="148781"/>
                </a:lnTo>
                <a:cubicBezTo>
                  <a:pt x="504221" y="60495"/>
                  <a:pt x="646961" y="-7340"/>
                  <a:pt x="900721" y="639"/>
                </a:cubicBezTo>
                <a:close/>
              </a:path>
            </a:pathLst>
          </a:cu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701D8835-7059-42EE-8C09-298010F7425F}"/>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bg1"/>
                </a:solidFill>
                <a:latin typeface="+mj-lt"/>
                <a:ea typeface="+mj-lt"/>
                <a:cs typeface="+mj-lt"/>
              </a:rPr>
              <a:t>‹#›</a:t>
            </a:fld>
            <a:endParaRPr sz="4400" i="0">
              <a:solidFill>
                <a:schemeClr val="bg1"/>
              </a:solidFill>
              <a:latin typeface="+mj-lt"/>
              <a:ea typeface="+mj-lt"/>
              <a:cs typeface="+mj-lt"/>
            </a:endParaRPr>
          </a:p>
        </p:txBody>
      </p:sp>
      <p:pic>
        <p:nvPicPr>
          <p:cNvPr id="18" name="Imagen 2"/>
          <p:cNvPicPr>
            <a:picLocks xmlns:a="http://schemas.openxmlformats.org/drawingml/2006/main" noChangeAspect="1"/>
          </p:cNvPicPr>
          <p:nvPr/>
        </p:nvPicPr>
        <p:blipFill>
          <a:blip xmlns:r="http://schemas.openxmlformats.org/officeDocument/2006/relationships" xmlns:a="http://schemas.openxmlformats.org/drawingml/2006/main" r:embed="R8cd0d3dbc31e4547"/>
          <a:stretch xmlns:a="http://schemas.openxmlformats.org/drawingml/2006/main">
            <a:fillRect l="0" t="0" r="0" b="0"/>
          </a:stretch>
        </p:blipFill>
        <p:spPr>
          <a:xfrm xmlns:a="http://schemas.openxmlformats.org/drawingml/2006/main">
            <a:off x="291707" y="6182190"/>
            <a:ext cx="1399441" cy="291970"/>
          </a:xfrm>
          <a:prstGeom xmlns:a="http://schemas.openxmlformats.org/drawingml/2006/main" prst="rect">
            <a:avLst/>
          </a:prstGeom>
        </p:spPr>
      </p:pic>
      <p:sp>
        <p:nvSpPr>
          <p:cNvPr id="4" name="TextBox 7">
            <a:extLst xmlns:a="http://schemas.openxmlformats.org/drawingml/2006/main">
              <a:ext uri="{FF2B5EF4-FFF2-40B4-BE49-F238E27FC236}">
                <a16:creationId xmlns:a16="http://schemas.microsoft.com/office/drawing/2014/main" id="{A1A2E521-25F1-66D1-9E4F-68A98A499769}"/>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bg1"/>
                </a:solidFill>
                <a:latin typeface="Segoe UI"/>
                <a:ea typeface="Segoe UI"/>
                <a:cs typeface="Segoe UI"/>
              </a:rPr>
              <a:t>#BizzSummit2026</a:t>
            </a:r>
            <a:endParaRPr sz="1100" b="0">
              <a:solidFill>
                <a:schemeClr val="bg1"/>
              </a:solidFill>
              <a:latin typeface="Segoe UI"/>
              <a:ea typeface="Segoe UI"/>
              <a:cs typeface="Segoe UI"/>
            </a:endParaRPr>
          </a:p>
        </p:txBody>
      </p:sp>
    </p:spTree>
  </p:cSld>
</p:sldLayout>
</file>

<file path=ppt/slideLayouts/slideLayout15.xml><?xml version="1.0" encoding="utf-8"?>
<p:sldLayout xmlns:p="http://schemas.openxmlformats.org/presentationml/2006/main" showMasterSp="0" preserve="1" userDrawn="1">
  <p:cSld name="10_Title and Content">
    <p:bg>
      <p:bgPr>
        <a:solidFill xmlns:a="http://schemas.openxmlformats.org/drawingml/2006/main">
          <a:schemeClr val="accent1"/>
        </a:solidFill>
      </p:bgPr>
    </p:bg>
    <p:spTree>
      <p:nvGrpSpPr>
        <p:cNvPr id="1" name=""/>
        <p:cNvGrpSpPr/>
        <p:nvPr/>
      </p:nvGrpSpPr>
      <p:grpSpPr>
        <a:xfrm xmlns:a="http://schemas.openxmlformats.org/drawingml/2006/main"/>
      </p:grpSpPr>
      <p:pic>
        <p:nvPicPr>
          <p:cNvPr id="37" name="Gráfico 42"/>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10474460" y="136854"/>
            <a:ext cx="758823" cy="834705"/>
          </a:xfrm>
          <a:prstGeom xmlns:a="http://schemas.openxmlformats.org/drawingml/2006/main" prst="rect">
            <a:avLst/>
          </a:prstGeom>
        </p:spPr>
      </p:pic>
      <p:pic>
        <p:nvPicPr>
          <p:cNvPr id="38" name="Gráfico 41"/>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9143567" y="592634"/>
            <a:ext cx="758823" cy="834705"/>
          </a:xfrm>
          <a:prstGeom xmlns:a="http://schemas.openxmlformats.org/drawingml/2006/main" prst="rect">
            <a:avLst/>
          </a:prstGeom>
        </p:spPr>
      </p:pic>
      <p:pic>
        <p:nvPicPr>
          <p:cNvPr id="39" name="Gráfico 40"/>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7919367" y="1496539"/>
            <a:ext cx="758823" cy="834705"/>
          </a:xfrm>
          <a:prstGeom xmlns:a="http://schemas.openxmlformats.org/drawingml/2006/main" prst="rect">
            <a:avLst/>
          </a:prstGeom>
        </p:spPr>
      </p:pic>
      <p:pic>
        <p:nvPicPr>
          <p:cNvPr id="40" name="Gráfico 33"/>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5364089" y="2901436"/>
            <a:ext cx="758823" cy="834705"/>
          </a:xfrm>
          <a:prstGeom xmlns:a="http://schemas.openxmlformats.org/drawingml/2006/main" prst="rect">
            <a:avLst/>
          </a:prstGeom>
        </p:spPr>
      </p:pic>
      <p:pic>
        <p:nvPicPr>
          <p:cNvPr id="41" name="Gráfico 37"/>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6588290" y="2062821"/>
            <a:ext cx="758823" cy="834705"/>
          </a:xfrm>
          <a:prstGeom xmlns:a="http://schemas.openxmlformats.org/drawingml/2006/main" prst="rect">
            <a:avLst/>
          </a:prstGeom>
        </p:spPr>
      </p:pic>
      <p:pic>
        <p:nvPicPr>
          <p:cNvPr id="42" name="Gráfico 21"/>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3969880" y="4875653"/>
            <a:ext cx="758823" cy="834705"/>
          </a:xfrm>
          <a:prstGeom xmlns:a="http://schemas.openxmlformats.org/drawingml/2006/main" prst="rect">
            <a:avLst/>
          </a:prstGeom>
        </p:spPr>
      </p:pic>
      <p:pic>
        <p:nvPicPr>
          <p:cNvPr id="43" name="Gráfico 22"/>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2755887" y="175948"/>
            <a:ext cx="758823" cy="834705"/>
          </a:xfrm>
          <a:prstGeom xmlns:a="http://schemas.openxmlformats.org/drawingml/2006/main" prst="rect">
            <a:avLst/>
          </a:prstGeom>
        </p:spPr>
      </p:pic>
      <p:pic>
        <p:nvPicPr>
          <p:cNvPr id="44" name="Gráfico 23"/>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2755887" y="1527883"/>
            <a:ext cx="758823" cy="834705"/>
          </a:xfrm>
          <a:prstGeom xmlns:a="http://schemas.openxmlformats.org/drawingml/2006/main" prst="rect">
            <a:avLst/>
          </a:prstGeom>
        </p:spPr>
      </p:pic>
      <p:pic>
        <p:nvPicPr>
          <p:cNvPr id="45" name="Gráfico 24"/>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2755886" y="2879818"/>
            <a:ext cx="758823" cy="834705"/>
          </a:xfrm>
          <a:prstGeom xmlns:a="http://schemas.openxmlformats.org/drawingml/2006/main" prst="rect">
            <a:avLst/>
          </a:prstGeom>
        </p:spPr>
      </p:pic>
      <p:pic>
        <p:nvPicPr>
          <p:cNvPr id="46" name="Gráfico 25"/>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2755885" y="4182132"/>
            <a:ext cx="758823" cy="834705"/>
          </a:xfrm>
          <a:prstGeom xmlns:a="http://schemas.openxmlformats.org/drawingml/2006/main" prst="rect">
            <a:avLst/>
          </a:prstGeom>
        </p:spPr>
      </p:pic>
      <p:pic>
        <p:nvPicPr>
          <p:cNvPr id="47" name="Gráfico 26"/>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2755885" y="5464041"/>
            <a:ext cx="758823" cy="834705"/>
          </a:xfrm>
          <a:prstGeom xmlns:a="http://schemas.openxmlformats.org/drawingml/2006/main" prst="rect">
            <a:avLst/>
          </a:prstGeom>
        </p:spPr>
      </p:pic>
      <p:pic>
        <p:nvPicPr>
          <p:cNvPr id="48" name="Gráfico 27"/>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3980087" y="623978"/>
            <a:ext cx="758823" cy="834705"/>
          </a:xfrm>
          <a:prstGeom xmlns:a="http://schemas.openxmlformats.org/drawingml/2006/main" prst="rect">
            <a:avLst/>
          </a:prstGeom>
        </p:spPr>
      </p:pic>
      <p:pic>
        <p:nvPicPr>
          <p:cNvPr id="49" name="Gráfico 28"/>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3980087" y="2041203"/>
            <a:ext cx="758823" cy="834705"/>
          </a:xfrm>
          <a:prstGeom xmlns:a="http://schemas.openxmlformats.org/drawingml/2006/main" prst="rect">
            <a:avLst/>
          </a:prstGeom>
        </p:spPr>
      </p:pic>
      <p:pic>
        <p:nvPicPr>
          <p:cNvPr id="50" name="Gráfico 29"/>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3969881" y="3458428"/>
            <a:ext cx="758823" cy="834705"/>
          </a:xfrm>
          <a:prstGeom xmlns:a="http://schemas.openxmlformats.org/drawingml/2006/main" prst="rect">
            <a:avLst/>
          </a:prstGeom>
        </p:spPr>
      </p:pic>
      <p:pic>
        <p:nvPicPr>
          <p:cNvPr id="51" name="Gráfico 20"/>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1428563" y="4897271"/>
            <a:ext cx="758823" cy="834705"/>
          </a:xfrm>
          <a:prstGeom xmlns:a="http://schemas.openxmlformats.org/drawingml/2006/main" prst="rect">
            <a:avLst/>
          </a:prstGeom>
        </p:spPr>
      </p:pic>
      <p:sp>
        <p:nvSpPr>
          <p:cNvPr id="5" name="Freeform: Shape 4">
            <a:extLst xmlns:a="http://schemas.openxmlformats.org/drawingml/2006/main">
              <a:ext uri="{FF2B5EF4-FFF2-40B4-BE49-F238E27FC236}">
                <a16:creationId xmlns:a16="http://schemas.microsoft.com/office/drawing/2014/main" id="{FA5ABEC9-A48E-4837-84A8-595077944381}"/>
              </a:ext>
            </a:extLst>
          </p:cNvPr>
          <p:cNvSpPr>
            <a:spLocks xmlns:a="http://schemas.openxmlformats.org/drawingml/2006/main" noGrp="1"/>
          </p:cNvSpPr>
          <p:nvPr/>
        </p:nvSpPr>
        <p:spPr>
          <a:xfrm xmlns:a="http://schemas.openxmlformats.org/drawingml/2006/main" flipV="1">
            <a:off x="1" y="0"/>
            <a:ext cx="12192000" cy="6858000"/>
          </a:xfrm>
          <a:custGeom xmlns:a="http://schemas.openxmlformats.org/drawingml/2006/main">
            <a:gdLst>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3418462 w 12192000"/>
              <a:gd name="connsiteY3" fmla="*/ 1259120 h 6858000"/>
              <a:gd name="connsiteX4" fmla="*/ 3418618 w 12192000"/>
              <a:gd name="connsiteY4" fmla="*/ 1259993 h 6858000"/>
              <a:gd name="connsiteX5" fmla="*/ 3419024 w 12192000"/>
              <a:gd name="connsiteY5" fmla="*/ 1259444 h 6858000"/>
              <a:gd name="connsiteX6" fmla="*/ 7965465 w 12192000"/>
              <a:gd name="connsiteY6" fmla="*/ 0 h 6858000"/>
              <a:gd name="connsiteX7" fmla="*/ 12192000 w 12192000"/>
              <a:gd name="connsiteY7" fmla="*/ 0 h 6858000"/>
              <a:gd name="connsiteX8" fmla="*/ 12192000 w 12192000"/>
              <a:gd name="connsiteY8" fmla="*/ 6858000 h 6858000"/>
              <a:gd name="connsiteX9" fmla="*/ 11453891 w 12192000"/>
              <a:gd name="connsiteY9" fmla="*/ 6858000 h 6858000"/>
              <a:gd name="connsiteX10" fmla="*/ 11412751 w 12192000"/>
              <a:gd name="connsiteY10" fmla="*/ 6815162 h 6858000"/>
              <a:gd name="connsiteX11" fmla="*/ 11289597 w 12192000"/>
              <a:gd name="connsiteY11" fmla="*/ 6217433 h 6858000"/>
              <a:gd name="connsiteX12" fmla="*/ 11169959 w 12192000"/>
              <a:gd name="connsiteY12" fmla="*/ 5812733 h 6858000"/>
              <a:gd name="connsiteX13" fmla="*/ 10803229 w 12192000"/>
              <a:gd name="connsiteY13" fmla="*/ 5927798 h 6858000"/>
              <a:gd name="connsiteX14" fmla="*/ 10019849 w 12192000"/>
              <a:gd name="connsiteY14" fmla="*/ 6076112 h 6858000"/>
              <a:gd name="connsiteX15" fmla="*/ 9636342 w 12192000"/>
              <a:gd name="connsiteY15" fmla="*/ 5271760 h 6858000"/>
              <a:gd name="connsiteX16" fmla="*/ 9525372 w 12192000"/>
              <a:gd name="connsiteY16" fmla="*/ 4836737 h 6858000"/>
              <a:gd name="connsiteX17" fmla="*/ 9206679 w 12192000"/>
              <a:gd name="connsiteY17" fmla="*/ 4887483 h 6858000"/>
              <a:gd name="connsiteX18" fmla="*/ 9147680 w 12192000"/>
              <a:gd name="connsiteY18" fmla="*/ 4924210 h 6858000"/>
              <a:gd name="connsiteX19" fmla="*/ 9124161 w 12192000"/>
              <a:gd name="connsiteY19" fmla="*/ 4944484 h 6858000"/>
              <a:gd name="connsiteX20" fmla="*/ 9042018 w 12192000"/>
              <a:gd name="connsiteY20" fmla="*/ 4989282 h 6858000"/>
              <a:gd name="connsiteX21" fmla="*/ 8921199 w 12192000"/>
              <a:gd name="connsiteY21" fmla="*/ 5062844 h 6858000"/>
              <a:gd name="connsiteX22" fmla="*/ 8321246 w 12192000"/>
              <a:gd name="connsiteY22" fmla="*/ 5086583 h 6858000"/>
              <a:gd name="connsiteX23" fmla="*/ 8028426 w 12192000"/>
              <a:gd name="connsiteY23" fmla="*/ 4369922 h 6858000"/>
              <a:gd name="connsiteX24" fmla="*/ 7910835 w 12192000"/>
              <a:gd name="connsiteY24" fmla="*/ 3931077 h 6858000"/>
              <a:gd name="connsiteX25" fmla="*/ 7310682 w 12192000"/>
              <a:gd name="connsiteY25" fmla="*/ 4052693 h 6858000"/>
              <a:gd name="connsiteX26" fmla="*/ 6686835 w 12192000"/>
              <a:gd name="connsiteY26" fmla="*/ 4169457 h 6858000"/>
              <a:gd name="connsiteX27" fmla="*/ 6360308 w 12192000"/>
              <a:gd name="connsiteY27" fmla="*/ 3612051 h 6858000"/>
              <a:gd name="connsiteX28" fmla="*/ 6351881 w 12192000"/>
              <a:gd name="connsiteY28" fmla="*/ 3403504 h 6858000"/>
              <a:gd name="connsiteX29" fmla="*/ 6348681 w 12192000"/>
              <a:gd name="connsiteY29" fmla="*/ 3342060 h 6858000"/>
              <a:gd name="connsiteX30" fmla="*/ 6350035 w 12192000"/>
              <a:gd name="connsiteY30" fmla="*/ 3334078 h 6858000"/>
              <a:gd name="connsiteX31" fmla="*/ 6349219 w 12192000"/>
              <a:gd name="connsiteY31" fmla="*/ 3285618 h 6858000"/>
              <a:gd name="connsiteX32" fmla="*/ 6242624 w 12192000"/>
              <a:gd name="connsiteY32" fmla="*/ 3041905 h 6858000"/>
              <a:gd name="connsiteX33" fmla="*/ 6219524 w 12192000"/>
              <a:gd name="connsiteY33" fmla="*/ 3024059 h 6858000"/>
              <a:gd name="connsiteX34" fmla="*/ 6329195 w 12192000"/>
              <a:gd name="connsiteY34" fmla="*/ 2834103 h 6858000"/>
              <a:gd name="connsiteX35" fmla="*/ 0 w 12192000"/>
              <a:gd name="connsiteY35" fmla="*/ 0 h 6858000"/>
              <a:gd name="connsiteX36" fmla="*/ 7965461 w 12192000"/>
              <a:gd name="connsiteY36" fmla="*/ 0 h 6858000"/>
              <a:gd name="connsiteX37" fmla="*/ 6331536 w 12192000"/>
              <a:gd name="connsiteY37" fmla="*/ 2830043 h 6858000"/>
              <a:gd name="connsiteX38" fmla="*/ 6210400 w 12192000"/>
              <a:gd name="connsiteY38" fmla="*/ 3039855 h 6858000"/>
              <a:gd name="connsiteX39" fmla="*/ 6153762 w 12192000"/>
              <a:gd name="connsiteY39" fmla="*/ 3040629 h 6858000"/>
              <a:gd name="connsiteX40" fmla="*/ 5850888 w 12192000"/>
              <a:gd name="connsiteY40" fmla="*/ 3174553 h 6858000"/>
              <a:gd name="connsiteX41" fmla="*/ 5167421 w 12192000"/>
              <a:gd name="connsiteY41" fmla="*/ 3256896 h 6858000"/>
              <a:gd name="connsiteX42" fmla="*/ 4859578 w 12192000"/>
              <a:gd name="connsiteY42" fmla="*/ 2505059 h 6858000"/>
              <a:gd name="connsiteX43" fmla="*/ 4739941 w 12192000"/>
              <a:gd name="connsiteY43" fmla="*/ 2100360 h 6858000"/>
              <a:gd name="connsiteX44" fmla="*/ 4373210 w 12192000"/>
              <a:gd name="connsiteY44" fmla="*/ 2215424 h 6858000"/>
              <a:gd name="connsiteX45" fmla="*/ 3589832 w 12192000"/>
              <a:gd name="connsiteY45" fmla="*/ 2363739 h 6858000"/>
              <a:gd name="connsiteX46" fmla="*/ 3206324 w 12192000"/>
              <a:gd name="connsiteY46" fmla="*/ 1559387 h 6858000"/>
              <a:gd name="connsiteX47" fmla="*/ 3095355 w 12192000"/>
              <a:gd name="connsiteY47" fmla="*/ 1124364 h 6858000"/>
              <a:gd name="connsiteX48" fmla="*/ 2776662 w 12192000"/>
              <a:gd name="connsiteY48" fmla="*/ 1175111 h 6858000"/>
              <a:gd name="connsiteX49" fmla="*/ 2717662 w 12192000"/>
              <a:gd name="connsiteY49" fmla="*/ 1211837 h 6858000"/>
              <a:gd name="connsiteX50" fmla="*/ 2694143 w 12192000"/>
              <a:gd name="connsiteY50" fmla="*/ 1232111 h 6858000"/>
              <a:gd name="connsiteX51" fmla="*/ 2612003 w 12192000"/>
              <a:gd name="connsiteY51" fmla="*/ 1276911 h 6858000"/>
              <a:gd name="connsiteX52" fmla="*/ 2491182 w 12192000"/>
              <a:gd name="connsiteY52" fmla="*/ 1350471 h 6858000"/>
              <a:gd name="connsiteX53" fmla="*/ 1891229 w 12192000"/>
              <a:gd name="connsiteY53" fmla="*/ 1374211 h 6858000"/>
              <a:gd name="connsiteX54" fmla="*/ 1598408 w 12192000"/>
              <a:gd name="connsiteY54" fmla="*/ 657549 h 6858000"/>
              <a:gd name="connsiteX55" fmla="*/ 1480818 w 12192000"/>
              <a:gd name="connsiteY55" fmla="*/ 218704 h 6858000"/>
              <a:gd name="connsiteX56" fmla="*/ 880664 w 12192000"/>
              <a:gd name="connsiteY56" fmla="*/ 340320 h 6858000"/>
              <a:gd name="connsiteX57" fmla="*/ 256820 w 12192000"/>
              <a:gd name="connsiteY57" fmla="*/ 457086 h 6858000"/>
              <a:gd name="connsiteX58" fmla="*/ 7821 w 12192000"/>
              <a:gd name="connsiteY58" fmla="*/ 218775 h 6858000"/>
              <a:gd name="connsiteX59" fmla="*/ 0 w 12192000"/>
              <a:gd name="connsiteY59" fmla="*/ 200305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2624 w 12192000"/>
              <a:gd name="connsiteY34" fmla="*/ 3041905 h 6858000"/>
              <a:gd name="connsiteX35" fmla="*/ 6207618 w 12192000"/>
              <a:gd name="connsiteY35" fmla="*/ 3043109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37861 w 12192000"/>
              <a:gd name="connsiteY34" fmla="*/ 3046668 h 6858000"/>
              <a:gd name="connsiteX35" fmla="*/ 6207618 w 12192000"/>
              <a:gd name="connsiteY35" fmla="*/ 3043109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Lst>
            <a:rect l="l" t="t" r="r" b="b"/>
            <a:pathLst>
              <a:path w="12192000" h="6858000">
                <a:moveTo>
                  <a:pt x="9848479" y="4971492"/>
                </a:moveTo>
                <a:lnTo>
                  <a:pt x="9848637" y="4972367"/>
                </a:lnTo>
                <a:lnTo>
                  <a:pt x="9849043" y="4971818"/>
                </a:lnTo>
                <a:lnTo>
                  <a:pt x="9848479" y="4971492"/>
                </a:lnTo>
                <a:close/>
                <a:moveTo>
                  <a:pt x="3418462" y="1259120"/>
                </a:moveTo>
                <a:lnTo>
                  <a:pt x="3418618" y="1259993"/>
                </a:lnTo>
                <a:lnTo>
                  <a:pt x="3419024" y="1259444"/>
                </a:lnTo>
                <a:lnTo>
                  <a:pt x="3418462" y="1259120"/>
                </a:lnTo>
                <a:close/>
                <a:moveTo>
                  <a:pt x="7965465" y="0"/>
                </a:moveTo>
                <a:lnTo>
                  <a:pt x="12192000" y="0"/>
                </a:lnTo>
                <a:lnTo>
                  <a:pt x="12192000" y="6858000"/>
                </a:lnTo>
                <a:lnTo>
                  <a:pt x="11453891" y="6858000"/>
                </a:lnTo>
                <a:lnTo>
                  <a:pt x="11412751" y="6815162"/>
                </a:lnTo>
                <a:cubicBezTo>
                  <a:pt x="11279527" y="6642192"/>
                  <a:pt x="11285140" y="6420212"/>
                  <a:pt x="11289597" y="6217433"/>
                </a:cubicBezTo>
                <a:cubicBezTo>
                  <a:pt x="11290419" y="6032434"/>
                  <a:pt x="11300666" y="5861703"/>
                  <a:pt x="11169959" y="5812733"/>
                </a:cubicBezTo>
                <a:cubicBezTo>
                  <a:pt x="11036454" y="5753316"/>
                  <a:pt x="10925062" y="5839160"/>
                  <a:pt x="10803229" y="5927798"/>
                </a:cubicBezTo>
                <a:cubicBezTo>
                  <a:pt x="10606207" y="6070182"/>
                  <a:pt x="10391084" y="6228612"/>
                  <a:pt x="10019849" y="6076112"/>
                </a:cubicBezTo>
                <a:cubicBezTo>
                  <a:pt x="9624919" y="5918754"/>
                  <a:pt x="9634971" y="5580093"/>
                  <a:pt x="9636342" y="5271760"/>
                </a:cubicBezTo>
                <a:cubicBezTo>
                  <a:pt x="9640988" y="5080134"/>
                  <a:pt x="9641813" y="4895127"/>
                  <a:pt x="9525372" y="4836737"/>
                </a:cubicBezTo>
                <a:cubicBezTo>
                  <a:pt x="9426009" y="4779369"/>
                  <a:pt x="9318729" y="4821762"/>
                  <a:pt x="9206679" y="4887483"/>
                </a:cubicBezTo>
                <a:lnTo>
                  <a:pt x="9147680" y="4924210"/>
                </a:lnTo>
                <a:lnTo>
                  <a:pt x="9124161" y="4944484"/>
                </a:lnTo>
                <a:lnTo>
                  <a:pt x="9042018" y="4989282"/>
                </a:lnTo>
                <a:lnTo>
                  <a:pt x="8921199" y="5062844"/>
                </a:lnTo>
                <a:cubicBezTo>
                  <a:pt x="8744839" y="5158918"/>
                  <a:pt x="8552648" y="5213563"/>
                  <a:pt x="8321246" y="5086583"/>
                </a:cubicBezTo>
                <a:cubicBezTo>
                  <a:pt x="8019331" y="4921112"/>
                  <a:pt x="8022479" y="4640295"/>
                  <a:pt x="8028426" y="4369922"/>
                </a:cubicBezTo>
                <a:cubicBezTo>
                  <a:pt x="8033074" y="4178294"/>
                  <a:pt x="8036699" y="4003744"/>
                  <a:pt x="7910835" y="3931077"/>
                </a:cubicBezTo>
                <a:cubicBezTo>
                  <a:pt x="7751855" y="3839289"/>
                  <a:pt x="7522735" y="3945483"/>
                  <a:pt x="7310682" y="4052693"/>
                </a:cubicBezTo>
                <a:cubicBezTo>
                  <a:pt x="7088187" y="4162702"/>
                  <a:pt x="6869515" y="4266090"/>
                  <a:pt x="6686835" y="4169457"/>
                </a:cubicBezTo>
                <a:cubicBezTo>
                  <a:pt x="6439760" y="4046679"/>
                  <a:pt x="6378761" y="3842546"/>
                  <a:pt x="6360308" y="3612051"/>
                </a:cubicBezTo>
                <a:lnTo>
                  <a:pt x="6351881" y="3403504"/>
                </a:lnTo>
                <a:lnTo>
                  <a:pt x="6348681" y="3342060"/>
                </a:lnTo>
                <a:lnTo>
                  <a:pt x="6350035" y="3334078"/>
                </a:lnTo>
                <a:lnTo>
                  <a:pt x="6349219" y="3285618"/>
                </a:lnTo>
                <a:cubicBezTo>
                  <a:pt x="6347858" y="3165593"/>
                  <a:pt x="6290309" y="3093509"/>
                  <a:pt x="6237861" y="3046668"/>
                </a:cubicBezTo>
                <a:lnTo>
                  <a:pt x="6207618" y="3043109"/>
                </a:lnTo>
                <a:cubicBezTo>
                  <a:pt x="6244175" y="2979790"/>
                  <a:pt x="6292638" y="2897422"/>
                  <a:pt x="6329195" y="2834103"/>
                </a:cubicBezTo>
                <a:lnTo>
                  <a:pt x="7965465" y="0"/>
                </a:lnTo>
                <a:close/>
                <a:moveTo>
                  <a:pt x="0" y="0"/>
                </a:moveTo>
                <a:lnTo>
                  <a:pt x="7965461" y="0"/>
                </a:lnTo>
                <a:lnTo>
                  <a:pt x="6331536" y="2830043"/>
                </a:lnTo>
                <a:lnTo>
                  <a:pt x="6210400" y="3039855"/>
                </a:lnTo>
                <a:lnTo>
                  <a:pt x="6153762" y="3040629"/>
                </a:lnTo>
                <a:cubicBezTo>
                  <a:pt x="6034881" y="3053073"/>
                  <a:pt x="5940096" y="3115652"/>
                  <a:pt x="5850888" y="3174553"/>
                </a:cubicBezTo>
                <a:cubicBezTo>
                  <a:pt x="5661517" y="3303686"/>
                  <a:pt x="5475961" y="3426194"/>
                  <a:pt x="5167421" y="3256896"/>
                </a:cubicBezTo>
                <a:cubicBezTo>
                  <a:pt x="4845636" y="3079939"/>
                  <a:pt x="4853635" y="2775431"/>
                  <a:pt x="4859578" y="2505059"/>
                </a:cubicBezTo>
                <a:cubicBezTo>
                  <a:pt x="4860401" y="2320061"/>
                  <a:pt x="4870650" y="2149331"/>
                  <a:pt x="4739941" y="2100360"/>
                </a:cubicBezTo>
                <a:cubicBezTo>
                  <a:pt x="4606435" y="2040942"/>
                  <a:pt x="4495042" y="2126786"/>
                  <a:pt x="4373210" y="2215424"/>
                </a:cubicBezTo>
                <a:cubicBezTo>
                  <a:pt x="4176188" y="2357808"/>
                  <a:pt x="3961067" y="2516240"/>
                  <a:pt x="3589832" y="2363739"/>
                </a:cubicBezTo>
                <a:cubicBezTo>
                  <a:pt x="3194902" y="2206382"/>
                  <a:pt x="3204954" y="1867721"/>
                  <a:pt x="3206324" y="1559387"/>
                </a:cubicBezTo>
                <a:cubicBezTo>
                  <a:pt x="3210971" y="1367762"/>
                  <a:pt x="3211796" y="1182755"/>
                  <a:pt x="3095355" y="1124364"/>
                </a:cubicBezTo>
                <a:cubicBezTo>
                  <a:pt x="2995992" y="1066997"/>
                  <a:pt x="2888711" y="1109389"/>
                  <a:pt x="2776662" y="1175111"/>
                </a:cubicBezTo>
                <a:lnTo>
                  <a:pt x="2717662" y="1211837"/>
                </a:lnTo>
                <a:lnTo>
                  <a:pt x="2694143" y="1232111"/>
                </a:lnTo>
                <a:lnTo>
                  <a:pt x="2612003" y="1276911"/>
                </a:lnTo>
                <a:lnTo>
                  <a:pt x="2491182" y="1350471"/>
                </a:lnTo>
                <a:cubicBezTo>
                  <a:pt x="2314822" y="1446546"/>
                  <a:pt x="2122633" y="1501192"/>
                  <a:pt x="1891229" y="1374211"/>
                </a:cubicBezTo>
                <a:cubicBezTo>
                  <a:pt x="1589315" y="1208740"/>
                  <a:pt x="1592463" y="927924"/>
                  <a:pt x="1598408" y="657549"/>
                </a:cubicBezTo>
                <a:cubicBezTo>
                  <a:pt x="1603056" y="465922"/>
                  <a:pt x="1606681" y="291372"/>
                  <a:pt x="1480818" y="218704"/>
                </a:cubicBezTo>
                <a:cubicBezTo>
                  <a:pt x="1321837" y="126917"/>
                  <a:pt x="1092718" y="233111"/>
                  <a:pt x="880664" y="340320"/>
                </a:cubicBezTo>
                <a:cubicBezTo>
                  <a:pt x="658169" y="450330"/>
                  <a:pt x="439497" y="553718"/>
                  <a:pt x="256820" y="457086"/>
                </a:cubicBezTo>
                <a:cubicBezTo>
                  <a:pt x="133281" y="395697"/>
                  <a:pt x="56262" y="313968"/>
                  <a:pt x="7821" y="218775"/>
                </a:cubicBezTo>
                <a:lnTo>
                  <a:pt x="0" y="200305"/>
                </a:lnTo>
                <a:lnTo>
                  <a:pt x="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6" name="Freeform: Shape 5">
            <a:extLst xmlns:a="http://schemas.openxmlformats.org/drawingml/2006/main">
              <a:ext uri="{FF2B5EF4-FFF2-40B4-BE49-F238E27FC236}">
                <a16:creationId xmlns:a16="http://schemas.microsoft.com/office/drawing/2014/main" id="{8580BE83-7345-4E7B-8A5A-25943CBB1F75}"/>
              </a:ext>
            </a:extLst>
          </p:cNvPr>
          <p:cNvSpPr>
            <a:spLocks xmlns:a="http://schemas.openxmlformats.org/drawingml/2006/main" noGrp="1"/>
          </p:cNvSpPr>
          <p:nvPr/>
        </p:nvSpPr>
        <p:spPr>
          <a:xfrm xmlns:a="http://schemas.openxmlformats.org/drawingml/2006/main" rot="0" flipH="0" flipV="0">
            <a:off x="2305770" y="910846"/>
            <a:ext cx="9886231" cy="5947154"/>
          </a:xfrm>
          <a:custGeom xmlns:a="http://schemas.openxmlformats.org/drawingml/2006/main">
            <a:gdLst>
              <a:gd name="connsiteX0" fmla="*/ 3506461 w 9886230"/>
              <a:gd name="connsiteY0" fmla="*/ 5598007 h 5947154"/>
              <a:gd name="connsiteX1" fmla="*/ 3506868 w 9886230"/>
              <a:gd name="connsiteY1" fmla="*/ 5598556 h 5947154"/>
              <a:gd name="connsiteX2" fmla="*/ 3506305 w 9886230"/>
              <a:gd name="connsiteY2" fmla="*/ 5598880 h 5947154"/>
              <a:gd name="connsiteX3" fmla="*/ 1814508 w 9886230"/>
              <a:gd name="connsiteY3" fmla="*/ 5598007 h 5947154"/>
              <a:gd name="connsiteX4" fmla="*/ 1814352 w 9886230"/>
              <a:gd name="connsiteY4" fmla="*/ 5598880 h 5947154"/>
              <a:gd name="connsiteX5" fmla="*/ 1814914 w 9886230"/>
              <a:gd name="connsiteY5" fmla="*/ 5598556 h 5947154"/>
              <a:gd name="connsiteX6" fmla="*/ 3865223 w 9886230"/>
              <a:gd name="connsiteY6" fmla="*/ 3518710 h 5947154"/>
              <a:gd name="connsiteX7" fmla="*/ 4246778 w 9886230"/>
              <a:gd name="connsiteY7" fmla="*/ 3683447 h 5947154"/>
              <a:gd name="connsiteX8" fmla="*/ 4549652 w 9886230"/>
              <a:gd name="connsiteY8" fmla="*/ 3817371 h 5947154"/>
              <a:gd name="connsiteX9" fmla="*/ 4606290 w 9886230"/>
              <a:gd name="connsiteY9" fmla="*/ 3818145 h 5947154"/>
              <a:gd name="connsiteX10" fmla="*/ 4727426 w 9886230"/>
              <a:gd name="connsiteY10" fmla="*/ 4027957 h 5947154"/>
              <a:gd name="connsiteX11" fmla="*/ 4947436 w 9886230"/>
              <a:gd name="connsiteY11" fmla="*/ 4409025 h 5947154"/>
              <a:gd name="connsiteX12" fmla="*/ 4947456 w 9886230"/>
              <a:gd name="connsiteY12" fmla="*/ 4487335 h 5947154"/>
              <a:gd name="connsiteX13" fmla="*/ 4827784 w 9886230"/>
              <a:gd name="connsiteY13" fmla="*/ 4757640 h 5947154"/>
              <a:gd name="connsiteX14" fmla="*/ 4461053 w 9886230"/>
              <a:gd name="connsiteY14" fmla="*/ 4642576 h 5947154"/>
              <a:gd name="connsiteX15" fmla="*/ 3677675 w 9886230"/>
              <a:gd name="connsiteY15" fmla="*/ 4494261 h 5947154"/>
              <a:gd name="connsiteX16" fmla="*/ 3294167 w 9886230"/>
              <a:gd name="connsiteY16" fmla="*/ 5298613 h 5947154"/>
              <a:gd name="connsiteX17" fmla="*/ 3183199 w 9886230"/>
              <a:gd name="connsiteY17" fmla="*/ 5733636 h 5947154"/>
              <a:gd name="connsiteX18" fmla="*/ 2864505 w 9886230"/>
              <a:gd name="connsiteY18" fmla="*/ 5682889 h 5947154"/>
              <a:gd name="connsiteX19" fmla="*/ 2805505 w 9886230"/>
              <a:gd name="connsiteY19" fmla="*/ 5646163 h 5947154"/>
              <a:gd name="connsiteX20" fmla="*/ 2781986 w 9886230"/>
              <a:gd name="connsiteY20" fmla="*/ 5625889 h 5947154"/>
              <a:gd name="connsiteX21" fmla="*/ 2699847 w 9886230"/>
              <a:gd name="connsiteY21" fmla="*/ 5581089 h 5947154"/>
              <a:gd name="connsiteX22" fmla="*/ 2579026 w 9886230"/>
              <a:gd name="connsiteY22" fmla="*/ 5507529 h 5947154"/>
              <a:gd name="connsiteX23" fmla="*/ 1979073 w 9886230"/>
              <a:gd name="connsiteY23" fmla="*/ 5483789 h 5947154"/>
              <a:gd name="connsiteX24" fmla="*/ 1696683 w 9886230"/>
              <a:gd name="connsiteY24" fmla="*/ 5898508 h 5947154"/>
              <a:gd name="connsiteX25" fmla="*/ 1691953 w 9886230"/>
              <a:gd name="connsiteY25" fmla="*/ 5947154 h 5947154"/>
              <a:gd name="connsiteX26" fmla="*/ 0 w 9886230"/>
              <a:gd name="connsiteY26" fmla="*/ 5947154 h 5947154"/>
              <a:gd name="connsiteX27" fmla="*/ 4730 w 9886230"/>
              <a:gd name="connsiteY27" fmla="*/ 5898508 h 5947154"/>
              <a:gd name="connsiteX28" fmla="*/ 287119 w 9886230"/>
              <a:gd name="connsiteY28" fmla="*/ 5483789 h 5947154"/>
              <a:gd name="connsiteX29" fmla="*/ 887072 w 9886230"/>
              <a:gd name="connsiteY29" fmla="*/ 5507529 h 5947154"/>
              <a:gd name="connsiteX30" fmla="*/ 1007893 w 9886230"/>
              <a:gd name="connsiteY30" fmla="*/ 5581089 h 5947154"/>
              <a:gd name="connsiteX31" fmla="*/ 1090033 w 9886230"/>
              <a:gd name="connsiteY31" fmla="*/ 5625889 h 5947154"/>
              <a:gd name="connsiteX32" fmla="*/ 1113552 w 9886230"/>
              <a:gd name="connsiteY32" fmla="*/ 5646163 h 5947154"/>
              <a:gd name="connsiteX33" fmla="*/ 1172552 w 9886230"/>
              <a:gd name="connsiteY33" fmla="*/ 5682889 h 5947154"/>
              <a:gd name="connsiteX34" fmla="*/ 1491245 w 9886230"/>
              <a:gd name="connsiteY34" fmla="*/ 5733636 h 5947154"/>
              <a:gd name="connsiteX35" fmla="*/ 1602214 w 9886230"/>
              <a:gd name="connsiteY35" fmla="*/ 5298613 h 5947154"/>
              <a:gd name="connsiteX36" fmla="*/ 1985722 w 9886230"/>
              <a:gd name="connsiteY36" fmla="*/ 4494261 h 5947154"/>
              <a:gd name="connsiteX37" fmla="*/ 2769101 w 9886230"/>
              <a:gd name="connsiteY37" fmla="*/ 4642576 h 5947154"/>
              <a:gd name="connsiteX38" fmla="*/ 3135832 w 9886230"/>
              <a:gd name="connsiteY38" fmla="*/ 4757640 h 5947154"/>
              <a:gd name="connsiteX39" fmla="*/ 3255469 w 9886230"/>
              <a:gd name="connsiteY39" fmla="*/ 4352941 h 5947154"/>
              <a:gd name="connsiteX40" fmla="*/ 3563312 w 9886230"/>
              <a:gd name="connsiteY40" fmla="*/ 3601104 h 5947154"/>
              <a:gd name="connsiteX41" fmla="*/ 3865223 w 9886230"/>
              <a:gd name="connsiteY41" fmla="*/ 3518710 h 5947154"/>
              <a:gd name="connsiteX42" fmla="*/ 8244527 w 9886230"/>
              <a:gd name="connsiteY42" fmla="*/ 1885633 h 5947154"/>
              <a:gd name="connsiteX43" fmla="*/ 8244369 w 9886230"/>
              <a:gd name="connsiteY43" fmla="*/ 1886508 h 5947154"/>
              <a:gd name="connsiteX44" fmla="*/ 8244933 w 9886230"/>
              <a:gd name="connsiteY44" fmla="*/ 1886182 h 5947154"/>
              <a:gd name="connsiteX45" fmla="*/ 9849781 w 9886230"/>
              <a:gd name="connsiteY45" fmla="*/ 0 h 5947154"/>
              <a:gd name="connsiteX46" fmla="*/ 9886230 w 9886230"/>
              <a:gd name="connsiteY46" fmla="*/ 0 h 5947154"/>
              <a:gd name="connsiteX47" fmla="*/ 9886230 w 9886230"/>
              <a:gd name="connsiteY47" fmla="*/ 926156 h 5947154"/>
              <a:gd name="connsiteX48" fmla="*/ 9880965 w 9886230"/>
              <a:gd name="connsiteY48" fmla="*/ 930594 h 5947154"/>
              <a:gd name="connsiteX49" fmla="*/ 9724185 w 9886230"/>
              <a:gd name="connsiteY49" fmla="*/ 1586240 h 5947154"/>
              <a:gd name="connsiteX50" fmla="*/ 9613215 w 9886230"/>
              <a:gd name="connsiteY50" fmla="*/ 2021263 h 5947154"/>
              <a:gd name="connsiteX51" fmla="*/ 9294522 w 9886230"/>
              <a:gd name="connsiteY51" fmla="*/ 1970517 h 5947154"/>
              <a:gd name="connsiteX52" fmla="*/ 9235523 w 9886230"/>
              <a:gd name="connsiteY52" fmla="*/ 1933790 h 5947154"/>
              <a:gd name="connsiteX53" fmla="*/ 9212004 w 9886230"/>
              <a:gd name="connsiteY53" fmla="*/ 1913516 h 5947154"/>
              <a:gd name="connsiteX54" fmla="*/ 9129861 w 9886230"/>
              <a:gd name="connsiteY54" fmla="*/ 1868718 h 5947154"/>
              <a:gd name="connsiteX55" fmla="*/ 9009042 w 9886230"/>
              <a:gd name="connsiteY55" fmla="*/ 1795156 h 5947154"/>
              <a:gd name="connsiteX56" fmla="*/ 8409089 w 9886230"/>
              <a:gd name="connsiteY56" fmla="*/ 1771417 h 5947154"/>
              <a:gd name="connsiteX57" fmla="*/ 8116269 w 9886230"/>
              <a:gd name="connsiteY57" fmla="*/ 2488078 h 5947154"/>
              <a:gd name="connsiteX58" fmla="*/ 7998678 w 9886230"/>
              <a:gd name="connsiteY58" fmla="*/ 2926923 h 5947154"/>
              <a:gd name="connsiteX59" fmla="*/ 7398525 w 9886230"/>
              <a:gd name="connsiteY59" fmla="*/ 2805307 h 5947154"/>
              <a:gd name="connsiteX60" fmla="*/ 6774678 w 9886230"/>
              <a:gd name="connsiteY60" fmla="*/ 2688543 h 5947154"/>
              <a:gd name="connsiteX61" fmla="*/ 6448151 w 9886230"/>
              <a:gd name="connsiteY61" fmla="*/ 3245949 h 5947154"/>
              <a:gd name="connsiteX62" fmla="*/ 6439724 w 9886230"/>
              <a:gd name="connsiteY62" fmla="*/ 3454496 h 5947154"/>
              <a:gd name="connsiteX63" fmla="*/ 6436524 w 9886230"/>
              <a:gd name="connsiteY63" fmla="*/ 3515940 h 5947154"/>
              <a:gd name="connsiteX64" fmla="*/ 6437878 w 9886230"/>
              <a:gd name="connsiteY64" fmla="*/ 3523922 h 5947154"/>
              <a:gd name="connsiteX65" fmla="*/ 6437062 w 9886230"/>
              <a:gd name="connsiteY65" fmla="*/ 3572382 h 5947154"/>
              <a:gd name="connsiteX66" fmla="*/ 6330467 w 9886230"/>
              <a:gd name="connsiteY66" fmla="*/ 3816095 h 5947154"/>
              <a:gd name="connsiteX67" fmla="*/ 6307367 w 9886230"/>
              <a:gd name="connsiteY67" fmla="*/ 3833941 h 5947154"/>
              <a:gd name="connsiteX68" fmla="*/ 6417038 w 9886230"/>
              <a:gd name="connsiteY68" fmla="*/ 4023897 h 5947154"/>
              <a:gd name="connsiteX69" fmla="*/ 7527431 w 9886230"/>
              <a:gd name="connsiteY69" fmla="*/ 5947154 h 5947154"/>
              <a:gd name="connsiteX70" fmla="*/ 7527427 w 9886230"/>
              <a:gd name="connsiteY70" fmla="*/ 5947154 h 5947154"/>
              <a:gd name="connsiteX71" fmla="*/ 6419379 w 9886230"/>
              <a:gd name="connsiteY71" fmla="*/ 4027957 h 5947154"/>
              <a:gd name="connsiteX72" fmla="*/ 6298243 w 9886230"/>
              <a:gd name="connsiteY72" fmla="*/ 3818145 h 5947154"/>
              <a:gd name="connsiteX73" fmla="*/ 6241605 w 9886230"/>
              <a:gd name="connsiteY73" fmla="*/ 3817371 h 5947154"/>
              <a:gd name="connsiteX74" fmla="*/ 5938731 w 9886230"/>
              <a:gd name="connsiteY74" fmla="*/ 3683447 h 5947154"/>
              <a:gd name="connsiteX75" fmla="*/ 5255265 w 9886230"/>
              <a:gd name="connsiteY75" fmla="*/ 3601104 h 5947154"/>
              <a:gd name="connsiteX76" fmla="*/ 4947421 w 9886230"/>
              <a:gd name="connsiteY76" fmla="*/ 4352941 h 5947154"/>
              <a:gd name="connsiteX77" fmla="*/ 4947436 w 9886230"/>
              <a:gd name="connsiteY77" fmla="*/ 4409019 h 5947154"/>
              <a:gd name="connsiteX78" fmla="*/ 4725086 w 9886230"/>
              <a:gd name="connsiteY78" fmla="*/ 4023897 h 5947154"/>
              <a:gd name="connsiteX79" fmla="*/ 4615415 w 9886230"/>
              <a:gd name="connsiteY79" fmla="*/ 3833941 h 5947154"/>
              <a:gd name="connsiteX80" fmla="*/ 4638514 w 9886230"/>
              <a:gd name="connsiteY80" fmla="*/ 3816095 h 5947154"/>
              <a:gd name="connsiteX81" fmla="*/ 4745110 w 9886230"/>
              <a:gd name="connsiteY81" fmla="*/ 3572382 h 5947154"/>
              <a:gd name="connsiteX82" fmla="*/ 4745925 w 9886230"/>
              <a:gd name="connsiteY82" fmla="*/ 3523922 h 5947154"/>
              <a:gd name="connsiteX83" fmla="*/ 4744571 w 9886230"/>
              <a:gd name="connsiteY83" fmla="*/ 3515940 h 5947154"/>
              <a:gd name="connsiteX84" fmla="*/ 4747772 w 9886230"/>
              <a:gd name="connsiteY84" fmla="*/ 3454496 h 5947154"/>
              <a:gd name="connsiteX85" fmla="*/ 4756198 w 9886230"/>
              <a:gd name="connsiteY85" fmla="*/ 3245949 h 5947154"/>
              <a:gd name="connsiteX86" fmla="*/ 5082726 w 9886230"/>
              <a:gd name="connsiteY86" fmla="*/ 2688543 h 5947154"/>
              <a:gd name="connsiteX87" fmla="*/ 5706572 w 9886230"/>
              <a:gd name="connsiteY87" fmla="*/ 2805307 h 5947154"/>
              <a:gd name="connsiteX88" fmla="*/ 6306725 w 9886230"/>
              <a:gd name="connsiteY88" fmla="*/ 2926923 h 5947154"/>
              <a:gd name="connsiteX89" fmla="*/ 6424316 w 9886230"/>
              <a:gd name="connsiteY89" fmla="*/ 2488078 h 5947154"/>
              <a:gd name="connsiteX90" fmla="*/ 6717136 w 9886230"/>
              <a:gd name="connsiteY90" fmla="*/ 1771417 h 5947154"/>
              <a:gd name="connsiteX91" fmla="*/ 7317089 w 9886230"/>
              <a:gd name="connsiteY91" fmla="*/ 1795156 h 5947154"/>
              <a:gd name="connsiteX92" fmla="*/ 7437908 w 9886230"/>
              <a:gd name="connsiteY92" fmla="*/ 1868718 h 5947154"/>
              <a:gd name="connsiteX93" fmla="*/ 7520051 w 9886230"/>
              <a:gd name="connsiteY93" fmla="*/ 1913516 h 5947154"/>
              <a:gd name="connsiteX94" fmla="*/ 7543570 w 9886230"/>
              <a:gd name="connsiteY94" fmla="*/ 1933790 h 5947154"/>
              <a:gd name="connsiteX95" fmla="*/ 7602569 w 9886230"/>
              <a:gd name="connsiteY95" fmla="*/ 1970517 h 5947154"/>
              <a:gd name="connsiteX96" fmla="*/ 7921262 w 9886230"/>
              <a:gd name="connsiteY96" fmla="*/ 2021263 h 5947154"/>
              <a:gd name="connsiteX97" fmla="*/ 8032232 w 9886230"/>
              <a:gd name="connsiteY97" fmla="*/ 1586240 h 5947154"/>
              <a:gd name="connsiteX98" fmla="*/ 8415739 w 9886230"/>
              <a:gd name="connsiteY98" fmla="*/ 781888 h 5947154"/>
              <a:gd name="connsiteX99" fmla="*/ 9199119 w 9886230"/>
              <a:gd name="connsiteY99" fmla="*/ 930202 h 5947154"/>
              <a:gd name="connsiteX100" fmla="*/ 9565849 w 9886230"/>
              <a:gd name="connsiteY100" fmla="*/ 1045267 h 5947154"/>
              <a:gd name="connsiteX101" fmla="*/ 9685487 w 9886230"/>
              <a:gd name="connsiteY101" fmla="*/ 640567 h 5947154"/>
              <a:gd name="connsiteX102" fmla="*/ 9808641 w 9886230"/>
              <a:gd name="connsiteY102" fmla="*/ 42838 h 5947154"/>
            </a:gdLst>
            <a:rect l="l" t="t" r="r" b="b"/>
            <a:pathLst>
              <a:path w="9886230" h="5947154">
                <a:moveTo>
                  <a:pt x="3506461" y="5598007"/>
                </a:moveTo>
                <a:lnTo>
                  <a:pt x="3506868" y="5598556"/>
                </a:lnTo>
                <a:lnTo>
                  <a:pt x="3506305" y="5598880"/>
                </a:lnTo>
                <a:close/>
                <a:moveTo>
                  <a:pt x="1814508" y="5598007"/>
                </a:moveTo>
                <a:lnTo>
                  <a:pt x="1814352" y="5598880"/>
                </a:lnTo>
                <a:lnTo>
                  <a:pt x="1814914" y="5598556"/>
                </a:lnTo>
                <a:close/>
                <a:moveTo>
                  <a:pt x="3865223" y="3518710"/>
                </a:moveTo>
                <a:cubicBezTo>
                  <a:pt x="4011555" y="3524619"/>
                  <a:pt x="4128422" y="3602739"/>
                  <a:pt x="4246778" y="3683447"/>
                </a:cubicBezTo>
                <a:cubicBezTo>
                  <a:pt x="4335986" y="3742348"/>
                  <a:pt x="4430771" y="3804927"/>
                  <a:pt x="4549652" y="3817371"/>
                </a:cubicBezTo>
                <a:lnTo>
                  <a:pt x="4606290" y="3818145"/>
                </a:lnTo>
                <a:lnTo>
                  <a:pt x="4727426" y="4027957"/>
                </a:lnTo>
                <a:lnTo>
                  <a:pt x="4947436" y="4409025"/>
                </a:lnTo>
                <a:lnTo>
                  <a:pt x="4947456" y="4487335"/>
                </a:lnTo>
                <a:cubicBezTo>
                  <a:pt x="4944559" y="4615694"/>
                  <a:pt x="4925816" y="4720911"/>
                  <a:pt x="4827784" y="4757640"/>
                </a:cubicBezTo>
                <a:cubicBezTo>
                  <a:pt x="4694278" y="4817058"/>
                  <a:pt x="4582885" y="4731214"/>
                  <a:pt x="4461053" y="4642576"/>
                </a:cubicBezTo>
                <a:cubicBezTo>
                  <a:pt x="4264031" y="4500192"/>
                  <a:pt x="4048910" y="4341760"/>
                  <a:pt x="3677675" y="4494261"/>
                </a:cubicBezTo>
                <a:cubicBezTo>
                  <a:pt x="3282746" y="4651618"/>
                  <a:pt x="3292798" y="4990279"/>
                  <a:pt x="3294167" y="5298613"/>
                </a:cubicBezTo>
                <a:cubicBezTo>
                  <a:pt x="3298814" y="5490238"/>
                  <a:pt x="3299640" y="5675245"/>
                  <a:pt x="3183199" y="5733636"/>
                </a:cubicBezTo>
                <a:cubicBezTo>
                  <a:pt x="3083835" y="5791003"/>
                  <a:pt x="2976554" y="5748611"/>
                  <a:pt x="2864505" y="5682889"/>
                </a:cubicBezTo>
                <a:lnTo>
                  <a:pt x="2805505" y="5646163"/>
                </a:lnTo>
                <a:lnTo>
                  <a:pt x="2781986" y="5625889"/>
                </a:lnTo>
                <a:lnTo>
                  <a:pt x="2699847" y="5581089"/>
                </a:lnTo>
                <a:lnTo>
                  <a:pt x="2579026" y="5507529"/>
                </a:lnTo>
                <a:cubicBezTo>
                  <a:pt x="2402667" y="5411454"/>
                  <a:pt x="2210476" y="5356808"/>
                  <a:pt x="1979073" y="5483789"/>
                </a:cubicBezTo>
                <a:cubicBezTo>
                  <a:pt x="1790376" y="5587209"/>
                  <a:pt x="1720845" y="5735685"/>
                  <a:pt x="1696683" y="5898508"/>
                </a:cubicBezTo>
                <a:lnTo>
                  <a:pt x="1691953" y="5947154"/>
                </a:lnTo>
                <a:lnTo>
                  <a:pt x="0" y="5947154"/>
                </a:lnTo>
                <a:lnTo>
                  <a:pt x="4730" y="5898508"/>
                </a:lnTo>
                <a:cubicBezTo>
                  <a:pt x="28892" y="5735685"/>
                  <a:pt x="98423" y="5587209"/>
                  <a:pt x="287119" y="5483789"/>
                </a:cubicBezTo>
                <a:cubicBezTo>
                  <a:pt x="518523" y="5356808"/>
                  <a:pt x="710712" y="5411454"/>
                  <a:pt x="887072" y="5507529"/>
                </a:cubicBezTo>
                <a:lnTo>
                  <a:pt x="1007893" y="5581089"/>
                </a:lnTo>
                <a:lnTo>
                  <a:pt x="1090033" y="5625889"/>
                </a:lnTo>
                <a:lnTo>
                  <a:pt x="1113552" y="5646163"/>
                </a:lnTo>
                <a:lnTo>
                  <a:pt x="1172552" y="5682889"/>
                </a:lnTo>
                <a:cubicBezTo>
                  <a:pt x="1284601" y="5748611"/>
                  <a:pt x="1391882" y="5791003"/>
                  <a:pt x="1491245" y="5733636"/>
                </a:cubicBezTo>
                <a:cubicBezTo>
                  <a:pt x="1607686" y="5675245"/>
                  <a:pt x="1606861" y="5490238"/>
                  <a:pt x="1602214" y="5298613"/>
                </a:cubicBezTo>
                <a:cubicBezTo>
                  <a:pt x="1600844" y="4990279"/>
                  <a:pt x="1590792" y="4651618"/>
                  <a:pt x="1985722" y="4494261"/>
                </a:cubicBezTo>
                <a:cubicBezTo>
                  <a:pt x="2356958" y="4341760"/>
                  <a:pt x="2572078" y="4500192"/>
                  <a:pt x="2769101" y="4642576"/>
                </a:cubicBezTo>
                <a:cubicBezTo>
                  <a:pt x="2890932" y="4731214"/>
                  <a:pt x="3002326" y="4817058"/>
                  <a:pt x="3135832" y="4757640"/>
                </a:cubicBezTo>
                <a:cubicBezTo>
                  <a:pt x="3266541" y="4708669"/>
                  <a:pt x="3256292" y="4537939"/>
                  <a:pt x="3255469" y="4352941"/>
                </a:cubicBezTo>
                <a:cubicBezTo>
                  <a:pt x="3249526" y="4082569"/>
                  <a:pt x="3241526" y="3778061"/>
                  <a:pt x="3563312" y="3601104"/>
                </a:cubicBezTo>
                <a:cubicBezTo>
                  <a:pt x="3679014" y="3537617"/>
                  <a:pt x="3777423" y="3515166"/>
                  <a:pt x="3865223" y="3518710"/>
                </a:cubicBezTo>
                <a:close/>
                <a:moveTo>
                  <a:pt x="8244527" y="1885633"/>
                </a:moveTo>
                <a:lnTo>
                  <a:pt x="8244369" y="1886508"/>
                </a:lnTo>
                <a:lnTo>
                  <a:pt x="8244933" y="1886182"/>
                </a:lnTo>
                <a:close/>
                <a:moveTo>
                  <a:pt x="9849781" y="0"/>
                </a:moveTo>
                <a:lnTo>
                  <a:pt x="9886230" y="0"/>
                </a:lnTo>
                <a:lnTo>
                  <a:pt x="9886230" y="926156"/>
                </a:lnTo>
                <a:lnTo>
                  <a:pt x="9880965" y="930594"/>
                </a:lnTo>
                <a:cubicBezTo>
                  <a:pt x="9717245" y="1106681"/>
                  <a:pt x="9723157" y="1354990"/>
                  <a:pt x="9724185" y="1586240"/>
                </a:cubicBezTo>
                <a:cubicBezTo>
                  <a:pt x="9728831" y="1777866"/>
                  <a:pt x="9729656" y="1962873"/>
                  <a:pt x="9613215" y="2021263"/>
                </a:cubicBezTo>
                <a:cubicBezTo>
                  <a:pt x="9513852" y="2078631"/>
                  <a:pt x="9406572" y="2036238"/>
                  <a:pt x="9294522" y="1970517"/>
                </a:cubicBezTo>
                <a:lnTo>
                  <a:pt x="9235523" y="1933790"/>
                </a:lnTo>
                <a:lnTo>
                  <a:pt x="9212004" y="1913516"/>
                </a:lnTo>
                <a:lnTo>
                  <a:pt x="9129861" y="1868718"/>
                </a:lnTo>
                <a:lnTo>
                  <a:pt x="9009042" y="1795156"/>
                </a:lnTo>
                <a:cubicBezTo>
                  <a:pt x="8832682" y="1699082"/>
                  <a:pt x="8640491" y="1644437"/>
                  <a:pt x="8409089" y="1771417"/>
                </a:cubicBezTo>
                <a:cubicBezTo>
                  <a:pt x="8107174" y="1936888"/>
                  <a:pt x="8110322" y="2217705"/>
                  <a:pt x="8116269" y="2488078"/>
                </a:cubicBezTo>
                <a:cubicBezTo>
                  <a:pt x="8120917" y="2679706"/>
                  <a:pt x="8124542" y="2854256"/>
                  <a:pt x="7998678" y="2926923"/>
                </a:cubicBezTo>
                <a:cubicBezTo>
                  <a:pt x="7839698" y="3018711"/>
                  <a:pt x="7610578" y="2912517"/>
                  <a:pt x="7398525" y="2805307"/>
                </a:cubicBezTo>
                <a:cubicBezTo>
                  <a:pt x="7176030" y="2695298"/>
                  <a:pt x="6957358" y="2591910"/>
                  <a:pt x="6774678" y="2688543"/>
                </a:cubicBezTo>
                <a:cubicBezTo>
                  <a:pt x="6527603" y="2811321"/>
                  <a:pt x="6466604" y="3015454"/>
                  <a:pt x="6448151" y="3245949"/>
                </a:cubicBezTo>
                <a:lnTo>
                  <a:pt x="6439724" y="3454496"/>
                </a:lnTo>
                <a:lnTo>
                  <a:pt x="6436524" y="3515940"/>
                </a:lnTo>
                <a:lnTo>
                  <a:pt x="6437878" y="3523922"/>
                </a:lnTo>
                <a:lnTo>
                  <a:pt x="6437062" y="3572382"/>
                </a:lnTo>
                <a:cubicBezTo>
                  <a:pt x="6435701" y="3692407"/>
                  <a:pt x="6382915" y="3769254"/>
                  <a:pt x="6330467" y="3816095"/>
                </a:cubicBezTo>
                <a:lnTo>
                  <a:pt x="6307367" y="3833941"/>
                </a:lnTo>
                <a:lnTo>
                  <a:pt x="6417038" y="4023897"/>
                </a:lnTo>
                <a:lnTo>
                  <a:pt x="7527431" y="5947154"/>
                </a:lnTo>
                <a:lnTo>
                  <a:pt x="7527427" y="5947154"/>
                </a:lnTo>
                <a:lnTo>
                  <a:pt x="6419379" y="4027957"/>
                </a:lnTo>
                <a:lnTo>
                  <a:pt x="6298243" y="3818145"/>
                </a:lnTo>
                <a:lnTo>
                  <a:pt x="6241605" y="3817371"/>
                </a:lnTo>
                <a:cubicBezTo>
                  <a:pt x="6122724" y="3804927"/>
                  <a:pt x="6027939" y="3742348"/>
                  <a:pt x="5938731" y="3683447"/>
                </a:cubicBezTo>
                <a:cubicBezTo>
                  <a:pt x="5749360" y="3554314"/>
                  <a:pt x="5563804" y="3431806"/>
                  <a:pt x="5255265" y="3601104"/>
                </a:cubicBezTo>
                <a:cubicBezTo>
                  <a:pt x="4933480" y="3778061"/>
                  <a:pt x="4941478" y="4082569"/>
                  <a:pt x="4947421" y="4352941"/>
                </a:cubicBezTo>
                <a:lnTo>
                  <a:pt x="4947436" y="4409019"/>
                </a:lnTo>
                <a:lnTo>
                  <a:pt x="4725086" y="4023897"/>
                </a:lnTo>
                <a:lnTo>
                  <a:pt x="4615415" y="3833941"/>
                </a:lnTo>
                <a:lnTo>
                  <a:pt x="4638514" y="3816095"/>
                </a:lnTo>
                <a:cubicBezTo>
                  <a:pt x="4690962" y="3769254"/>
                  <a:pt x="4743748" y="3692407"/>
                  <a:pt x="4745110" y="3572382"/>
                </a:cubicBezTo>
                <a:lnTo>
                  <a:pt x="4745925" y="3523922"/>
                </a:lnTo>
                <a:lnTo>
                  <a:pt x="4744571" y="3515940"/>
                </a:lnTo>
                <a:lnTo>
                  <a:pt x="4747772" y="3454496"/>
                </a:lnTo>
                <a:lnTo>
                  <a:pt x="4756198" y="3245949"/>
                </a:lnTo>
                <a:cubicBezTo>
                  <a:pt x="4774652" y="3015454"/>
                  <a:pt x="4835651" y="2811321"/>
                  <a:pt x="5082726" y="2688543"/>
                </a:cubicBezTo>
                <a:cubicBezTo>
                  <a:pt x="5265406" y="2591910"/>
                  <a:pt x="5484077" y="2695298"/>
                  <a:pt x="5706572" y="2805307"/>
                </a:cubicBezTo>
                <a:cubicBezTo>
                  <a:pt x="5918625" y="2912517"/>
                  <a:pt x="6147745" y="3018711"/>
                  <a:pt x="6306725" y="2926923"/>
                </a:cubicBezTo>
                <a:cubicBezTo>
                  <a:pt x="6432589" y="2854256"/>
                  <a:pt x="6428964" y="2679706"/>
                  <a:pt x="6424316" y="2488078"/>
                </a:cubicBezTo>
                <a:cubicBezTo>
                  <a:pt x="6418369" y="2217705"/>
                  <a:pt x="6415221" y="1936888"/>
                  <a:pt x="6717136" y="1771417"/>
                </a:cubicBezTo>
                <a:cubicBezTo>
                  <a:pt x="6948538" y="1644437"/>
                  <a:pt x="7140729" y="1699082"/>
                  <a:pt x="7317089" y="1795156"/>
                </a:cubicBezTo>
                <a:lnTo>
                  <a:pt x="7437908" y="1868718"/>
                </a:lnTo>
                <a:lnTo>
                  <a:pt x="7520051" y="1913516"/>
                </a:lnTo>
                <a:lnTo>
                  <a:pt x="7543570" y="1933790"/>
                </a:lnTo>
                <a:lnTo>
                  <a:pt x="7602569" y="1970517"/>
                </a:lnTo>
                <a:cubicBezTo>
                  <a:pt x="7714619" y="2036238"/>
                  <a:pt x="7821899" y="2078631"/>
                  <a:pt x="7921262" y="2021263"/>
                </a:cubicBezTo>
                <a:cubicBezTo>
                  <a:pt x="8037703" y="1962873"/>
                  <a:pt x="8036878" y="1777866"/>
                  <a:pt x="8032232" y="1586240"/>
                </a:cubicBezTo>
                <a:cubicBezTo>
                  <a:pt x="8030861" y="1277907"/>
                  <a:pt x="8020809" y="939246"/>
                  <a:pt x="8415739" y="781888"/>
                </a:cubicBezTo>
                <a:cubicBezTo>
                  <a:pt x="8786974" y="629388"/>
                  <a:pt x="9002097" y="787818"/>
                  <a:pt x="9199119" y="930202"/>
                </a:cubicBezTo>
                <a:cubicBezTo>
                  <a:pt x="9320952" y="1018840"/>
                  <a:pt x="9432344" y="1104684"/>
                  <a:pt x="9565849" y="1045267"/>
                </a:cubicBezTo>
                <a:cubicBezTo>
                  <a:pt x="9696556" y="996297"/>
                  <a:pt x="9686309" y="825566"/>
                  <a:pt x="9685487" y="640567"/>
                </a:cubicBezTo>
                <a:cubicBezTo>
                  <a:pt x="9681030" y="437788"/>
                  <a:pt x="9675417" y="215808"/>
                  <a:pt x="9808641" y="42838"/>
                </a:cubicBezTo>
                <a:close/>
              </a:path>
            </a:pathLst>
          </a:custGeom>
          <a:solidFill xmlns:a="http://schemas.openxmlformats.org/drawingml/2006/main">
            <a:schemeClr val="accent2">
              <a:lumMod val="50000"/>
              <a:alpha val="6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7" name="Freeform: Shape 6">
            <a:extLst xmlns:a="http://schemas.openxmlformats.org/drawingml/2006/main">
              <a:ext uri="{FF2B5EF4-FFF2-40B4-BE49-F238E27FC236}">
                <a16:creationId xmlns:a16="http://schemas.microsoft.com/office/drawing/2014/main" id="{51995021-51F4-4090-995F-F9F62C5A08EE}"/>
              </a:ext>
            </a:extLst>
          </p:cNvPr>
          <p:cNvSpPr>
            <a:spLocks xmlns:a="http://schemas.openxmlformats.org/drawingml/2006/main" noGrp="1"/>
          </p:cNvSpPr>
          <p:nvPr/>
        </p:nvSpPr>
        <p:spPr>
          <a:xfrm xmlns:a="http://schemas.openxmlformats.org/drawingml/2006/main" rot="0" flipH="0" flipV="0">
            <a:off x="6706674" y="3561016"/>
            <a:ext cx="5485327" cy="3296984"/>
          </a:xfrm>
          <a:custGeom xmlns:a="http://schemas.openxmlformats.org/drawingml/2006/main">
            <a:gdLst>
              <a:gd name="connsiteX0" fmla="*/ 3503552 w 5485326"/>
              <a:gd name="connsiteY0" fmla="*/ 2947837 h 3296984"/>
              <a:gd name="connsiteX1" fmla="*/ 3503959 w 5485326"/>
              <a:gd name="connsiteY1" fmla="*/ 2948386 h 3296984"/>
              <a:gd name="connsiteX2" fmla="*/ 3503396 w 5485326"/>
              <a:gd name="connsiteY2" fmla="*/ 2948710 h 3296984"/>
              <a:gd name="connsiteX3" fmla="*/ 1811599 w 5485326"/>
              <a:gd name="connsiteY3" fmla="*/ 2947837 h 3296984"/>
              <a:gd name="connsiteX4" fmla="*/ 1811443 w 5485326"/>
              <a:gd name="connsiteY4" fmla="*/ 2948710 h 3296984"/>
              <a:gd name="connsiteX5" fmla="*/ 1812005 w 5485326"/>
              <a:gd name="connsiteY5" fmla="*/ 2948386 h 3296984"/>
              <a:gd name="connsiteX6" fmla="*/ 3862313 w 5485326"/>
              <a:gd name="connsiteY6" fmla="*/ 868540 h 3296984"/>
              <a:gd name="connsiteX7" fmla="*/ 4243869 w 5485326"/>
              <a:gd name="connsiteY7" fmla="*/ 1033277 h 3296984"/>
              <a:gd name="connsiteX8" fmla="*/ 4546743 w 5485326"/>
              <a:gd name="connsiteY8" fmla="*/ 1167201 h 3296984"/>
              <a:gd name="connsiteX9" fmla="*/ 4603381 w 5485326"/>
              <a:gd name="connsiteY9" fmla="*/ 1167975 h 3296984"/>
              <a:gd name="connsiteX10" fmla="*/ 4724517 w 5485326"/>
              <a:gd name="connsiteY10" fmla="*/ 1377787 h 3296984"/>
              <a:gd name="connsiteX11" fmla="*/ 4944527 w 5485326"/>
              <a:gd name="connsiteY11" fmla="*/ 1758855 h 3296984"/>
              <a:gd name="connsiteX12" fmla="*/ 4944547 w 5485326"/>
              <a:gd name="connsiteY12" fmla="*/ 1837165 h 3296984"/>
              <a:gd name="connsiteX13" fmla="*/ 4824875 w 5485326"/>
              <a:gd name="connsiteY13" fmla="*/ 2107470 h 3296984"/>
              <a:gd name="connsiteX14" fmla="*/ 4458144 w 5485326"/>
              <a:gd name="connsiteY14" fmla="*/ 1992406 h 3296984"/>
              <a:gd name="connsiteX15" fmla="*/ 3674766 w 5485326"/>
              <a:gd name="connsiteY15" fmla="*/ 1844091 h 3296984"/>
              <a:gd name="connsiteX16" fmla="*/ 3291258 w 5485326"/>
              <a:gd name="connsiteY16" fmla="*/ 2648443 h 3296984"/>
              <a:gd name="connsiteX17" fmla="*/ 3180290 w 5485326"/>
              <a:gd name="connsiteY17" fmla="*/ 3083466 h 3296984"/>
              <a:gd name="connsiteX18" fmla="*/ 2861596 w 5485326"/>
              <a:gd name="connsiteY18" fmla="*/ 3032719 h 3296984"/>
              <a:gd name="connsiteX19" fmla="*/ 2802596 w 5485326"/>
              <a:gd name="connsiteY19" fmla="*/ 2995993 h 3296984"/>
              <a:gd name="connsiteX20" fmla="*/ 2779077 w 5485326"/>
              <a:gd name="connsiteY20" fmla="*/ 2975719 h 3296984"/>
              <a:gd name="connsiteX21" fmla="*/ 2696938 w 5485326"/>
              <a:gd name="connsiteY21" fmla="*/ 2930919 h 3296984"/>
              <a:gd name="connsiteX22" fmla="*/ 2576117 w 5485326"/>
              <a:gd name="connsiteY22" fmla="*/ 2857359 h 3296984"/>
              <a:gd name="connsiteX23" fmla="*/ 1976163 w 5485326"/>
              <a:gd name="connsiteY23" fmla="*/ 2833619 h 3296984"/>
              <a:gd name="connsiteX24" fmla="*/ 1714306 w 5485326"/>
              <a:gd name="connsiteY24" fmla="*/ 3152611 h 3296984"/>
              <a:gd name="connsiteX25" fmla="*/ 1691953 w 5485326"/>
              <a:gd name="connsiteY25" fmla="*/ 3296984 h 3296984"/>
              <a:gd name="connsiteX26" fmla="*/ 0 w 5485326"/>
              <a:gd name="connsiteY26" fmla="*/ 3296984 h 3296984"/>
              <a:gd name="connsiteX27" fmla="*/ 22353 w 5485326"/>
              <a:gd name="connsiteY27" fmla="*/ 3152611 h 3296984"/>
              <a:gd name="connsiteX28" fmla="*/ 284210 w 5485326"/>
              <a:gd name="connsiteY28" fmla="*/ 2833619 h 3296984"/>
              <a:gd name="connsiteX29" fmla="*/ 884163 w 5485326"/>
              <a:gd name="connsiteY29" fmla="*/ 2857359 h 3296984"/>
              <a:gd name="connsiteX30" fmla="*/ 1004984 w 5485326"/>
              <a:gd name="connsiteY30" fmla="*/ 2930919 h 3296984"/>
              <a:gd name="connsiteX31" fmla="*/ 1087124 w 5485326"/>
              <a:gd name="connsiteY31" fmla="*/ 2975719 h 3296984"/>
              <a:gd name="connsiteX32" fmla="*/ 1110643 w 5485326"/>
              <a:gd name="connsiteY32" fmla="*/ 2995993 h 3296984"/>
              <a:gd name="connsiteX33" fmla="*/ 1169643 w 5485326"/>
              <a:gd name="connsiteY33" fmla="*/ 3032719 h 3296984"/>
              <a:gd name="connsiteX34" fmla="*/ 1488337 w 5485326"/>
              <a:gd name="connsiteY34" fmla="*/ 3083466 h 3296984"/>
              <a:gd name="connsiteX35" fmla="*/ 1599305 w 5485326"/>
              <a:gd name="connsiteY35" fmla="*/ 2648443 h 3296984"/>
              <a:gd name="connsiteX36" fmla="*/ 1982813 w 5485326"/>
              <a:gd name="connsiteY36" fmla="*/ 1844091 h 3296984"/>
              <a:gd name="connsiteX37" fmla="*/ 2766192 w 5485326"/>
              <a:gd name="connsiteY37" fmla="*/ 1992406 h 3296984"/>
              <a:gd name="connsiteX38" fmla="*/ 3132922 w 5485326"/>
              <a:gd name="connsiteY38" fmla="*/ 2107470 h 3296984"/>
              <a:gd name="connsiteX39" fmla="*/ 3252560 w 5485326"/>
              <a:gd name="connsiteY39" fmla="*/ 1702771 h 3296984"/>
              <a:gd name="connsiteX40" fmla="*/ 3560402 w 5485326"/>
              <a:gd name="connsiteY40" fmla="*/ 950934 h 3296984"/>
              <a:gd name="connsiteX41" fmla="*/ 3862313 w 5485326"/>
              <a:gd name="connsiteY41" fmla="*/ 868540 h 3296984"/>
              <a:gd name="connsiteX42" fmla="*/ 5223073 w 5485326"/>
              <a:gd name="connsiteY42" fmla="*/ 381 h 3296984"/>
              <a:gd name="connsiteX43" fmla="*/ 5456666 w 5485326"/>
              <a:gd name="connsiteY43" fmla="*/ 44369 h 3296984"/>
              <a:gd name="connsiteX44" fmla="*/ 5485326 w 5485326"/>
              <a:gd name="connsiteY44" fmla="*/ 55829 h 3296984"/>
              <a:gd name="connsiteX45" fmla="*/ 5485326 w 5485326"/>
              <a:gd name="connsiteY45" fmla="*/ 872815 h 3296984"/>
              <a:gd name="connsiteX46" fmla="*/ 5462682 w 5485326"/>
              <a:gd name="connsiteY46" fmla="*/ 874218 h 3296984"/>
              <a:gd name="connsiteX47" fmla="*/ 5252356 w 5485326"/>
              <a:gd name="connsiteY47" fmla="*/ 950934 h 3296984"/>
              <a:gd name="connsiteX48" fmla="*/ 4944512 w 5485326"/>
              <a:gd name="connsiteY48" fmla="*/ 1702771 h 3296984"/>
              <a:gd name="connsiteX49" fmla="*/ 4944527 w 5485326"/>
              <a:gd name="connsiteY49" fmla="*/ 1758849 h 3296984"/>
              <a:gd name="connsiteX50" fmla="*/ 4722177 w 5485326"/>
              <a:gd name="connsiteY50" fmla="*/ 1373727 h 3296984"/>
              <a:gd name="connsiteX51" fmla="*/ 4612506 w 5485326"/>
              <a:gd name="connsiteY51" fmla="*/ 1183771 h 3296984"/>
              <a:gd name="connsiteX52" fmla="*/ 4635605 w 5485326"/>
              <a:gd name="connsiteY52" fmla="*/ 1165925 h 3296984"/>
              <a:gd name="connsiteX53" fmla="*/ 4742201 w 5485326"/>
              <a:gd name="connsiteY53" fmla="*/ 922212 h 3296984"/>
              <a:gd name="connsiteX54" fmla="*/ 4743016 w 5485326"/>
              <a:gd name="connsiteY54" fmla="*/ 873752 h 3296984"/>
              <a:gd name="connsiteX55" fmla="*/ 4741662 w 5485326"/>
              <a:gd name="connsiteY55" fmla="*/ 865770 h 3296984"/>
              <a:gd name="connsiteX56" fmla="*/ 4744863 w 5485326"/>
              <a:gd name="connsiteY56" fmla="*/ 804326 h 3296984"/>
              <a:gd name="connsiteX57" fmla="*/ 4753289 w 5485326"/>
              <a:gd name="connsiteY57" fmla="*/ 595779 h 3296984"/>
              <a:gd name="connsiteX58" fmla="*/ 5079817 w 5485326"/>
              <a:gd name="connsiteY58" fmla="*/ 38373 h 3296984"/>
              <a:gd name="connsiteX59" fmla="*/ 5223073 w 5485326"/>
              <a:gd name="connsiteY59" fmla="*/ 381 h 3296984"/>
            </a:gdLst>
            <a:rect l="l" t="t" r="r" b="b"/>
            <a:pathLst>
              <a:path w="5485326" h="3296984">
                <a:moveTo>
                  <a:pt x="3503552" y="2947837"/>
                </a:moveTo>
                <a:lnTo>
                  <a:pt x="3503959" y="2948386"/>
                </a:lnTo>
                <a:lnTo>
                  <a:pt x="3503396" y="2948710"/>
                </a:lnTo>
                <a:close/>
                <a:moveTo>
                  <a:pt x="1811599" y="2947837"/>
                </a:moveTo>
                <a:lnTo>
                  <a:pt x="1811443" y="2948710"/>
                </a:lnTo>
                <a:lnTo>
                  <a:pt x="1812005" y="2948386"/>
                </a:lnTo>
                <a:close/>
                <a:moveTo>
                  <a:pt x="3862313" y="868540"/>
                </a:moveTo>
                <a:cubicBezTo>
                  <a:pt x="4008646" y="874449"/>
                  <a:pt x="4125513" y="952569"/>
                  <a:pt x="4243869" y="1033277"/>
                </a:cubicBezTo>
                <a:cubicBezTo>
                  <a:pt x="4333077" y="1092178"/>
                  <a:pt x="4427862" y="1154757"/>
                  <a:pt x="4546743" y="1167201"/>
                </a:cubicBezTo>
                <a:lnTo>
                  <a:pt x="4603381" y="1167975"/>
                </a:lnTo>
                <a:lnTo>
                  <a:pt x="4724517" y="1377787"/>
                </a:lnTo>
                <a:lnTo>
                  <a:pt x="4944527" y="1758855"/>
                </a:lnTo>
                <a:lnTo>
                  <a:pt x="4944547" y="1837165"/>
                </a:lnTo>
                <a:cubicBezTo>
                  <a:pt x="4941650" y="1965524"/>
                  <a:pt x="4922907" y="2070741"/>
                  <a:pt x="4824875" y="2107470"/>
                </a:cubicBezTo>
                <a:cubicBezTo>
                  <a:pt x="4691369" y="2166888"/>
                  <a:pt x="4579976" y="2081044"/>
                  <a:pt x="4458144" y="1992406"/>
                </a:cubicBezTo>
                <a:cubicBezTo>
                  <a:pt x="4261122" y="1850022"/>
                  <a:pt x="4046001" y="1691590"/>
                  <a:pt x="3674766" y="1844091"/>
                </a:cubicBezTo>
                <a:cubicBezTo>
                  <a:pt x="3279837" y="2001448"/>
                  <a:pt x="3289888" y="2340109"/>
                  <a:pt x="3291258" y="2648443"/>
                </a:cubicBezTo>
                <a:cubicBezTo>
                  <a:pt x="3295905" y="2840068"/>
                  <a:pt x="3296731" y="3025075"/>
                  <a:pt x="3180290" y="3083466"/>
                </a:cubicBezTo>
                <a:cubicBezTo>
                  <a:pt x="3080926" y="3140833"/>
                  <a:pt x="2973645" y="3098441"/>
                  <a:pt x="2861596" y="3032719"/>
                </a:cubicBezTo>
                <a:lnTo>
                  <a:pt x="2802596" y="2995993"/>
                </a:lnTo>
                <a:lnTo>
                  <a:pt x="2779077" y="2975719"/>
                </a:lnTo>
                <a:lnTo>
                  <a:pt x="2696938" y="2930919"/>
                </a:lnTo>
                <a:lnTo>
                  <a:pt x="2576117" y="2857359"/>
                </a:lnTo>
                <a:cubicBezTo>
                  <a:pt x="2399757" y="2761284"/>
                  <a:pt x="2207567" y="2706638"/>
                  <a:pt x="1976163" y="2833619"/>
                </a:cubicBezTo>
                <a:cubicBezTo>
                  <a:pt x="1825206" y="2916355"/>
                  <a:pt x="1750515" y="3027926"/>
                  <a:pt x="1714306" y="3152611"/>
                </a:cubicBezTo>
                <a:lnTo>
                  <a:pt x="1691953" y="3296984"/>
                </a:lnTo>
                <a:lnTo>
                  <a:pt x="0" y="3296984"/>
                </a:lnTo>
                <a:lnTo>
                  <a:pt x="22353" y="3152611"/>
                </a:lnTo>
                <a:cubicBezTo>
                  <a:pt x="58562" y="3027926"/>
                  <a:pt x="133253" y="2916355"/>
                  <a:pt x="284210" y="2833619"/>
                </a:cubicBezTo>
                <a:cubicBezTo>
                  <a:pt x="515615" y="2706638"/>
                  <a:pt x="707804" y="2761284"/>
                  <a:pt x="884163" y="2857359"/>
                </a:cubicBezTo>
                <a:lnTo>
                  <a:pt x="1004984" y="2930919"/>
                </a:lnTo>
                <a:lnTo>
                  <a:pt x="1087124" y="2975719"/>
                </a:lnTo>
                <a:lnTo>
                  <a:pt x="1110643" y="2995993"/>
                </a:lnTo>
                <a:lnTo>
                  <a:pt x="1169643" y="3032719"/>
                </a:lnTo>
                <a:cubicBezTo>
                  <a:pt x="1281693" y="3098441"/>
                  <a:pt x="1388973" y="3140833"/>
                  <a:pt x="1488337" y="3083466"/>
                </a:cubicBezTo>
                <a:cubicBezTo>
                  <a:pt x="1604778" y="3025075"/>
                  <a:pt x="1603952" y="2840068"/>
                  <a:pt x="1599305" y="2648443"/>
                </a:cubicBezTo>
                <a:cubicBezTo>
                  <a:pt x="1597935" y="2340109"/>
                  <a:pt x="1587883" y="2001448"/>
                  <a:pt x="1982813" y="1844091"/>
                </a:cubicBezTo>
                <a:cubicBezTo>
                  <a:pt x="2354048" y="1691590"/>
                  <a:pt x="2569169" y="1850022"/>
                  <a:pt x="2766192" y="1992406"/>
                </a:cubicBezTo>
                <a:cubicBezTo>
                  <a:pt x="2888023" y="2081044"/>
                  <a:pt x="2999417" y="2166888"/>
                  <a:pt x="3132922" y="2107470"/>
                </a:cubicBezTo>
                <a:cubicBezTo>
                  <a:pt x="3263632" y="2058499"/>
                  <a:pt x="3253383" y="1887769"/>
                  <a:pt x="3252560" y="1702771"/>
                </a:cubicBezTo>
                <a:cubicBezTo>
                  <a:pt x="3246616" y="1432399"/>
                  <a:pt x="3238617" y="1127891"/>
                  <a:pt x="3560402" y="950934"/>
                </a:cubicBezTo>
                <a:cubicBezTo>
                  <a:pt x="3676105" y="887447"/>
                  <a:pt x="3774513" y="864996"/>
                  <a:pt x="3862313" y="868540"/>
                </a:cubicBezTo>
                <a:close/>
                <a:moveTo>
                  <a:pt x="5223073" y="381"/>
                </a:moveTo>
                <a:cubicBezTo>
                  <a:pt x="5297572" y="-2886"/>
                  <a:pt x="5376002" y="15177"/>
                  <a:pt x="5456666" y="44369"/>
                </a:cubicBezTo>
                <a:lnTo>
                  <a:pt x="5485326" y="55829"/>
                </a:lnTo>
                <a:lnTo>
                  <a:pt x="5485326" y="872815"/>
                </a:lnTo>
                <a:lnTo>
                  <a:pt x="5462682" y="874218"/>
                </a:lnTo>
                <a:cubicBezTo>
                  <a:pt x="5398939" y="884523"/>
                  <a:pt x="5329491" y="908610"/>
                  <a:pt x="5252356" y="950934"/>
                </a:cubicBezTo>
                <a:cubicBezTo>
                  <a:pt x="4930571" y="1127891"/>
                  <a:pt x="4938569" y="1432399"/>
                  <a:pt x="4944512" y="1702771"/>
                </a:cubicBezTo>
                <a:lnTo>
                  <a:pt x="4944527" y="1758849"/>
                </a:lnTo>
                <a:lnTo>
                  <a:pt x="4722177" y="1373727"/>
                </a:lnTo>
                <a:lnTo>
                  <a:pt x="4612506" y="1183771"/>
                </a:lnTo>
                <a:lnTo>
                  <a:pt x="4635605" y="1165925"/>
                </a:lnTo>
                <a:cubicBezTo>
                  <a:pt x="4688053" y="1119084"/>
                  <a:pt x="4740839" y="1042237"/>
                  <a:pt x="4742201" y="922212"/>
                </a:cubicBezTo>
                <a:lnTo>
                  <a:pt x="4743016" y="873752"/>
                </a:lnTo>
                <a:lnTo>
                  <a:pt x="4741662" y="865770"/>
                </a:lnTo>
                <a:lnTo>
                  <a:pt x="4744863" y="804326"/>
                </a:lnTo>
                <a:lnTo>
                  <a:pt x="4753289" y="595779"/>
                </a:lnTo>
                <a:cubicBezTo>
                  <a:pt x="4771743" y="365284"/>
                  <a:pt x="4832742" y="161151"/>
                  <a:pt x="5079817" y="38373"/>
                </a:cubicBezTo>
                <a:cubicBezTo>
                  <a:pt x="5125487" y="14215"/>
                  <a:pt x="5173406" y="2558"/>
                  <a:pt x="5223073" y="381"/>
                </a:cubicBezTo>
                <a:close/>
              </a:path>
            </a:pathLst>
          </a:custGeom>
          <a:solidFill xmlns:a="http://schemas.openxmlformats.org/drawingml/2006/main">
            <a:schemeClr val="accent2">
              <a:lumMod val="50000"/>
              <a:alpha val="6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8" name="Freeform: Shape 7">
            <a:extLst xmlns:a="http://schemas.openxmlformats.org/drawingml/2006/main">
              <a:ext uri="{FF2B5EF4-FFF2-40B4-BE49-F238E27FC236}">
                <a16:creationId xmlns:a16="http://schemas.microsoft.com/office/drawing/2014/main" id="{F6E4FD22-7B0E-4EF3-8EB2-9063E40E46F8}"/>
              </a:ext>
            </a:extLst>
          </p:cNvPr>
          <p:cNvSpPr>
            <a:spLocks xmlns:a="http://schemas.openxmlformats.org/drawingml/2006/main" noGrp="1"/>
          </p:cNvSpPr>
          <p:nvPr/>
        </p:nvSpPr>
        <p:spPr>
          <a:xfrm xmlns:a="http://schemas.openxmlformats.org/drawingml/2006/main" rot="0" flipH="0" flipV="0">
            <a:off x="11502472" y="6320364"/>
            <a:ext cx="689528" cy="537636"/>
          </a:xfrm>
          <a:custGeom xmlns:a="http://schemas.openxmlformats.org/drawingml/2006/main">
            <a:gdLst>
              <a:gd name="connsiteX0" fmla="*/ 529229 w 689528"/>
              <a:gd name="connsiteY0" fmla="*/ 648 h 537636"/>
              <a:gd name="connsiteX1" fmla="*/ 677847 w 689528"/>
              <a:gd name="connsiteY1" fmla="*/ 14798 h 537636"/>
              <a:gd name="connsiteX2" fmla="*/ 689528 w 689528"/>
              <a:gd name="connsiteY2" fmla="*/ 18286 h 537636"/>
              <a:gd name="connsiteX3" fmla="*/ 689528 w 689528"/>
              <a:gd name="connsiteY3" fmla="*/ 537636 h 537636"/>
              <a:gd name="connsiteX4" fmla="*/ 0 w 689528"/>
              <a:gd name="connsiteY4" fmla="*/ 537636 h 537636"/>
              <a:gd name="connsiteX5" fmla="*/ 22353 w 689528"/>
              <a:gd name="connsiteY5" fmla="*/ 393263 h 537636"/>
              <a:gd name="connsiteX6" fmla="*/ 284210 w 689528"/>
              <a:gd name="connsiteY6" fmla="*/ 74271 h 537636"/>
              <a:gd name="connsiteX7" fmla="*/ 529229 w 689528"/>
              <a:gd name="connsiteY7" fmla="*/ 648 h 537636"/>
            </a:gdLst>
            <a:rect l="l" t="t" r="r" b="b"/>
            <a:pathLst>
              <a:path w="689528" h="537636">
                <a:moveTo>
                  <a:pt x="529229" y="648"/>
                </a:moveTo>
                <a:cubicBezTo>
                  <a:pt x="580549" y="-1971"/>
                  <a:pt x="629967" y="3476"/>
                  <a:pt x="677847" y="14798"/>
                </a:cubicBezTo>
                <a:lnTo>
                  <a:pt x="689528" y="18286"/>
                </a:lnTo>
                <a:lnTo>
                  <a:pt x="689528" y="537636"/>
                </a:lnTo>
                <a:lnTo>
                  <a:pt x="0" y="537636"/>
                </a:lnTo>
                <a:lnTo>
                  <a:pt x="22353" y="393263"/>
                </a:lnTo>
                <a:cubicBezTo>
                  <a:pt x="58562" y="268578"/>
                  <a:pt x="133253" y="157007"/>
                  <a:pt x="284210" y="74271"/>
                </a:cubicBezTo>
                <a:cubicBezTo>
                  <a:pt x="370987" y="26653"/>
                  <a:pt x="452248" y="4577"/>
                  <a:pt x="529229" y="648"/>
                </a:cubicBezTo>
                <a:close/>
              </a:path>
            </a:pathLst>
          </a:custGeom>
          <a:solidFill xmlns:a="http://schemas.openxmlformats.org/drawingml/2006/main">
            <a:schemeClr val="accent2">
              <a:lumMod val="50000"/>
              <a:alpha val="6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9" name="Picture Placeholder 6">
            <a:extLst xmlns:a="http://schemas.openxmlformats.org/drawingml/2006/main">
              <a:ext uri="{FF2B5EF4-FFF2-40B4-BE49-F238E27FC236}">
                <a16:creationId xmlns:a16="http://schemas.microsoft.com/office/drawing/2014/main" id="{90BCE6B3-FD7D-41B8-A057-BE4FB7C5824D}"/>
              </a:ext>
            </a:extLst>
          </p:cNvPr>
          <p:cNvSpPr>
            <a:spLocks xmlns:a="http://schemas.openxmlformats.org/drawingml/2006/main" noGrp="1"/>
          </p:cNvSpPr>
          <p:nvPr>
            <p:ph type="pic" idx="10" hasCustomPrompt="1"/>
          </p:nvPr>
        </p:nvSpPr>
        <p:spPr>
          <a:xfrm xmlns:a="http://schemas.openxmlformats.org/drawingml/2006/main">
            <a:off x="3720547" y="1200849"/>
            <a:ext cx="4750911" cy="4456302"/>
          </a:xfrm>
          <a:custGeom xmlns:a="http://schemas.openxmlformats.org/drawingml/2006/main">
            <a:gdLst>
              <a:gd name="connsiteX0" fmla="*/ 0 w 4750911"/>
              <a:gd name="connsiteY0" fmla="*/ 0 h 4456302"/>
              <a:gd name="connsiteX1" fmla="*/ 4750911 w 4750911"/>
              <a:gd name="connsiteY1" fmla="*/ 0 h 4456302"/>
              <a:gd name="connsiteX2" fmla="*/ 4750911 w 4750911"/>
              <a:gd name="connsiteY2" fmla="*/ 4456302 h 4456302"/>
              <a:gd name="connsiteX3" fmla="*/ 0 w 4750911"/>
              <a:gd name="connsiteY3" fmla="*/ 4456302 h 4456302"/>
            </a:gdLst>
            <a:rect l="l" t="t" r="r" b="b"/>
            <a:pathLst>
              <a:path w="4750911" h="4456302">
                <a:moveTo>
                  <a:pt x="0" y="0"/>
                </a:moveTo>
                <a:lnTo>
                  <a:pt x="4750911" y="0"/>
                </a:lnTo>
                <a:lnTo>
                  <a:pt x="4750911" y="4456302"/>
                </a:lnTo>
                <a:lnTo>
                  <a:pt x="0" y="4456302"/>
                </a:lnTo>
                <a:close/>
              </a:path>
            </a:pathLst>
          </a:custGeom>
          <a:noFill xmlns:a="http://schemas.openxmlformats.org/drawingml/2006/main"/>
          <a:effectLst xmlns:a="http://schemas.openxmlformats.org/drawingml/2006/main">
            <a:outerShdw blurRad="952500" dist="876300" dir="5400000" sx="87000" sy="87000" algn="t" rotWithShape="0">
              <a:prstClr val="black">
                <a:alpha val="17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9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pic>
        <p:nvPicPr>
          <p:cNvPr id="57" name="Gráfico 12"/>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214570" y="197566"/>
            <a:ext cx="758823" cy="834705"/>
          </a:xfrm>
          <a:prstGeom xmlns:a="http://schemas.openxmlformats.org/drawingml/2006/main" prst="rect">
            <a:avLst/>
          </a:prstGeom>
        </p:spPr>
      </p:pic>
      <p:pic>
        <p:nvPicPr>
          <p:cNvPr id="58" name="Gráfico 13"/>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214570" y="1549501"/>
            <a:ext cx="758823" cy="834705"/>
          </a:xfrm>
          <a:prstGeom xmlns:a="http://schemas.openxmlformats.org/drawingml/2006/main" prst="rect">
            <a:avLst/>
          </a:prstGeom>
        </p:spPr>
      </p:pic>
      <p:pic>
        <p:nvPicPr>
          <p:cNvPr id="59" name="Gráfico 14"/>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214569" y="2901436"/>
            <a:ext cx="758823" cy="834705"/>
          </a:xfrm>
          <a:prstGeom xmlns:a="http://schemas.openxmlformats.org/drawingml/2006/main" prst="rect">
            <a:avLst/>
          </a:prstGeom>
        </p:spPr>
      </p:pic>
      <p:pic>
        <p:nvPicPr>
          <p:cNvPr id="60" name="Gráfico 15"/>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214568" y="4203750"/>
            <a:ext cx="758823" cy="834705"/>
          </a:xfrm>
          <a:prstGeom xmlns:a="http://schemas.openxmlformats.org/drawingml/2006/main" prst="rect">
            <a:avLst/>
          </a:prstGeom>
        </p:spPr>
      </p:pic>
      <p:pic>
        <p:nvPicPr>
          <p:cNvPr id="61" name="Gráfico 16"/>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214568" y="5485659"/>
            <a:ext cx="758823" cy="834705"/>
          </a:xfrm>
          <a:prstGeom xmlns:a="http://schemas.openxmlformats.org/drawingml/2006/main" prst="rect">
            <a:avLst/>
          </a:prstGeom>
        </p:spPr>
      </p:pic>
      <p:pic>
        <p:nvPicPr>
          <p:cNvPr id="62" name="Gráfico 17"/>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1438770" y="645596"/>
            <a:ext cx="758823" cy="834705"/>
          </a:xfrm>
          <a:prstGeom xmlns:a="http://schemas.openxmlformats.org/drawingml/2006/main" prst="rect">
            <a:avLst/>
          </a:prstGeom>
        </p:spPr>
      </p:pic>
      <p:pic>
        <p:nvPicPr>
          <p:cNvPr id="63" name="Gráfico 18"/>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1438770" y="2062821"/>
            <a:ext cx="758823" cy="834705"/>
          </a:xfrm>
          <a:prstGeom xmlns:a="http://schemas.openxmlformats.org/drawingml/2006/main" prst="rect">
            <a:avLst/>
          </a:prstGeom>
        </p:spPr>
      </p:pic>
      <p:pic>
        <p:nvPicPr>
          <p:cNvPr id="64" name="Gráfico 19"/>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1428564" y="3480046"/>
            <a:ext cx="758823" cy="834705"/>
          </a:xfrm>
          <a:prstGeom xmlns:a="http://schemas.openxmlformats.org/drawingml/2006/main" prst="rect">
            <a:avLst/>
          </a:prstGeom>
        </p:spPr>
      </p:pic>
      <p:pic>
        <p:nvPicPr>
          <p:cNvPr id="65" name="Gráfico 31"/>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5364090" y="197566"/>
            <a:ext cx="758823" cy="834705"/>
          </a:xfrm>
          <a:prstGeom xmlns:a="http://schemas.openxmlformats.org/drawingml/2006/main" prst="rect">
            <a:avLst/>
          </a:prstGeom>
        </p:spPr>
      </p:pic>
      <p:pic>
        <p:nvPicPr>
          <p:cNvPr id="66" name="Gráfico 32"/>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5364090" y="1549501"/>
            <a:ext cx="758823" cy="834705"/>
          </a:xfrm>
          <a:prstGeom xmlns:a="http://schemas.openxmlformats.org/drawingml/2006/main" prst="rect">
            <a:avLst/>
          </a:prstGeom>
        </p:spPr>
      </p:pic>
      <p:pic>
        <p:nvPicPr>
          <p:cNvPr id="67" name="Gráfico 36"/>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6588290" y="645596"/>
            <a:ext cx="758823" cy="834705"/>
          </a:xfrm>
          <a:prstGeom xmlns:a="http://schemas.openxmlformats.org/drawingml/2006/main" prst="rect">
            <a:avLst/>
          </a:prstGeom>
        </p:spPr>
      </p:pic>
      <p:pic>
        <p:nvPicPr>
          <p:cNvPr id="68" name="Gráfico 39"/>
          <p:cNvPicPr>
            <a:picLocks xmlns:a="http://schemas.openxmlformats.org/drawingml/2006/main" noChangeAspect="1"/>
          </p:cNvPicPr>
          <p:nvPr/>
        </p:nvPicPr>
        <p:blipFill>
          <a:blip xmlns:r="http://schemas.openxmlformats.org/officeDocument/2006/relationships" xmlns:a="http://schemas.openxmlformats.org/drawingml/2006/main" r:embed="Rc9c8f8e17fed4b45">
            <a:extLst>
              <a:ext uri="{96DAC541-7B7A-43D3-8B79-37D633B846F1}">
                <asvg:svgBlip xmlns:asvg="http://schemas.microsoft.com/office/drawing/2016/SVG/main" r:embed="R0027a97cc9c642b7"/>
              </a:ext>
            </a:extLst>
          </a:blip>
          <a:stretch xmlns:a="http://schemas.openxmlformats.org/drawingml/2006/main">
            <a:fillRect l="0" t="0" r="0" b="0"/>
          </a:stretch>
        </p:blipFill>
        <p:spPr>
          <a:xfrm xmlns:a="http://schemas.openxmlformats.org/drawingml/2006/main">
            <a:off x="7919367" y="144604"/>
            <a:ext cx="758823" cy="834705"/>
          </a:xfrm>
          <a:prstGeom xmlns:a="http://schemas.openxmlformats.org/drawingml/2006/main" prst="rect">
            <a:avLst/>
          </a:prstGeom>
        </p:spPr>
      </p:pic>
    </p:spTree>
  </p:cSld>
</p:sldLayout>
</file>

<file path=ppt/slideLayouts/slideLayout16.xml><?xml version="1.0" encoding="utf-8"?>
<p:sldLayout xmlns:p="http://schemas.openxmlformats.org/presentationml/2006/main" showMasterSp="0" preserve="1" userDrawn="1">
  <p:cSld name="11_Title and Content">
    <p:bg>
      <p:bgPr>
        <a:solidFill xmlns:a="http://schemas.openxmlformats.org/drawingml/2006/main">
          <a:schemeClr val="accent4"/>
        </a:solidFill>
      </p:bgPr>
    </p:bg>
    <p:spTree>
      <p:nvGrpSpPr>
        <p:cNvPr id="1" name=""/>
        <p:cNvGrpSpPr/>
        <p:nvPr/>
      </p:nvGrpSpPr>
      <p:grpSpPr>
        <a:xfrm xmlns:a="http://schemas.openxmlformats.org/drawingml/2006/main"/>
      </p:grpSpPr>
      <p:sp>
        <p:nvSpPr>
          <p:cNvPr id="16" name="TextBox 15">
            <a:extLst xmlns:a="http://schemas.openxmlformats.org/drawingml/2006/main">
              <a:ext uri="{FF2B5EF4-FFF2-40B4-BE49-F238E27FC236}">
                <a16:creationId xmlns:a16="http://schemas.microsoft.com/office/drawing/2014/main" id="{2E50E38C-5C54-4DC0-81A3-D7A5EF9F99BF}"/>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bg1"/>
                </a:solidFill>
                <a:latin typeface="+mj-lt"/>
                <a:ea typeface="+mj-lt"/>
                <a:cs typeface="+mj-lt"/>
              </a:rPr>
              <a:t>‹#›</a:t>
            </a:fld>
            <a:endParaRPr sz="4400" i="0">
              <a:solidFill>
                <a:schemeClr val="bg1"/>
              </a:solidFill>
              <a:latin typeface="+mj-lt"/>
              <a:ea typeface="+mj-lt"/>
              <a:cs typeface="+mj-lt"/>
            </a:endParaRPr>
          </a:p>
        </p:txBody>
      </p:sp>
      <p:sp>
        <p:nvSpPr>
          <p:cNvPr id="20" name="TextBox 19">
            <a:extLst xmlns:a="http://schemas.openxmlformats.org/drawingml/2006/main">
              <a:ext uri="{FF2B5EF4-FFF2-40B4-BE49-F238E27FC236}">
                <a16:creationId xmlns:a16="http://schemas.microsoft.com/office/drawing/2014/main" id="{B5398836-987A-4C13-942A-0924196C8EA8}"/>
              </a:ext>
            </a:extLst>
          </p:cNvPr>
          <p:cNvSpPr>
            <a:spLocks xmlns:a="http://schemas.openxmlformats.org/drawingml/2006/main" noGrp="1"/>
          </p:cNvSpPr>
          <p:nvPr/>
        </p:nvSpPr>
        <p:spPr>
          <a:xfrm xmlns:a="http://schemas.openxmlformats.org/drawingml/2006/main" rot="0" flipH="0" flipV="0">
            <a:off x="9610762" y="6336040"/>
            <a:ext cx="848309" cy="2616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100">
                <a:solidFill>
                  <a:schemeClr val="bg1"/>
                </a:solidFill>
                <a:latin typeface="+mj-lt"/>
                <a:ea typeface="+mj-lt"/>
                <a:cs typeface="+mj-lt"/>
              </a:rPr>
              <a:t>Find us on</a:t>
            </a:r>
            <a:endParaRPr sz="1100" b="1">
              <a:solidFill>
                <a:schemeClr val="bg1"/>
              </a:solidFill>
              <a:latin typeface="+mj-lt"/>
              <a:ea typeface="+mj-lt"/>
              <a:cs typeface="+mj-lt"/>
            </a:endParaRPr>
          </a:p>
        </p:txBody>
      </p:sp>
      <p:sp>
        <p:nvSpPr>
          <p:cNvPr id="23" name="Freeform: Shape 22">
            <a:extLst xmlns:a="http://schemas.openxmlformats.org/drawingml/2006/main">
              <a:ext uri="{FF2B5EF4-FFF2-40B4-BE49-F238E27FC236}">
                <a16:creationId xmlns:a16="http://schemas.microsoft.com/office/drawing/2014/main" id="{BFC2F70A-BB9D-49D5-9920-B91FF3661937}"/>
              </a:ext>
            </a:extLst>
          </p:cNvPr>
          <p:cNvSpPr>
            <a:spLocks xmlns:a="http://schemas.openxmlformats.org/drawingml/2006/main" noGrp="1"/>
          </p:cNvSpPr>
          <p:nvPr/>
        </p:nvSpPr>
        <p:spPr>
          <a:xfrm xmlns:a="http://schemas.openxmlformats.org/drawingml/2006/main" rot="0" flipH="0" flipV="0">
            <a:off x="10556609" y="6396171"/>
            <a:ext cx="141332" cy="141333"/>
          </a:xfrm>
          <a:custGeom xmlns:a="http://schemas.openxmlformats.org/drawingml/2006/main">
            <a:gdLst>
              <a:gd name="connsiteX0" fmla="*/ 6505575 w 6505575"/>
              <a:gd name="connsiteY0" fmla="*/ 3252788 h 6505575"/>
              <a:gd name="connsiteX1" fmla="*/ 3252788 w 6505575"/>
              <a:gd name="connsiteY1" fmla="*/ 0 h 6505575"/>
              <a:gd name="connsiteX2" fmla="*/ 0 w 6505575"/>
              <a:gd name="connsiteY2" fmla="*/ 3252788 h 6505575"/>
              <a:gd name="connsiteX3" fmla="*/ 3252788 w 6505575"/>
              <a:gd name="connsiteY3" fmla="*/ 6505575 h 6505575"/>
              <a:gd name="connsiteX4" fmla="*/ 3309966 w 6505575"/>
              <a:gd name="connsiteY4" fmla="*/ 6504831 h 6505575"/>
              <a:gd name="connsiteX5" fmla="*/ 3309966 w 6505575"/>
              <a:gd name="connsiteY5" fmla="*/ 3972673 h 6505575"/>
              <a:gd name="connsiteX6" fmla="*/ 2611124 w 6505575"/>
              <a:gd name="connsiteY6" fmla="*/ 3972673 h 6505575"/>
              <a:gd name="connsiteX7" fmla="*/ 2611124 w 6505575"/>
              <a:gd name="connsiteY7" fmla="*/ 3158236 h 6505575"/>
              <a:gd name="connsiteX8" fmla="*/ 3309966 w 6505575"/>
              <a:gd name="connsiteY8" fmla="*/ 3158236 h 6505575"/>
              <a:gd name="connsiteX9" fmla="*/ 3309966 w 6505575"/>
              <a:gd name="connsiteY9" fmla="*/ 2558910 h 6505575"/>
              <a:gd name="connsiteX10" fmla="*/ 4354306 w 6505575"/>
              <a:gd name="connsiteY10" fmla="*/ 1485534 h 6505575"/>
              <a:gd name="connsiteX11" fmla="*/ 4980831 w 6505575"/>
              <a:gd name="connsiteY11" fmla="*/ 1517547 h 6505575"/>
              <a:gd name="connsiteX12" fmla="*/ 4980831 w 6505575"/>
              <a:gd name="connsiteY12" fmla="*/ 2243985 h 6505575"/>
              <a:gd name="connsiteX13" fmla="*/ 4553287 w 6505575"/>
              <a:gd name="connsiteY13" fmla="*/ 2243985 h 6505575"/>
              <a:gd name="connsiteX14" fmla="*/ 4150659 w 6505575"/>
              <a:gd name="connsiteY14" fmla="*/ 2639515 h 6505575"/>
              <a:gd name="connsiteX15" fmla="*/ 4150659 w 6505575"/>
              <a:gd name="connsiteY15" fmla="*/ 3158236 h 6505575"/>
              <a:gd name="connsiteX16" fmla="*/ 4957206 w 6505575"/>
              <a:gd name="connsiteY16" fmla="*/ 3158236 h 6505575"/>
              <a:gd name="connsiteX17" fmla="*/ 4852082 w 6505575"/>
              <a:gd name="connsiteY17" fmla="*/ 3972673 h 6505575"/>
              <a:gd name="connsiteX18" fmla="*/ 4150659 w 6505575"/>
              <a:gd name="connsiteY18" fmla="*/ 3972673 h 6505575"/>
              <a:gd name="connsiteX19" fmla="*/ 4150659 w 6505575"/>
              <a:gd name="connsiteY19" fmla="*/ 6379903 h 6505575"/>
              <a:gd name="connsiteX20" fmla="*/ 6505575 w 6505575"/>
              <a:gd name="connsiteY20" fmla="*/ 3252788 h 6505575"/>
            </a:gdLst>
            <a:rect l="l" t="t" r="r" b="b"/>
            <a:pathLst>
              <a:path w="6505575" h="6505575">
                <a:moveTo>
                  <a:pt x="6505575" y="3252788"/>
                </a:moveTo>
                <a:cubicBezTo>
                  <a:pt x="6505575" y="1456597"/>
                  <a:pt x="5048978" y="0"/>
                  <a:pt x="3252788" y="0"/>
                </a:cubicBezTo>
                <a:cubicBezTo>
                  <a:pt x="1456597" y="0"/>
                  <a:pt x="0" y="1456597"/>
                  <a:pt x="0" y="3252788"/>
                </a:cubicBezTo>
                <a:cubicBezTo>
                  <a:pt x="0" y="5048978"/>
                  <a:pt x="1456597" y="6505575"/>
                  <a:pt x="3252788" y="6505575"/>
                </a:cubicBezTo>
                <a:cubicBezTo>
                  <a:pt x="3271897" y="6505575"/>
                  <a:pt x="3290906" y="6505178"/>
                  <a:pt x="3309966" y="6504831"/>
                </a:cubicBezTo>
                <a:lnTo>
                  <a:pt x="3309966" y="3972673"/>
                </a:lnTo>
                <a:lnTo>
                  <a:pt x="2611124" y="3972673"/>
                </a:lnTo>
                <a:lnTo>
                  <a:pt x="2611124" y="3158236"/>
                </a:lnTo>
                <a:lnTo>
                  <a:pt x="3309966" y="3158236"/>
                </a:lnTo>
                <a:lnTo>
                  <a:pt x="3309966" y="2558910"/>
                </a:lnTo>
                <a:cubicBezTo>
                  <a:pt x="3309966" y="1863841"/>
                  <a:pt x="3734283" y="1485534"/>
                  <a:pt x="4354306" y="1485534"/>
                </a:cubicBezTo>
                <a:cubicBezTo>
                  <a:pt x="4651214" y="1485534"/>
                  <a:pt x="4906430" y="1507670"/>
                  <a:pt x="4980831" y="1517547"/>
                </a:cubicBezTo>
                <a:lnTo>
                  <a:pt x="4980831" y="2243985"/>
                </a:lnTo>
                <a:lnTo>
                  <a:pt x="4553287" y="2243985"/>
                </a:lnTo>
                <a:cubicBezTo>
                  <a:pt x="4215977" y="2243985"/>
                  <a:pt x="4150659" y="2404301"/>
                  <a:pt x="4150659" y="2639515"/>
                </a:cubicBezTo>
                <a:lnTo>
                  <a:pt x="4150659" y="3158236"/>
                </a:lnTo>
                <a:lnTo>
                  <a:pt x="4957206" y="3158236"/>
                </a:lnTo>
                <a:lnTo>
                  <a:pt x="4852082" y="3972673"/>
                </a:lnTo>
                <a:lnTo>
                  <a:pt x="4150659" y="3972673"/>
                </a:lnTo>
                <a:lnTo>
                  <a:pt x="4150659" y="6379903"/>
                </a:lnTo>
                <a:cubicBezTo>
                  <a:pt x="5510273" y="5990130"/>
                  <a:pt x="6505575" y="4737527"/>
                  <a:pt x="6505575" y="3252788"/>
                </a:cubicBezTo>
                <a:close/>
              </a:path>
            </a:pathLst>
          </a:custGeom>
          <a:solidFill xmlns:a="http://schemas.openxmlformats.org/drawingml/2006/main">
            <a:schemeClr val="bg1"/>
          </a:solidFill>
          <a:ln xmlns:a="http://schemas.openxmlformats.org/drawingml/2006/main" w="31750" cap="flat">
            <a:noFill/>
            <a:prstDash val="solid"/>
            <a:miter/>
          </a:ln>
        </p:spPr>
        <p:txBody>
          <a:bodyPr xmlns:a="http://schemas.openxmlformats.org/drawingml/2006/main" anchor="ctr"/>
          <a:lstStyle xmlns:a="http://schemas.openxmlformats.org/drawingml/2006/main"/>
          <a:p xmlns:a="http://schemas.openxmlformats.org/drawingml/2006/main">
            <a:endParaRPr sz="1800">
              <a:solidFill>
                <a:schemeClr val="bg1"/>
              </a:solidFill>
            </a:endParaRPr>
          </a:p>
        </p:txBody>
      </p:sp>
      <p:sp>
        <p:nvSpPr>
          <p:cNvPr id="24" name="Graphic 39">
            <a:extLst xmlns:a="http://schemas.openxmlformats.org/drawingml/2006/main">
              <a:ext uri="{FF2B5EF4-FFF2-40B4-BE49-F238E27FC236}">
                <a16:creationId xmlns:a16="http://schemas.microsoft.com/office/drawing/2014/main" id="{4A635E53-30B5-49D6-AA04-5F38A16BC28D}"/>
              </a:ext>
            </a:extLst>
          </p:cNvPr>
          <p:cNvSpPr>
            <a:spLocks xmlns:a="http://schemas.openxmlformats.org/drawingml/2006/main" noGrp="1"/>
          </p:cNvSpPr>
          <p:nvPr/>
        </p:nvSpPr>
        <p:spPr>
          <a:xfrm xmlns:a="http://schemas.openxmlformats.org/drawingml/2006/main" rot="0" flipH="0" flipV="0">
            <a:off x="11049196" y="6396171"/>
            <a:ext cx="141332" cy="141333"/>
          </a:xfrm>
          <a:custGeom xmlns:a="http://schemas.openxmlformats.org/drawingml/2006/main">
            <a:gdLst>
              <a:gd name="connsiteX0" fmla="*/ 3252788 w 6505575"/>
              <a:gd name="connsiteY0" fmla="*/ 0 h 6505575"/>
              <a:gd name="connsiteX1" fmla="*/ 0 w 6505575"/>
              <a:gd name="connsiteY1" fmla="*/ 3252788 h 6505575"/>
              <a:gd name="connsiteX2" fmla="*/ 3252788 w 6505575"/>
              <a:gd name="connsiteY2" fmla="*/ 6505575 h 6505575"/>
              <a:gd name="connsiteX3" fmla="*/ 6505575 w 6505575"/>
              <a:gd name="connsiteY3" fmla="*/ 3252788 h 6505575"/>
              <a:gd name="connsiteX4" fmla="*/ 3252788 w 6505575"/>
              <a:gd name="connsiteY4" fmla="*/ 0 h 6505575"/>
              <a:gd name="connsiteX5" fmla="*/ 4737974 w 6505575"/>
              <a:gd name="connsiteY5" fmla="*/ 2536178 h 6505575"/>
              <a:gd name="connsiteX6" fmla="*/ 4740108 w 6505575"/>
              <a:gd name="connsiteY6" fmla="*/ 2632665 h 6505575"/>
              <a:gd name="connsiteX7" fmla="*/ 2615840 w 6505575"/>
              <a:gd name="connsiteY7" fmla="*/ 4756934 h 6505575"/>
              <a:gd name="connsiteX8" fmla="*/ 2615889 w 6505575"/>
              <a:gd name="connsiteY8" fmla="*/ 4756934 h 6505575"/>
              <a:gd name="connsiteX9" fmla="*/ 2615840 w 6505575"/>
              <a:gd name="connsiteY9" fmla="*/ 4756934 h 6505575"/>
              <a:gd name="connsiteX10" fmla="*/ 1471438 w 6505575"/>
              <a:gd name="connsiteY10" fmla="*/ 4421560 h 6505575"/>
              <a:gd name="connsiteX11" fmla="*/ 1649523 w 6505575"/>
              <a:gd name="connsiteY11" fmla="*/ 4431884 h 6505575"/>
              <a:gd name="connsiteX12" fmla="*/ 2576828 w 6505575"/>
              <a:gd name="connsiteY12" fmla="*/ 4112293 h 6505575"/>
              <a:gd name="connsiteX13" fmla="*/ 1879327 w 6505575"/>
              <a:gd name="connsiteY13" fmla="*/ 3593721 h 6505575"/>
              <a:gd name="connsiteX14" fmla="*/ 2019641 w 6505575"/>
              <a:gd name="connsiteY14" fmla="*/ 3607221 h 6505575"/>
              <a:gd name="connsiteX15" fmla="*/ 2216537 w 6505575"/>
              <a:gd name="connsiteY15" fmla="*/ 3580915 h 6505575"/>
              <a:gd name="connsiteX16" fmla="*/ 1617559 w 6505575"/>
              <a:gd name="connsiteY16" fmla="*/ 2849068 h 6505575"/>
              <a:gd name="connsiteX17" fmla="*/ 1617658 w 6505575"/>
              <a:gd name="connsiteY17" fmla="*/ 2839538 h 6505575"/>
              <a:gd name="connsiteX18" fmla="*/ 1955812 w 6505575"/>
              <a:gd name="connsiteY18" fmla="*/ 2932899 h 6505575"/>
              <a:gd name="connsiteX19" fmla="*/ 1623565 w 6505575"/>
              <a:gd name="connsiteY19" fmla="*/ 2311437 h 6505575"/>
              <a:gd name="connsiteX20" fmla="*/ 1724668 w 6505575"/>
              <a:gd name="connsiteY20" fmla="*/ 1936157 h 6505575"/>
              <a:gd name="connsiteX21" fmla="*/ 3263608 w 6505575"/>
              <a:gd name="connsiteY21" fmla="*/ 2716248 h 6505575"/>
              <a:gd name="connsiteX22" fmla="*/ 3244201 w 6505575"/>
              <a:gd name="connsiteY22" fmla="*/ 2546005 h 6505575"/>
              <a:gd name="connsiteX23" fmla="*/ 3990889 w 6505575"/>
              <a:gd name="connsiteY23" fmla="*/ 1799466 h 6505575"/>
              <a:gd name="connsiteX24" fmla="*/ 4535866 w 6505575"/>
              <a:gd name="connsiteY24" fmla="*/ 2035375 h 6505575"/>
              <a:gd name="connsiteX25" fmla="*/ 5009966 w 6505575"/>
              <a:gd name="connsiteY25" fmla="*/ 1854162 h 6505575"/>
              <a:gd name="connsiteX26" fmla="*/ 4681640 w 6505575"/>
              <a:gd name="connsiteY26" fmla="*/ 2267114 h 6505575"/>
              <a:gd name="connsiteX27" fmla="*/ 5110375 w 6505575"/>
              <a:gd name="connsiteY27" fmla="*/ 2149532 h 6505575"/>
              <a:gd name="connsiteX28" fmla="*/ 4737974 w 6505575"/>
              <a:gd name="connsiteY28" fmla="*/ 2536178 h 6505575"/>
            </a:gdLst>
            <a:rect l="l" t="t" r="r" b="b"/>
            <a:pathLst>
              <a:path w="6505575" h="6505575">
                <a:moveTo>
                  <a:pt x="3252788" y="0"/>
                </a:moveTo>
                <a:cubicBezTo>
                  <a:pt x="1456597" y="0"/>
                  <a:pt x="0" y="1456597"/>
                  <a:pt x="0" y="3252788"/>
                </a:cubicBezTo>
                <a:cubicBezTo>
                  <a:pt x="0" y="5048978"/>
                  <a:pt x="1456597" y="6505575"/>
                  <a:pt x="3252788" y="6505575"/>
                </a:cubicBezTo>
                <a:cubicBezTo>
                  <a:pt x="5048978" y="6505575"/>
                  <a:pt x="6505575" y="5048978"/>
                  <a:pt x="6505575" y="3252788"/>
                </a:cubicBezTo>
                <a:cubicBezTo>
                  <a:pt x="6505575" y="1456597"/>
                  <a:pt x="5048978" y="0"/>
                  <a:pt x="3252788" y="0"/>
                </a:cubicBezTo>
                <a:close/>
                <a:moveTo>
                  <a:pt x="4737974" y="2536178"/>
                </a:moveTo>
                <a:cubicBezTo>
                  <a:pt x="4739413" y="2568191"/>
                  <a:pt x="4740108" y="2600354"/>
                  <a:pt x="4740108" y="2632665"/>
                </a:cubicBezTo>
                <a:cubicBezTo>
                  <a:pt x="4740108" y="3619232"/>
                  <a:pt x="3989152" y="4756884"/>
                  <a:pt x="2615840" y="4756934"/>
                </a:cubicBezTo>
                <a:lnTo>
                  <a:pt x="2615889" y="4756934"/>
                </a:lnTo>
                <a:lnTo>
                  <a:pt x="2615840" y="4756934"/>
                </a:lnTo>
                <a:cubicBezTo>
                  <a:pt x="2194202" y="4756934"/>
                  <a:pt x="1801849" y="4633346"/>
                  <a:pt x="1471438" y="4421560"/>
                </a:cubicBezTo>
                <a:cubicBezTo>
                  <a:pt x="1529856" y="4428459"/>
                  <a:pt x="1589318" y="4431884"/>
                  <a:pt x="1649523" y="4431884"/>
                </a:cubicBezTo>
                <a:cubicBezTo>
                  <a:pt x="1999341" y="4431884"/>
                  <a:pt x="2321264" y="4312564"/>
                  <a:pt x="2576828" y="4112293"/>
                </a:cubicBezTo>
                <a:cubicBezTo>
                  <a:pt x="2249990" y="4106237"/>
                  <a:pt x="1974425" y="3890381"/>
                  <a:pt x="1879327" y="3593721"/>
                </a:cubicBezTo>
                <a:cubicBezTo>
                  <a:pt x="1924841" y="3602456"/>
                  <a:pt x="1971645" y="3607221"/>
                  <a:pt x="2019641" y="3607221"/>
                </a:cubicBezTo>
                <a:cubicBezTo>
                  <a:pt x="2087788" y="3607221"/>
                  <a:pt x="2153800" y="3598039"/>
                  <a:pt x="2216537" y="3580915"/>
                </a:cubicBezTo>
                <a:cubicBezTo>
                  <a:pt x="1874909" y="3512520"/>
                  <a:pt x="1617559" y="3210599"/>
                  <a:pt x="1617559" y="2849068"/>
                </a:cubicBezTo>
                <a:cubicBezTo>
                  <a:pt x="1617559" y="2845693"/>
                  <a:pt x="1617559" y="2842665"/>
                  <a:pt x="1617658" y="2839538"/>
                </a:cubicBezTo>
                <a:cubicBezTo>
                  <a:pt x="1718266" y="2895475"/>
                  <a:pt x="1833316" y="2929127"/>
                  <a:pt x="1955812" y="2932899"/>
                </a:cubicBezTo>
                <a:cubicBezTo>
                  <a:pt x="1755342" y="2799137"/>
                  <a:pt x="1623565" y="2570475"/>
                  <a:pt x="1623565" y="2311437"/>
                </a:cubicBezTo>
                <a:cubicBezTo>
                  <a:pt x="1623565" y="2174647"/>
                  <a:pt x="1660542" y="2046493"/>
                  <a:pt x="1724668" y="1936157"/>
                </a:cubicBezTo>
                <a:cubicBezTo>
                  <a:pt x="2092850" y="2387922"/>
                  <a:pt x="2643089" y="2685029"/>
                  <a:pt x="3263608" y="2716248"/>
                </a:cubicBezTo>
                <a:cubicBezTo>
                  <a:pt x="3250802" y="2661552"/>
                  <a:pt x="3244201" y="2604573"/>
                  <a:pt x="3244201" y="2546005"/>
                </a:cubicBezTo>
                <a:cubicBezTo>
                  <a:pt x="3244201" y="2133848"/>
                  <a:pt x="3578583" y="1799466"/>
                  <a:pt x="3990889" y="1799466"/>
                </a:cubicBezTo>
                <a:cubicBezTo>
                  <a:pt x="4205654" y="1799466"/>
                  <a:pt x="4399622" y="1890246"/>
                  <a:pt x="4535866" y="2035375"/>
                </a:cubicBezTo>
                <a:cubicBezTo>
                  <a:pt x="4705960" y="2001822"/>
                  <a:pt x="4865681" y="1939681"/>
                  <a:pt x="5009966" y="1854162"/>
                </a:cubicBezTo>
                <a:cubicBezTo>
                  <a:pt x="4954128" y="2028426"/>
                  <a:pt x="4835802" y="2174647"/>
                  <a:pt x="4681640" y="2267114"/>
                </a:cubicBezTo>
                <a:cubicBezTo>
                  <a:pt x="4832675" y="2249047"/>
                  <a:pt x="4976612" y="2208993"/>
                  <a:pt x="5110375" y="2149532"/>
                </a:cubicBezTo>
                <a:cubicBezTo>
                  <a:pt x="5010462" y="2299277"/>
                  <a:pt x="4883748" y="2430806"/>
                  <a:pt x="4737974" y="2536178"/>
                </a:cubicBezTo>
                <a:close/>
              </a:path>
            </a:pathLst>
          </a:custGeom>
          <a:solidFill xmlns:a="http://schemas.openxmlformats.org/drawingml/2006/main">
            <a:schemeClr val="bg1"/>
          </a:solidFill>
          <a:ln xmlns:a="http://schemas.openxmlformats.org/drawingml/2006/main" w="31750" cap="flat">
            <a:noFill/>
            <a:prstDash val="solid"/>
            <a:miter/>
          </a:ln>
        </p:spPr>
        <p:txBody>
          <a:bodyPr xmlns:a="http://schemas.openxmlformats.org/drawingml/2006/main" anchor="ctr"/>
          <a:lstStyle xmlns:a="http://schemas.openxmlformats.org/drawingml/2006/main"/>
          <a:p xmlns:a="http://schemas.openxmlformats.org/drawingml/2006/main">
            <a:endParaRPr sz="1800">
              <a:solidFill>
                <a:schemeClr val="bg1"/>
              </a:solidFill>
            </a:endParaRPr>
          </a:p>
        </p:txBody>
      </p:sp>
      <p:sp>
        <p:nvSpPr>
          <p:cNvPr id="25" name="Freeform: Shape 24">
            <a:extLst xmlns:a="http://schemas.openxmlformats.org/drawingml/2006/main">
              <a:ext uri="{FF2B5EF4-FFF2-40B4-BE49-F238E27FC236}">
                <a16:creationId xmlns:a16="http://schemas.microsoft.com/office/drawing/2014/main" id="{29550256-CE3C-4469-ABEC-4EBDA5B9012B}"/>
              </a:ext>
            </a:extLst>
          </p:cNvPr>
          <p:cNvSpPr>
            <a:spLocks xmlns:a="http://schemas.openxmlformats.org/drawingml/2006/main" noGrp="1"/>
          </p:cNvSpPr>
          <p:nvPr/>
        </p:nvSpPr>
        <p:spPr>
          <a:xfrm xmlns:a="http://schemas.openxmlformats.org/drawingml/2006/main" rot="0" flipH="0" flipV="0">
            <a:off x="11295488" y="6396171"/>
            <a:ext cx="141332" cy="141333"/>
          </a:xfrm>
          <a:custGeom xmlns:a="http://schemas.openxmlformats.org/drawingml/2006/main">
            <a:gdLst>
              <a:gd name="connsiteX0" fmla="*/ 2847628 w 6505575"/>
              <a:gd name="connsiteY0" fmla="*/ 2643386 h 6505575"/>
              <a:gd name="connsiteX1" fmla="*/ 3905718 w 6505575"/>
              <a:gd name="connsiteY1" fmla="*/ 3252787 h 6505575"/>
              <a:gd name="connsiteX2" fmla="*/ 2847628 w 6505575"/>
              <a:gd name="connsiteY2" fmla="*/ 3862189 h 6505575"/>
              <a:gd name="connsiteX3" fmla="*/ 3252788 w 6505575"/>
              <a:gd name="connsiteY3" fmla="*/ 1829693 h 6505575"/>
              <a:gd name="connsiteX4" fmla="*/ 1662279 w 6505575"/>
              <a:gd name="connsiteY4" fmla="*/ 1913425 h 6505575"/>
              <a:gd name="connsiteX5" fmla="*/ 1303974 w 6505575"/>
              <a:gd name="connsiteY5" fmla="*/ 2275055 h 6505575"/>
              <a:gd name="connsiteX6" fmla="*/ 1220242 w 6505575"/>
              <a:gd name="connsiteY6" fmla="*/ 3252788 h 6505575"/>
              <a:gd name="connsiteX7" fmla="*/ 1303974 w 6505575"/>
              <a:gd name="connsiteY7" fmla="*/ 4230520 h 6505575"/>
              <a:gd name="connsiteX8" fmla="*/ 1662279 w 6505575"/>
              <a:gd name="connsiteY8" fmla="*/ 4588825 h 6505575"/>
              <a:gd name="connsiteX9" fmla="*/ 3252788 w 6505575"/>
              <a:gd name="connsiteY9" fmla="*/ 4675882 h 6505575"/>
              <a:gd name="connsiteX10" fmla="*/ 4843296 w 6505575"/>
              <a:gd name="connsiteY10" fmla="*/ 4592150 h 6505575"/>
              <a:gd name="connsiteX11" fmla="*/ 5201601 w 6505575"/>
              <a:gd name="connsiteY11" fmla="*/ 4233895 h 6505575"/>
              <a:gd name="connsiteX12" fmla="*/ 5285284 w 6505575"/>
              <a:gd name="connsiteY12" fmla="*/ 3256113 h 6505575"/>
              <a:gd name="connsiteX13" fmla="*/ 5201601 w 6505575"/>
              <a:gd name="connsiteY13" fmla="*/ 2275055 h 6505575"/>
              <a:gd name="connsiteX14" fmla="*/ 4843296 w 6505575"/>
              <a:gd name="connsiteY14" fmla="*/ 1916750 h 6505575"/>
              <a:gd name="connsiteX15" fmla="*/ 3252788 w 6505575"/>
              <a:gd name="connsiteY15" fmla="*/ 1829693 h 6505575"/>
              <a:gd name="connsiteX16" fmla="*/ 3252788 w 6505575"/>
              <a:gd name="connsiteY16" fmla="*/ 0 h 6505575"/>
              <a:gd name="connsiteX17" fmla="*/ 6505575 w 6505575"/>
              <a:gd name="connsiteY17" fmla="*/ 3252788 h 6505575"/>
              <a:gd name="connsiteX18" fmla="*/ 3252788 w 6505575"/>
              <a:gd name="connsiteY18" fmla="*/ 6505575 h 6505575"/>
              <a:gd name="connsiteX19" fmla="*/ 0 w 6505575"/>
              <a:gd name="connsiteY19" fmla="*/ 3252788 h 6505575"/>
              <a:gd name="connsiteX20" fmla="*/ 3252788 w 6505575"/>
              <a:gd name="connsiteY20" fmla="*/ 0 h 6505575"/>
            </a:gdLst>
            <a:rect l="l" t="t" r="r" b="b"/>
            <a:pathLst>
              <a:path w="6505575" h="6505575">
                <a:moveTo>
                  <a:pt x="2847628" y="2643386"/>
                </a:moveTo>
                <a:lnTo>
                  <a:pt x="3905718" y="3252787"/>
                </a:lnTo>
                <a:lnTo>
                  <a:pt x="2847628" y="3862189"/>
                </a:lnTo>
                <a:close/>
                <a:moveTo>
                  <a:pt x="3252788" y="1829693"/>
                </a:moveTo>
                <a:cubicBezTo>
                  <a:pt x="3252788" y="1829693"/>
                  <a:pt x="1980381" y="1829693"/>
                  <a:pt x="1662279" y="1913425"/>
                </a:cubicBezTo>
                <a:cubicBezTo>
                  <a:pt x="1491490" y="1960279"/>
                  <a:pt x="1350828" y="2100941"/>
                  <a:pt x="1303974" y="2275055"/>
                </a:cubicBezTo>
                <a:cubicBezTo>
                  <a:pt x="1220242" y="2593157"/>
                  <a:pt x="1220242" y="3252788"/>
                  <a:pt x="1220242" y="3252788"/>
                </a:cubicBezTo>
                <a:cubicBezTo>
                  <a:pt x="1220242" y="3252788"/>
                  <a:pt x="1220242" y="3915793"/>
                  <a:pt x="1303974" y="4230520"/>
                </a:cubicBezTo>
                <a:cubicBezTo>
                  <a:pt x="1350878" y="4404635"/>
                  <a:pt x="1488164" y="4541971"/>
                  <a:pt x="1662279" y="4588825"/>
                </a:cubicBezTo>
                <a:cubicBezTo>
                  <a:pt x="1983706" y="4675882"/>
                  <a:pt x="3252788" y="4675882"/>
                  <a:pt x="3252788" y="4675882"/>
                </a:cubicBezTo>
                <a:cubicBezTo>
                  <a:pt x="3252788" y="4675882"/>
                  <a:pt x="4525195" y="4675882"/>
                  <a:pt x="4843296" y="4592150"/>
                </a:cubicBezTo>
                <a:cubicBezTo>
                  <a:pt x="5017411" y="4545296"/>
                  <a:pt x="5154698" y="4408010"/>
                  <a:pt x="5201601" y="4233895"/>
                </a:cubicBezTo>
                <a:cubicBezTo>
                  <a:pt x="5285284" y="3915793"/>
                  <a:pt x="5285284" y="3256113"/>
                  <a:pt x="5285284" y="3256113"/>
                </a:cubicBezTo>
                <a:cubicBezTo>
                  <a:pt x="5285284" y="3256113"/>
                  <a:pt x="5288659" y="2593157"/>
                  <a:pt x="5201601" y="2275055"/>
                </a:cubicBezTo>
                <a:cubicBezTo>
                  <a:pt x="5154698" y="2100941"/>
                  <a:pt x="5017411" y="1963604"/>
                  <a:pt x="4843296" y="1916750"/>
                </a:cubicBezTo>
                <a:cubicBezTo>
                  <a:pt x="4525195" y="1829693"/>
                  <a:pt x="3252788" y="1829693"/>
                  <a:pt x="3252788" y="1829693"/>
                </a:cubicBezTo>
                <a:close/>
                <a:moveTo>
                  <a:pt x="3252788" y="0"/>
                </a:moveTo>
                <a:cubicBezTo>
                  <a:pt x="5048978" y="0"/>
                  <a:pt x="6505575" y="1456597"/>
                  <a:pt x="6505575" y="3252788"/>
                </a:cubicBezTo>
                <a:cubicBezTo>
                  <a:pt x="6505575" y="5048978"/>
                  <a:pt x="5048978" y="6505575"/>
                  <a:pt x="3252788" y="6505575"/>
                </a:cubicBezTo>
                <a:cubicBezTo>
                  <a:pt x="1456597" y="6505575"/>
                  <a:pt x="0" y="5048978"/>
                  <a:pt x="0" y="3252788"/>
                </a:cubicBezTo>
                <a:cubicBezTo>
                  <a:pt x="0" y="1456597"/>
                  <a:pt x="1456597" y="0"/>
                  <a:pt x="3252788" y="0"/>
                </a:cubicBezTo>
                <a:close/>
              </a:path>
            </a:pathLst>
          </a:custGeom>
          <a:solidFill xmlns:a="http://schemas.openxmlformats.org/drawingml/2006/main">
            <a:schemeClr val="bg1"/>
          </a:solidFill>
          <a:ln xmlns:a="http://schemas.openxmlformats.org/drawingml/2006/main" w="31750" cap="flat">
            <a:noFill/>
            <a:prstDash val="solid"/>
            <a:miter/>
          </a:ln>
        </p:spPr>
        <p:txBody>
          <a:bodyPr xmlns:a="http://schemas.openxmlformats.org/drawingml/2006/main" anchor="ctr"/>
          <a:lstStyle xmlns:a="http://schemas.openxmlformats.org/drawingml/2006/main"/>
          <a:p xmlns:a="http://schemas.openxmlformats.org/drawingml/2006/main">
            <a:endParaRPr sz="1800">
              <a:solidFill>
                <a:schemeClr val="bg1"/>
              </a:solidFill>
            </a:endParaRPr>
          </a:p>
        </p:txBody>
      </p:sp>
      <p:sp>
        <p:nvSpPr>
          <p:cNvPr id="26" name="Freeform: Shape 25">
            <a:extLst xmlns:a="http://schemas.openxmlformats.org/drawingml/2006/main">
              <a:ext uri="{FF2B5EF4-FFF2-40B4-BE49-F238E27FC236}">
                <a16:creationId xmlns:a16="http://schemas.microsoft.com/office/drawing/2014/main" id="{82089D39-BCEC-474F-83CE-68C9CB38CF88}"/>
              </a:ext>
            </a:extLst>
          </p:cNvPr>
          <p:cNvSpPr>
            <a:spLocks xmlns:a="http://schemas.openxmlformats.org/drawingml/2006/main" noGrp="1"/>
          </p:cNvSpPr>
          <p:nvPr/>
        </p:nvSpPr>
        <p:spPr>
          <a:xfrm xmlns:a="http://schemas.openxmlformats.org/drawingml/2006/main" rot="0" flipH="0" flipV="0">
            <a:off x="10802902" y="6396171"/>
            <a:ext cx="141332" cy="141333"/>
          </a:xfrm>
          <a:custGeom xmlns:a="http://schemas.openxmlformats.org/drawingml/2006/main">
            <a:gdLst>
              <a:gd name="connsiteX0" fmla="*/ 3252789 w 6505575"/>
              <a:gd name="connsiteY0" fmla="*/ 2630184 h 6505575"/>
              <a:gd name="connsiteX1" fmla="*/ 3875393 w 6505575"/>
              <a:gd name="connsiteY1" fmla="*/ 3252789 h 6505575"/>
              <a:gd name="connsiteX2" fmla="*/ 3252789 w 6505575"/>
              <a:gd name="connsiteY2" fmla="*/ 3875393 h 6505575"/>
              <a:gd name="connsiteX3" fmla="*/ 2630184 w 6505575"/>
              <a:gd name="connsiteY3" fmla="*/ 3252789 h 6505575"/>
              <a:gd name="connsiteX4" fmla="*/ 3252789 w 6505575"/>
              <a:gd name="connsiteY4" fmla="*/ 2630184 h 6505575"/>
              <a:gd name="connsiteX5" fmla="*/ 3252788 w 6505575"/>
              <a:gd name="connsiteY5" fmla="*/ 2293668 h 6505575"/>
              <a:gd name="connsiteX6" fmla="*/ 2293619 w 6505575"/>
              <a:gd name="connsiteY6" fmla="*/ 3252787 h 6505575"/>
              <a:gd name="connsiteX7" fmla="*/ 3252788 w 6505575"/>
              <a:gd name="connsiteY7" fmla="*/ 4211907 h 6505575"/>
              <a:gd name="connsiteX8" fmla="*/ 4211908 w 6505575"/>
              <a:gd name="connsiteY8" fmla="*/ 3252787 h 6505575"/>
              <a:gd name="connsiteX9" fmla="*/ 3252788 w 6505575"/>
              <a:gd name="connsiteY9" fmla="*/ 2293668 h 6505575"/>
              <a:gd name="connsiteX10" fmla="*/ 4249828 w 6505575"/>
              <a:gd name="connsiteY10" fmla="*/ 2031602 h 6505575"/>
              <a:gd name="connsiteX11" fmla="*/ 4025682 w 6505575"/>
              <a:gd name="connsiteY11" fmla="*/ 2255747 h 6505575"/>
              <a:gd name="connsiteX12" fmla="*/ 4249828 w 6505575"/>
              <a:gd name="connsiteY12" fmla="*/ 2479893 h 6505575"/>
              <a:gd name="connsiteX13" fmla="*/ 4473973 w 6505575"/>
              <a:gd name="connsiteY13" fmla="*/ 2255747 h 6505575"/>
              <a:gd name="connsiteX14" fmla="*/ 4249828 w 6505575"/>
              <a:gd name="connsiteY14" fmla="*/ 2031602 h 6505575"/>
              <a:gd name="connsiteX15" fmla="*/ 3252788 w 6505575"/>
              <a:gd name="connsiteY15" fmla="*/ 1721541 h 6505575"/>
              <a:gd name="connsiteX16" fmla="*/ 4007566 w 6505575"/>
              <a:gd name="connsiteY16" fmla="*/ 1732460 h 6505575"/>
              <a:gd name="connsiteX17" fmla="*/ 4354356 w 6505575"/>
              <a:gd name="connsiteY17" fmla="*/ 1796736 h 6505575"/>
              <a:gd name="connsiteX18" fmla="*/ 4569121 w 6505575"/>
              <a:gd name="connsiteY18" fmla="*/ 1936454 h 6505575"/>
              <a:gd name="connsiteX19" fmla="*/ 4708839 w 6505575"/>
              <a:gd name="connsiteY19" fmla="*/ 2151219 h 6505575"/>
              <a:gd name="connsiteX20" fmla="*/ 4773164 w 6505575"/>
              <a:gd name="connsiteY20" fmla="*/ 2498059 h 6505575"/>
              <a:gd name="connsiteX21" fmla="*/ 4784034 w 6505575"/>
              <a:gd name="connsiteY21" fmla="*/ 3252837 h 6505575"/>
              <a:gd name="connsiteX22" fmla="*/ 4773164 w 6505575"/>
              <a:gd name="connsiteY22" fmla="*/ 4007615 h 6505575"/>
              <a:gd name="connsiteX23" fmla="*/ 4708839 w 6505575"/>
              <a:gd name="connsiteY23" fmla="*/ 4354405 h 6505575"/>
              <a:gd name="connsiteX24" fmla="*/ 4354356 w 6505575"/>
              <a:gd name="connsiteY24" fmla="*/ 4708888 h 6505575"/>
              <a:gd name="connsiteX25" fmla="*/ 4007516 w 6505575"/>
              <a:gd name="connsiteY25" fmla="*/ 4773213 h 6505575"/>
              <a:gd name="connsiteX26" fmla="*/ 3252738 w 6505575"/>
              <a:gd name="connsiteY26" fmla="*/ 4784083 h 6505575"/>
              <a:gd name="connsiteX27" fmla="*/ 2498010 w 6505575"/>
              <a:gd name="connsiteY27" fmla="*/ 4773213 h 6505575"/>
              <a:gd name="connsiteX28" fmla="*/ 2151170 w 6505575"/>
              <a:gd name="connsiteY28" fmla="*/ 4708888 h 6505575"/>
              <a:gd name="connsiteX29" fmla="*/ 1936405 w 6505575"/>
              <a:gd name="connsiteY29" fmla="*/ 4569170 h 6505575"/>
              <a:gd name="connsiteX30" fmla="*/ 1796687 w 6505575"/>
              <a:gd name="connsiteY30" fmla="*/ 4354405 h 6505575"/>
              <a:gd name="connsiteX31" fmla="*/ 1732411 w 6505575"/>
              <a:gd name="connsiteY31" fmla="*/ 4007615 h 6505575"/>
              <a:gd name="connsiteX32" fmla="*/ 1721492 w 6505575"/>
              <a:gd name="connsiteY32" fmla="*/ 3252837 h 6505575"/>
              <a:gd name="connsiteX33" fmla="*/ 1732411 w 6505575"/>
              <a:gd name="connsiteY33" fmla="*/ 2498059 h 6505575"/>
              <a:gd name="connsiteX34" fmla="*/ 1796687 w 6505575"/>
              <a:gd name="connsiteY34" fmla="*/ 2151219 h 6505575"/>
              <a:gd name="connsiteX35" fmla="*/ 1936455 w 6505575"/>
              <a:gd name="connsiteY35" fmla="*/ 1936454 h 6505575"/>
              <a:gd name="connsiteX36" fmla="*/ 2151220 w 6505575"/>
              <a:gd name="connsiteY36" fmla="*/ 1796736 h 6505575"/>
              <a:gd name="connsiteX37" fmla="*/ 2498010 w 6505575"/>
              <a:gd name="connsiteY37" fmla="*/ 1732411 h 6505575"/>
              <a:gd name="connsiteX38" fmla="*/ 3252788 w 6505575"/>
              <a:gd name="connsiteY38" fmla="*/ 1721541 h 6505575"/>
              <a:gd name="connsiteX39" fmla="*/ 3252788 w 6505575"/>
              <a:gd name="connsiteY39" fmla="*/ 1384976 h 6505575"/>
              <a:gd name="connsiteX40" fmla="*/ 2482722 w 6505575"/>
              <a:gd name="connsiteY40" fmla="*/ 1396243 h 6505575"/>
              <a:gd name="connsiteX41" fmla="*/ 2029319 w 6505575"/>
              <a:gd name="connsiteY41" fmla="*/ 1483052 h 6505575"/>
              <a:gd name="connsiteX42" fmla="*/ 1698511 w 6505575"/>
              <a:gd name="connsiteY42" fmla="*/ 1698511 h 6505575"/>
              <a:gd name="connsiteX43" fmla="*/ 1483002 w 6505575"/>
              <a:gd name="connsiteY43" fmla="*/ 2029319 h 6505575"/>
              <a:gd name="connsiteX44" fmla="*/ 1396243 w 6505575"/>
              <a:gd name="connsiteY44" fmla="*/ 2482722 h 6505575"/>
              <a:gd name="connsiteX45" fmla="*/ 1384976 w 6505575"/>
              <a:gd name="connsiteY45" fmla="*/ 3252788 h 6505575"/>
              <a:gd name="connsiteX46" fmla="*/ 1396292 w 6505575"/>
              <a:gd name="connsiteY46" fmla="*/ 4022903 h 6505575"/>
              <a:gd name="connsiteX47" fmla="*/ 1483102 w 6505575"/>
              <a:gd name="connsiteY47" fmla="*/ 4476256 h 6505575"/>
              <a:gd name="connsiteX48" fmla="*/ 1698511 w 6505575"/>
              <a:gd name="connsiteY48" fmla="*/ 4807064 h 6505575"/>
              <a:gd name="connsiteX49" fmla="*/ 2029369 w 6505575"/>
              <a:gd name="connsiteY49" fmla="*/ 5022523 h 6505575"/>
              <a:gd name="connsiteX50" fmla="*/ 2482722 w 6505575"/>
              <a:gd name="connsiteY50" fmla="*/ 5109332 h 6505575"/>
              <a:gd name="connsiteX51" fmla="*/ 3252837 w 6505575"/>
              <a:gd name="connsiteY51" fmla="*/ 5120599 h 6505575"/>
              <a:gd name="connsiteX52" fmla="*/ 4022903 w 6505575"/>
              <a:gd name="connsiteY52" fmla="*/ 5109332 h 6505575"/>
              <a:gd name="connsiteX53" fmla="*/ 4476256 w 6505575"/>
              <a:gd name="connsiteY53" fmla="*/ 5022523 h 6505575"/>
              <a:gd name="connsiteX54" fmla="*/ 5022523 w 6505575"/>
              <a:gd name="connsiteY54" fmla="*/ 4476256 h 6505575"/>
              <a:gd name="connsiteX55" fmla="*/ 5109332 w 6505575"/>
              <a:gd name="connsiteY55" fmla="*/ 4022853 h 6505575"/>
              <a:gd name="connsiteX56" fmla="*/ 5120599 w 6505575"/>
              <a:gd name="connsiteY56" fmla="*/ 3252788 h 6505575"/>
              <a:gd name="connsiteX57" fmla="*/ 5109382 w 6505575"/>
              <a:gd name="connsiteY57" fmla="*/ 2482722 h 6505575"/>
              <a:gd name="connsiteX58" fmla="*/ 5022523 w 6505575"/>
              <a:gd name="connsiteY58" fmla="*/ 2029319 h 6505575"/>
              <a:gd name="connsiteX59" fmla="*/ 4807114 w 6505575"/>
              <a:gd name="connsiteY59" fmla="*/ 1698511 h 6505575"/>
              <a:gd name="connsiteX60" fmla="*/ 4476256 w 6505575"/>
              <a:gd name="connsiteY60" fmla="*/ 1483002 h 6505575"/>
              <a:gd name="connsiteX61" fmla="*/ 4022853 w 6505575"/>
              <a:gd name="connsiteY61" fmla="*/ 1396292 h 6505575"/>
              <a:gd name="connsiteX62" fmla="*/ 3252788 w 6505575"/>
              <a:gd name="connsiteY62" fmla="*/ 1384976 h 6505575"/>
              <a:gd name="connsiteX63" fmla="*/ 3252788 w 6505575"/>
              <a:gd name="connsiteY63" fmla="*/ 0 h 6505575"/>
              <a:gd name="connsiteX64" fmla="*/ 6505575 w 6505575"/>
              <a:gd name="connsiteY64" fmla="*/ 3252788 h 6505575"/>
              <a:gd name="connsiteX65" fmla="*/ 3252788 w 6505575"/>
              <a:gd name="connsiteY65" fmla="*/ 6505575 h 6505575"/>
              <a:gd name="connsiteX66" fmla="*/ 0 w 6505575"/>
              <a:gd name="connsiteY66" fmla="*/ 3252788 h 6505575"/>
              <a:gd name="connsiteX67" fmla="*/ 3252788 w 6505575"/>
              <a:gd name="connsiteY67" fmla="*/ 0 h 6505575"/>
            </a:gdLst>
            <a:rect l="l" t="t" r="r" b="b"/>
            <a:pathLst>
              <a:path w="6505575" h="6505575">
                <a:moveTo>
                  <a:pt x="3252789" y="2630184"/>
                </a:moveTo>
                <a:cubicBezTo>
                  <a:pt x="3596650" y="2630184"/>
                  <a:pt x="3875393" y="2908927"/>
                  <a:pt x="3875393" y="3252789"/>
                </a:cubicBezTo>
                <a:cubicBezTo>
                  <a:pt x="3875393" y="3596650"/>
                  <a:pt x="3596650" y="3875393"/>
                  <a:pt x="3252789" y="3875393"/>
                </a:cubicBezTo>
                <a:cubicBezTo>
                  <a:pt x="2908926" y="3875393"/>
                  <a:pt x="2630184" y="3596650"/>
                  <a:pt x="2630184" y="3252789"/>
                </a:cubicBezTo>
                <a:cubicBezTo>
                  <a:pt x="2630184" y="2908927"/>
                  <a:pt x="2908926" y="2630184"/>
                  <a:pt x="3252789" y="2630184"/>
                </a:cubicBezTo>
                <a:close/>
                <a:moveTo>
                  <a:pt x="3252788" y="2293668"/>
                </a:moveTo>
                <a:cubicBezTo>
                  <a:pt x="2723048" y="2293668"/>
                  <a:pt x="2293619" y="2723048"/>
                  <a:pt x="2293619" y="3252787"/>
                </a:cubicBezTo>
                <a:cubicBezTo>
                  <a:pt x="2293619" y="3782527"/>
                  <a:pt x="2723048" y="4211907"/>
                  <a:pt x="3252788" y="4211907"/>
                </a:cubicBezTo>
                <a:cubicBezTo>
                  <a:pt x="3782478" y="4211907"/>
                  <a:pt x="4211908" y="3782527"/>
                  <a:pt x="4211908" y="3252787"/>
                </a:cubicBezTo>
                <a:cubicBezTo>
                  <a:pt x="4211908" y="2723048"/>
                  <a:pt x="3782478" y="2293668"/>
                  <a:pt x="3252788" y="2293668"/>
                </a:cubicBezTo>
                <a:close/>
                <a:moveTo>
                  <a:pt x="4249828" y="2031602"/>
                </a:moveTo>
                <a:cubicBezTo>
                  <a:pt x="4126041" y="2031602"/>
                  <a:pt x="4025682" y="2131961"/>
                  <a:pt x="4025682" y="2255747"/>
                </a:cubicBezTo>
                <a:cubicBezTo>
                  <a:pt x="4025682" y="2379534"/>
                  <a:pt x="4126041" y="2479893"/>
                  <a:pt x="4249828" y="2479893"/>
                </a:cubicBezTo>
                <a:cubicBezTo>
                  <a:pt x="4373614" y="2479893"/>
                  <a:pt x="4473923" y="2379534"/>
                  <a:pt x="4473973" y="2255747"/>
                </a:cubicBezTo>
                <a:cubicBezTo>
                  <a:pt x="4473973" y="2131961"/>
                  <a:pt x="4373614" y="2031602"/>
                  <a:pt x="4249828" y="2031602"/>
                </a:cubicBezTo>
                <a:close/>
                <a:moveTo>
                  <a:pt x="3252788" y="1721541"/>
                </a:moveTo>
                <a:cubicBezTo>
                  <a:pt x="3751506" y="1721541"/>
                  <a:pt x="3810570" y="1723477"/>
                  <a:pt x="4007566" y="1732460"/>
                </a:cubicBezTo>
                <a:cubicBezTo>
                  <a:pt x="4189672" y="1740749"/>
                  <a:pt x="4288542" y="1771175"/>
                  <a:pt x="4354356" y="1796736"/>
                </a:cubicBezTo>
                <a:cubicBezTo>
                  <a:pt x="4435507" y="1826665"/>
                  <a:pt x="4508865" y="1874412"/>
                  <a:pt x="4569121" y="1936454"/>
                </a:cubicBezTo>
                <a:cubicBezTo>
                  <a:pt x="4631163" y="1996710"/>
                  <a:pt x="4678910" y="2070118"/>
                  <a:pt x="4708839" y="2151219"/>
                </a:cubicBezTo>
                <a:cubicBezTo>
                  <a:pt x="4734450" y="2217033"/>
                  <a:pt x="4764875" y="2315953"/>
                  <a:pt x="4773164" y="2498059"/>
                </a:cubicBezTo>
                <a:cubicBezTo>
                  <a:pt x="4782148" y="2695005"/>
                  <a:pt x="4784034" y="2754069"/>
                  <a:pt x="4784034" y="3252837"/>
                </a:cubicBezTo>
                <a:cubicBezTo>
                  <a:pt x="4784034" y="3751555"/>
                  <a:pt x="4782148" y="3810619"/>
                  <a:pt x="4773164" y="4007615"/>
                </a:cubicBezTo>
                <a:cubicBezTo>
                  <a:pt x="4764826" y="4189721"/>
                  <a:pt x="4734400" y="4288591"/>
                  <a:pt x="4708839" y="4354405"/>
                </a:cubicBezTo>
                <a:cubicBezTo>
                  <a:pt x="4646003" y="4517302"/>
                  <a:pt x="4517253" y="4646052"/>
                  <a:pt x="4354356" y="4708888"/>
                </a:cubicBezTo>
                <a:cubicBezTo>
                  <a:pt x="4288542" y="4734499"/>
                  <a:pt x="4189622" y="4764924"/>
                  <a:pt x="4007516" y="4773213"/>
                </a:cubicBezTo>
                <a:cubicBezTo>
                  <a:pt x="3810620" y="4782197"/>
                  <a:pt x="3751556" y="4784083"/>
                  <a:pt x="3252738" y="4784083"/>
                </a:cubicBezTo>
                <a:cubicBezTo>
                  <a:pt x="2753970" y="4784083"/>
                  <a:pt x="2694956" y="4782197"/>
                  <a:pt x="2498010" y="4773213"/>
                </a:cubicBezTo>
                <a:cubicBezTo>
                  <a:pt x="2315904" y="4764924"/>
                  <a:pt x="2216984" y="4734499"/>
                  <a:pt x="2151170" y="4708888"/>
                </a:cubicBezTo>
                <a:cubicBezTo>
                  <a:pt x="2070019" y="4678959"/>
                  <a:pt x="1996661" y="4631212"/>
                  <a:pt x="1936405" y="4569170"/>
                </a:cubicBezTo>
                <a:cubicBezTo>
                  <a:pt x="1874363" y="4508914"/>
                  <a:pt x="1826666" y="4435556"/>
                  <a:pt x="1796687" y="4354405"/>
                </a:cubicBezTo>
                <a:cubicBezTo>
                  <a:pt x="1771126" y="4288591"/>
                  <a:pt x="1740700" y="4189721"/>
                  <a:pt x="1732411" y="4007615"/>
                </a:cubicBezTo>
                <a:cubicBezTo>
                  <a:pt x="1723428" y="3810619"/>
                  <a:pt x="1721492" y="3751555"/>
                  <a:pt x="1721492" y="3252837"/>
                </a:cubicBezTo>
                <a:cubicBezTo>
                  <a:pt x="1721492" y="2754069"/>
                  <a:pt x="1723428" y="2695005"/>
                  <a:pt x="1732411" y="2498059"/>
                </a:cubicBezTo>
                <a:cubicBezTo>
                  <a:pt x="1740700" y="2315953"/>
                  <a:pt x="1771126" y="2217033"/>
                  <a:pt x="1796687" y="2151219"/>
                </a:cubicBezTo>
                <a:cubicBezTo>
                  <a:pt x="1826666" y="2070068"/>
                  <a:pt x="1874413" y="1996710"/>
                  <a:pt x="1936455" y="1936454"/>
                </a:cubicBezTo>
                <a:cubicBezTo>
                  <a:pt x="1996661" y="1874412"/>
                  <a:pt x="2070069" y="1826665"/>
                  <a:pt x="2151220" y="1796736"/>
                </a:cubicBezTo>
                <a:cubicBezTo>
                  <a:pt x="2216984" y="1771175"/>
                  <a:pt x="2315904" y="1740749"/>
                  <a:pt x="2498010" y="1732411"/>
                </a:cubicBezTo>
                <a:cubicBezTo>
                  <a:pt x="2694956" y="1723427"/>
                  <a:pt x="2754020" y="1721541"/>
                  <a:pt x="3252788" y="1721541"/>
                </a:cubicBezTo>
                <a:close/>
                <a:moveTo>
                  <a:pt x="3252788" y="1384976"/>
                </a:moveTo>
                <a:cubicBezTo>
                  <a:pt x="2745532" y="1384976"/>
                  <a:pt x="2681902" y="1387160"/>
                  <a:pt x="2482722" y="1396243"/>
                </a:cubicBezTo>
                <a:cubicBezTo>
                  <a:pt x="2283890" y="1405326"/>
                  <a:pt x="2148142" y="1436893"/>
                  <a:pt x="2029319" y="1483052"/>
                </a:cubicBezTo>
                <a:cubicBezTo>
                  <a:pt x="1904689" y="1529956"/>
                  <a:pt x="1791773" y="1603463"/>
                  <a:pt x="1698511" y="1698511"/>
                </a:cubicBezTo>
                <a:cubicBezTo>
                  <a:pt x="1603463" y="1791773"/>
                  <a:pt x="1529906" y="1904689"/>
                  <a:pt x="1483002" y="2029319"/>
                </a:cubicBezTo>
                <a:cubicBezTo>
                  <a:pt x="1436843" y="2148142"/>
                  <a:pt x="1405276" y="2283890"/>
                  <a:pt x="1396243" y="2482722"/>
                </a:cubicBezTo>
                <a:cubicBezTo>
                  <a:pt x="1387110" y="2681902"/>
                  <a:pt x="1384976" y="2745532"/>
                  <a:pt x="1384976" y="3252788"/>
                </a:cubicBezTo>
                <a:cubicBezTo>
                  <a:pt x="1384976" y="3760043"/>
                  <a:pt x="1387110" y="3823673"/>
                  <a:pt x="1396292" y="4022903"/>
                </a:cubicBezTo>
                <a:cubicBezTo>
                  <a:pt x="1405326" y="4221685"/>
                  <a:pt x="1436942" y="4357483"/>
                  <a:pt x="1483102" y="4476256"/>
                </a:cubicBezTo>
                <a:cubicBezTo>
                  <a:pt x="1530005" y="4600886"/>
                  <a:pt x="1603513" y="4713802"/>
                  <a:pt x="1698511" y="4807064"/>
                </a:cubicBezTo>
                <a:cubicBezTo>
                  <a:pt x="1791823" y="4902112"/>
                  <a:pt x="1904689" y="4975620"/>
                  <a:pt x="2029369" y="5022523"/>
                </a:cubicBezTo>
                <a:cubicBezTo>
                  <a:pt x="2148142" y="5068683"/>
                  <a:pt x="2283940" y="5100250"/>
                  <a:pt x="2482722" y="5109332"/>
                </a:cubicBezTo>
                <a:cubicBezTo>
                  <a:pt x="2681952" y="5118415"/>
                  <a:pt x="2745532" y="5120599"/>
                  <a:pt x="3252837" y="5120599"/>
                </a:cubicBezTo>
                <a:cubicBezTo>
                  <a:pt x="3760093" y="5120599"/>
                  <a:pt x="3823723" y="5118415"/>
                  <a:pt x="4022903" y="5109332"/>
                </a:cubicBezTo>
                <a:cubicBezTo>
                  <a:pt x="4221685" y="5100250"/>
                  <a:pt x="4357483" y="5068683"/>
                  <a:pt x="4476256" y="5022523"/>
                </a:cubicBezTo>
                <a:cubicBezTo>
                  <a:pt x="4727154" y="4925490"/>
                  <a:pt x="4925490" y="4727154"/>
                  <a:pt x="5022523" y="4476256"/>
                </a:cubicBezTo>
                <a:cubicBezTo>
                  <a:pt x="5068683" y="4357433"/>
                  <a:pt x="5100299" y="4221685"/>
                  <a:pt x="5109332" y="4022853"/>
                </a:cubicBezTo>
                <a:cubicBezTo>
                  <a:pt x="5118465" y="3823673"/>
                  <a:pt x="5120599" y="3760043"/>
                  <a:pt x="5120599" y="3252788"/>
                </a:cubicBezTo>
                <a:cubicBezTo>
                  <a:pt x="5120599" y="2745532"/>
                  <a:pt x="5118465" y="2681902"/>
                  <a:pt x="5109382" y="2482722"/>
                </a:cubicBezTo>
                <a:cubicBezTo>
                  <a:pt x="5100299" y="2283890"/>
                  <a:pt x="5068732" y="2148142"/>
                  <a:pt x="5022523" y="2029319"/>
                </a:cubicBezTo>
                <a:cubicBezTo>
                  <a:pt x="4975669" y="1904689"/>
                  <a:pt x="4902112" y="1791823"/>
                  <a:pt x="4807114" y="1698511"/>
                </a:cubicBezTo>
                <a:cubicBezTo>
                  <a:pt x="4713802" y="1603463"/>
                  <a:pt x="4600886" y="1529906"/>
                  <a:pt x="4476256" y="1483002"/>
                </a:cubicBezTo>
                <a:cubicBezTo>
                  <a:pt x="4357433" y="1436893"/>
                  <a:pt x="4221685" y="1405326"/>
                  <a:pt x="4022853" y="1396292"/>
                </a:cubicBezTo>
                <a:cubicBezTo>
                  <a:pt x="3823673" y="1387160"/>
                  <a:pt x="3760043" y="1384976"/>
                  <a:pt x="3252788" y="1384976"/>
                </a:cubicBezTo>
                <a:close/>
                <a:moveTo>
                  <a:pt x="3252788" y="0"/>
                </a:moveTo>
                <a:cubicBezTo>
                  <a:pt x="5048978" y="0"/>
                  <a:pt x="6505575" y="1456597"/>
                  <a:pt x="6505575" y="3252788"/>
                </a:cubicBezTo>
                <a:cubicBezTo>
                  <a:pt x="6505575" y="5048978"/>
                  <a:pt x="5048978" y="6505575"/>
                  <a:pt x="3252788" y="6505575"/>
                </a:cubicBezTo>
                <a:cubicBezTo>
                  <a:pt x="1456597" y="6505575"/>
                  <a:pt x="0" y="5048978"/>
                  <a:pt x="0" y="3252788"/>
                </a:cubicBezTo>
                <a:cubicBezTo>
                  <a:pt x="0" y="1456597"/>
                  <a:pt x="1456597" y="0"/>
                  <a:pt x="3252788" y="0"/>
                </a:cubicBezTo>
                <a:close/>
              </a:path>
            </a:pathLst>
          </a:custGeom>
          <a:solidFill xmlns:a="http://schemas.openxmlformats.org/drawingml/2006/main">
            <a:schemeClr val="bg1"/>
          </a:solidFill>
          <a:ln xmlns:a="http://schemas.openxmlformats.org/drawingml/2006/main" w="31750" cap="flat">
            <a:noFill/>
            <a:prstDash val="solid"/>
            <a:miter/>
          </a:ln>
        </p:spPr>
        <p:txBody>
          <a:bodyPr xmlns:a="http://schemas.openxmlformats.org/drawingml/2006/main" anchor="ctr"/>
          <a:lstStyle xmlns:a="http://schemas.openxmlformats.org/drawingml/2006/main"/>
          <a:p xmlns:a="http://schemas.openxmlformats.org/drawingml/2006/main">
            <a:endParaRPr sz="1800">
              <a:solidFill>
                <a:schemeClr val="bg1"/>
              </a:solidFill>
            </a:endParaRPr>
          </a:p>
        </p:txBody>
      </p:sp>
      <p:sp>
        <p:nvSpPr>
          <p:cNvPr id="28" name="Freeform: Shape 27">
            <a:extLst xmlns:a="http://schemas.openxmlformats.org/drawingml/2006/main">
              <a:ext uri="{FF2B5EF4-FFF2-40B4-BE49-F238E27FC236}">
                <a16:creationId xmlns:a16="http://schemas.microsoft.com/office/drawing/2014/main" id="{1C834DB5-B6AC-4BA7-8D75-38FF27FFABF7}"/>
              </a:ext>
            </a:extLst>
          </p:cNvPr>
          <p:cNvSpPr>
            <a:spLocks xmlns:a="http://schemas.openxmlformats.org/drawingml/2006/main" noGrp="1"/>
          </p:cNvSpPr>
          <p:nvPr/>
        </p:nvSpPr>
        <p:spPr>
          <a:xfrm xmlns:a="http://schemas.openxmlformats.org/drawingml/2006/main">
            <a:off x="11471504" y="6083574"/>
            <a:ext cx="720496" cy="774426"/>
          </a:xfrm>
          <a:custGeom xmlns:a="http://schemas.openxmlformats.org/drawingml/2006/main">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bg1"/>
              </a:solidFill>
            </a:endParaRPr>
          </a:p>
        </p:txBody>
      </p:sp>
      <p:sp>
        <p:nvSpPr>
          <p:cNvPr id="6" name="Picture Placeholder 5">
            <a:extLst xmlns:a="http://schemas.openxmlformats.org/drawingml/2006/main">
              <a:ext uri="{FF2B5EF4-FFF2-40B4-BE49-F238E27FC236}">
                <a16:creationId xmlns:a16="http://schemas.microsoft.com/office/drawing/2014/main" id="{9449ACE3-BDB2-401E-BB7A-F2AFC09EBA5D}"/>
              </a:ext>
            </a:extLst>
          </p:cNvPr>
          <p:cNvSpPr>
            <a:spLocks xmlns:a="http://schemas.openxmlformats.org/drawingml/2006/main" noGrp="1"/>
          </p:cNvSpPr>
          <p:nvPr>
            <p:ph type="pic" idx="10" hasCustomPrompt="1"/>
          </p:nvPr>
        </p:nvSpPr>
        <p:spPr>
          <a:xfrm xmlns:a="http://schemas.openxmlformats.org/drawingml/2006/main">
            <a:off x="0" y="0"/>
            <a:ext cx="12192000" cy="3850012"/>
          </a:xfrm>
          <a:custGeom xmlns:a="http://schemas.openxmlformats.org/drawingml/2006/main">
            <a:gdLst>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9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21" name="Picture Placeholder 20">
            <a:extLst xmlns:a="http://schemas.openxmlformats.org/drawingml/2006/main">
              <a:ext uri="{FF2B5EF4-FFF2-40B4-BE49-F238E27FC236}">
                <a16:creationId xmlns:a16="http://schemas.microsoft.com/office/drawing/2014/main" id="{06179823-D602-4EAB-8985-29DA9177B294}"/>
              </a:ext>
            </a:extLst>
          </p:cNvPr>
          <p:cNvSpPr>
            <a:spLocks xmlns:a="http://schemas.openxmlformats.org/drawingml/2006/main" noGrp="1"/>
          </p:cNvSpPr>
          <p:nvPr>
            <p:ph type="pic" idx="11" hasCustomPrompt="1"/>
          </p:nvPr>
        </p:nvSpPr>
        <p:spPr>
          <a:xfrm xmlns:a="http://schemas.openxmlformats.org/drawingml/2006/main">
            <a:off x="5455657" y="0"/>
            <a:ext cx="5279231" cy="6858000"/>
          </a:xfrm>
          <a:custGeom xmlns:a="http://schemas.openxmlformats.org/drawingml/2006/main">
            <a:gdLst>
              <a:gd name="connsiteX0" fmla="*/ 0 w 5279231"/>
              <a:gd name="connsiteY0" fmla="*/ 0 h 6858000"/>
              <a:gd name="connsiteX1" fmla="*/ 5279231 w 5279231"/>
              <a:gd name="connsiteY1" fmla="*/ 0 h 6858000"/>
              <a:gd name="connsiteX2" fmla="*/ 5279231 w 5279231"/>
              <a:gd name="connsiteY2" fmla="*/ 6858000 h 6858000"/>
              <a:gd name="connsiteX3" fmla="*/ 0 w 5279231"/>
              <a:gd name="connsiteY3" fmla="*/ 6858000 h 6858000"/>
            </a:gdLst>
            <a:rect l="l" t="t" r="r" b="b"/>
            <a:pathLst>
              <a:path w="5279231" h="6858000">
                <a:moveTo>
                  <a:pt x="0" y="0"/>
                </a:moveTo>
                <a:lnTo>
                  <a:pt x="5279231" y="0"/>
                </a:lnTo>
                <a:lnTo>
                  <a:pt x="5279231" y="6858000"/>
                </a:lnTo>
                <a:lnTo>
                  <a:pt x="0" y="6858000"/>
                </a:lnTo>
                <a:close/>
              </a:path>
            </a:pathLst>
          </a:custGeom>
          <a:noFill xmlns:a="http://schemas.openxmlformats.org/drawingml/2006/main"/>
          <a:effectLst xmlns:a="http://schemas.openxmlformats.org/drawingml/2006/main">
            <a:outerShdw blurRad="1041400" dist="571500" dir="5400000" sx="88000" sy="88000" algn="t" rotWithShape="0">
              <a:prstClr val="black">
                <a:alpha val="40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9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4" name="TextBox 13">
            <a:extLst xmlns:a="http://schemas.openxmlformats.org/drawingml/2006/main">
              <a:ext uri="{FF2B5EF4-FFF2-40B4-BE49-F238E27FC236}">
                <a16:creationId xmlns:a16="http://schemas.microsoft.com/office/drawing/2014/main" id="{444737F8-ECF6-4DB8-AA54-949F4A9CB0CD}"/>
              </a:ext>
            </a:extLst>
          </p:cNvPr>
          <p:cNvSpPr>
            <a:spLocks xmlns:a="http://schemas.openxmlformats.org/drawingml/2006/main" noGrp="1"/>
          </p:cNvSpPr>
          <p:nvPr/>
        </p:nvSpPr>
        <p:spPr>
          <a:xfrm xmlns:a="http://schemas.openxmlformats.org/drawingml/2006/main">
            <a:off x="731838" y="6336042"/>
            <a:ext cx="2514281"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a:solidFill>
                  <a:schemeClr val="bg1"/>
                </a:solidFill>
                <a:latin typeface="+mj-lt"/>
                <a:ea typeface="+mj-lt"/>
                <a:cs typeface="+mj-lt"/>
              </a:rPr>
              <a:t>© 2020 </a:t>
            </a:r>
            <a:r>
              <a:rPr sz="1100" b="1">
                <a:solidFill>
                  <a:schemeClr val="bg1"/>
                </a:solidFill>
                <a:latin typeface="+mj-lt"/>
                <a:ea typeface="+mj-lt"/>
                <a:cs typeface="+mj-lt"/>
              </a:rPr>
              <a:t>FoodFest </a:t>
            </a:r>
            <a:r>
              <a:rPr sz="1100" b="0">
                <a:solidFill>
                  <a:schemeClr val="bg1"/>
                </a:solidFill>
                <a:latin typeface="+mj-lt"/>
                <a:ea typeface="+mj-lt"/>
                <a:cs typeface="+mj-lt"/>
              </a:rPr>
              <a:t>Presentation</a:t>
            </a:r>
            <a:endParaRPr sz="1100" b="0">
              <a:solidFill>
                <a:schemeClr val="bg1"/>
              </a:solidFill>
              <a:latin typeface="+mj-lt"/>
              <a:ea typeface="+mj-lt"/>
              <a:cs typeface="+mj-lt"/>
            </a:endParaRPr>
          </a:p>
        </p:txBody>
      </p:sp>
      <p:sp>
        <p:nvSpPr>
          <p:cNvPr id="2" name="Rectángulo 1">
            <a:extLst xmlns:a="http://schemas.openxmlformats.org/drawingml/2006/main">
              <a:ext uri="{FF2B5EF4-FFF2-40B4-BE49-F238E27FC236}">
                <a16:creationId xmlns:a16="http://schemas.microsoft.com/office/drawing/2014/main" id="{150617DE-9FB9-4B27-A944-D0BAB7FFEBDA}"/>
              </a:ext>
            </a:extLst>
          </p:cNvPr>
          <p:cNvSpPr>
            <a:spLocks xmlns:a="http://schemas.openxmlformats.org/drawingml/2006/main" noGrp="1"/>
          </p:cNvSpPr>
          <p:nvPr/>
        </p:nvSpPr>
        <p:spPr>
          <a:xfrm xmlns:a="http://schemas.openxmlformats.org/drawingml/2006/main">
            <a:off x="3175819" y="1258529"/>
            <a:ext cx="7283252" cy="2477729"/>
          </a:xfrm>
          <a:prstGeom xmlns:a="http://schemas.openxmlformats.org/drawingml/2006/main" prst="rect">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NO</a:t>
            </a:r>
          </a:p>
        </p:txBody>
      </p:sp>
    </p:spTree>
  </p:cSld>
</p:sldLayout>
</file>

<file path=ppt/slideLayouts/slideLayout17.xml><?xml version="1.0" encoding="utf-8"?>
<p:sldLayout xmlns:p="http://schemas.openxmlformats.org/presentationml/2006/main" preserve="1" userDrawn="1">
  <p:cSld name="13_Title and Content">
    <p:spTree>
      <p:nvGrpSpPr>
        <p:cNvPr id="1" name=""/>
        <p:cNvGrpSpPr/>
        <p:nvPr/>
      </p:nvGrpSpPr>
      <p:grpSpPr>
        <a:xfrm xmlns:a="http://schemas.openxmlformats.org/drawingml/2006/main"/>
      </p:grpSpPr>
      <p:sp>
        <p:nvSpPr>
          <p:cNvPr id="5" name="Picture Placeholder 4">
            <a:extLst xmlns:a="http://schemas.openxmlformats.org/drawingml/2006/main">
              <a:ext uri="{FF2B5EF4-FFF2-40B4-BE49-F238E27FC236}">
                <a16:creationId xmlns:a16="http://schemas.microsoft.com/office/drawing/2014/main" id="{6393726E-C1A1-40B0-8BC3-FA7F668412C2}"/>
              </a:ext>
            </a:extLst>
          </p:cNvPr>
          <p:cNvSpPr>
            <a:spLocks xmlns:a="http://schemas.openxmlformats.org/drawingml/2006/main" noGrp="1"/>
          </p:cNvSpPr>
          <p:nvPr>
            <p:ph type="pic" idx="10" hasCustomPrompt="1"/>
          </p:nvPr>
        </p:nvSpPr>
        <p:spPr>
          <a:xfrm xmlns:a="http://schemas.openxmlformats.org/drawingml/2006/main">
            <a:off x="6308297" y="737422"/>
            <a:ext cx="4912403" cy="6120581"/>
          </a:xfrm>
          <a:custGeom xmlns:a="http://schemas.openxmlformats.org/drawingml/2006/main">
            <a:gdLst>
              <a:gd name="connsiteX0" fmla="*/ 0 w 4912403"/>
              <a:gd name="connsiteY0" fmla="*/ 0 h 6120581"/>
              <a:gd name="connsiteX1" fmla="*/ 4912403 w 4912403"/>
              <a:gd name="connsiteY1" fmla="*/ 0 h 6120581"/>
              <a:gd name="connsiteX2" fmla="*/ 4912403 w 4912403"/>
              <a:gd name="connsiteY2" fmla="*/ 6120581 h 6120581"/>
              <a:gd name="connsiteX3" fmla="*/ 0 w 4912403"/>
              <a:gd name="connsiteY3" fmla="*/ 6120581 h 6120581"/>
            </a:gdLst>
            <a:rect l="l" t="t" r="r" b="b"/>
            <a:pathLst>
              <a:path w="4912403" h="6120581">
                <a:moveTo>
                  <a:pt x="0" y="0"/>
                </a:moveTo>
                <a:lnTo>
                  <a:pt x="4912403" y="0"/>
                </a:lnTo>
                <a:lnTo>
                  <a:pt x="4912403" y="6120581"/>
                </a:lnTo>
                <a:lnTo>
                  <a:pt x="0" y="6120581"/>
                </a:lnTo>
                <a:close/>
              </a:path>
            </a:pathLst>
          </a:custGeom>
          <a:noFill xmlns:a="http://schemas.openxmlformats.org/drawingml/2006/main"/>
          <a:effectLst xmlns:a="http://schemas.openxmlformats.org/drawingml/2006/main">
            <a:outerShdw blurRad="952500" dist="622300" dir="5400000" sx="89000" sy="89000" algn="t" rotWithShape="0">
              <a:prstClr val="black">
                <a:alpha val="21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18.xml><?xml version="1.0" encoding="utf-8"?>
<p:sldLayout xmlns:p="http://schemas.openxmlformats.org/presentationml/2006/main" preserve="1" userDrawn="1">
  <p:cSld name="14_Title and Content">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5F17C5E1-7413-4504-9DE9-D7B96D3088F7}"/>
              </a:ext>
            </a:extLst>
          </p:cNvPr>
          <p:cNvSpPr>
            <a:spLocks xmlns:a="http://schemas.openxmlformats.org/drawingml/2006/main" noGrp="1"/>
          </p:cNvSpPr>
          <p:nvPr/>
        </p:nvSpPr>
        <p:spPr>
          <a:xfrm xmlns:a="http://schemas.openxmlformats.org/drawingml/2006/main">
            <a:off x="0" y="0"/>
            <a:ext cx="12192000" cy="3850012"/>
          </a:xfrm>
          <a:custGeom xmlns:a="http://schemas.openxmlformats.org/drawingml/2006/main">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 name="connsiteX4" fmla="*/ 0 w 12192000"/>
              <a:gd name="connsiteY4" fmla="*/ 0 h 3429000"/>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0 w 12192000"/>
              <a:gd name="connsiteY4" fmla="*/ 3429000 h 3451123"/>
              <a:gd name="connsiteX5" fmla="*/ 0 w 12192000"/>
              <a:gd name="connsiteY5" fmla="*/ 0 h 3451123"/>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2993923 w 12192000"/>
              <a:gd name="connsiteY4" fmla="*/ 3451123 h 3451123"/>
              <a:gd name="connsiteX5" fmla="*/ 0 w 12192000"/>
              <a:gd name="connsiteY5" fmla="*/ 3429000 h 3451123"/>
              <a:gd name="connsiteX6" fmla="*/ 0 w 12192000"/>
              <a:gd name="connsiteY6" fmla="*/ 0 h 3451123"/>
              <a:gd name="connsiteX0" fmla="*/ 0 w 12192000"/>
              <a:gd name="connsiteY0" fmla="*/ 0 h 3790387"/>
              <a:gd name="connsiteX1" fmla="*/ 12192000 w 12192000"/>
              <a:gd name="connsiteY1" fmla="*/ 0 h 3790387"/>
              <a:gd name="connsiteX2" fmla="*/ 12192000 w 12192000"/>
              <a:gd name="connsiteY2" fmla="*/ 3429000 h 3790387"/>
              <a:gd name="connsiteX3" fmla="*/ 6091084 w 12192000"/>
              <a:gd name="connsiteY3" fmla="*/ 3451123 h 3790387"/>
              <a:gd name="connsiteX4" fmla="*/ 2993923 w 12192000"/>
              <a:gd name="connsiteY4" fmla="*/ 3451123 h 3790387"/>
              <a:gd name="connsiteX5" fmla="*/ 0 w 12192000"/>
              <a:gd name="connsiteY5" fmla="*/ 3429000 h 3790387"/>
              <a:gd name="connsiteX6" fmla="*/ 0 w 12192000"/>
              <a:gd name="connsiteY6" fmla="*/ 0 h 379038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76336 w 12192000"/>
              <a:gd name="connsiteY3" fmla="*/ 3849329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613355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863890"/>
              <a:gd name="connsiteX1" fmla="*/ 12192000 w 12192000"/>
              <a:gd name="connsiteY1" fmla="*/ 0 h 3863890"/>
              <a:gd name="connsiteX2" fmla="*/ 12192000 w 12192000"/>
              <a:gd name="connsiteY2" fmla="*/ 3429000 h 3863890"/>
              <a:gd name="connsiteX3" fmla="*/ 9114503 w 12192000"/>
              <a:gd name="connsiteY3" fmla="*/ 3333136 h 3863890"/>
              <a:gd name="connsiteX4" fmla="*/ 6076336 w 12192000"/>
              <a:gd name="connsiteY4" fmla="*/ 3849329 h 3863890"/>
              <a:gd name="connsiteX5" fmla="*/ 2993923 w 12192000"/>
              <a:gd name="connsiteY5" fmla="*/ 3451123 h 3863890"/>
              <a:gd name="connsiteX6" fmla="*/ 0 w 12192000"/>
              <a:gd name="connsiteY6" fmla="*/ 3429000 h 3863890"/>
              <a:gd name="connsiteX7" fmla="*/ 0 w 12192000"/>
              <a:gd name="connsiteY7" fmla="*/ 0 h 3863890"/>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lnTo>
                  <a:pt x="0" y="0"/>
                </a:lnTo>
                <a:close/>
              </a:path>
            </a:pathLst>
          </a:custGeom>
          <a:solidFill xmlns:a="http://schemas.openxmlformats.org/drawingml/2006/main">
            <a:schemeClr val="accent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3" name="Picture Placeholder 22">
            <a:extLst xmlns:a="http://schemas.openxmlformats.org/drawingml/2006/main">
              <a:ext uri="{FF2B5EF4-FFF2-40B4-BE49-F238E27FC236}">
                <a16:creationId xmlns:a16="http://schemas.microsoft.com/office/drawing/2014/main" id="{153C40E2-9295-444A-B2A3-3F82F5F6A3F6}"/>
              </a:ext>
            </a:extLst>
          </p:cNvPr>
          <p:cNvSpPr>
            <a:spLocks xmlns:a="http://schemas.openxmlformats.org/drawingml/2006/main" noGrp="1"/>
          </p:cNvSpPr>
          <p:nvPr>
            <p:ph type="pic" idx="10" hasCustomPrompt="1"/>
          </p:nvPr>
        </p:nvSpPr>
        <p:spPr>
          <a:xfrm xmlns:a="http://schemas.openxmlformats.org/drawingml/2006/main">
            <a:off x="1092200" y="914401"/>
            <a:ext cx="10007600" cy="4409768"/>
          </a:xfrm>
          <a:custGeom xmlns:a="http://schemas.openxmlformats.org/drawingml/2006/main">
            <a:gdLst>
              <a:gd name="connsiteX0" fmla="*/ 308243 w 10007600"/>
              <a:gd name="connsiteY0" fmla="*/ 0 h 4409768"/>
              <a:gd name="connsiteX1" fmla="*/ 9699357 w 10007600"/>
              <a:gd name="connsiteY1" fmla="*/ 0 h 4409768"/>
              <a:gd name="connsiteX2" fmla="*/ 10007600 w 10007600"/>
              <a:gd name="connsiteY2" fmla="*/ 308243 h 4409768"/>
              <a:gd name="connsiteX3" fmla="*/ 10007600 w 10007600"/>
              <a:gd name="connsiteY3" fmla="*/ 4101525 h 4409768"/>
              <a:gd name="connsiteX4" fmla="*/ 9699357 w 10007600"/>
              <a:gd name="connsiteY4" fmla="*/ 4409768 h 4409768"/>
              <a:gd name="connsiteX5" fmla="*/ 308243 w 10007600"/>
              <a:gd name="connsiteY5" fmla="*/ 4409768 h 4409768"/>
              <a:gd name="connsiteX6" fmla="*/ 0 w 10007600"/>
              <a:gd name="connsiteY6" fmla="*/ 4101525 h 4409768"/>
              <a:gd name="connsiteX7" fmla="*/ 0 w 10007600"/>
              <a:gd name="connsiteY7" fmla="*/ 308243 h 4409768"/>
              <a:gd name="connsiteX8" fmla="*/ 308243 w 10007600"/>
              <a:gd name="connsiteY8" fmla="*/ 0 h 4409768"/>
            </a:gdLst>
            <a:rect l="l" t="t" r="r" b="b"/>
            <a:pathLst>
              <a:path w="10007600" h="4409768">
                <a:moveTo>
                  <a:pt x="308243" y="0"/>
                </a:moveTo>
                <a:lnTo>
                  <a:pt x="9699357" y="0"/>
                </a:lnTo>
                <a:cubicBezTo>
                  <a:pt x="9869595" y="0"/>
                  <a:pt x="10007600" y="138005"/>
                  <a:pt x="10007600" y="308243"/>
                </a:cubicBezTo>
                <a:lnTo>
                  <a:pt x="10007600" y="4101525"/>
                </a:lnTo>
                <a:cubicBezTo>
                  <a:pt x="10007600" y="4271763"/>
                  <a:pt x="9869595" y="4409768"/>
                  <a:pt x="9699357" y="4409768"/>
                </a:cubicBezTo>
                <a:lnTo>
                  <a:pt x="308243" y="4409768"/>
                </a:lnTo>
                <a:cubicBezTo>
                  <a:pt x="138005" y="4409768"/>
                  <a:pt x="0" y="4271763"/>
                  <a:pt x="0" y="4101525"/>
                </a:cubicBezTo>
                <a:lnTo>
                  <a:pt x="0" y="308243"/>
                </a:lnTo>
                <a:cubicBezTo>
                  <a:pt x="0" y="138005"/>
                  <a:pt x="138005" y="0"/>
                  <a:pt x="308243" y="0"/>
                </a:cubicBezTo>
                <a:close/>
              </a:path>
            </a:pathLst>
          </a:custGeom>
          <a:solidFill xmlns:a="http://schemas.openxmlformats.org/drawingml/2006/main">
            <a:schemeClr val="bg1">
              <a:lumMod val="95000"/>
              <a:alpha val="25000"/>
            </a:schemeClr>
          </a:solidFill>
          <a:effectLst xmlns:a="http://schemas.openxmlformats.org/drawingml/2006/main">
            <a:outerShdw blurRad="1181100" dist="558800" dir="5400000" sx="93000" sy="93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9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19.xml><?xml version="1.0" encoding="utf-8"?>
<p:sldLayout xmlns:p="http://schemas.openxmlformats.org/presentationml/2006/main" preserve="1" userDrawn="1">
  <p:cSld name="15_Title and Content">
    <p:spTree>
      <p:nvGrpSpPr>
        <p:cNvPr id="1" name=""/>
        <p:cNvGrpSpPr/>
        <p:nvPr/>
      </p:nvGrpSpPr>
      <p:grpSpPr>
        <a:xfrm xmlns:a="http://schemas.openxmlformats.org/drawingml/2006/main"/>
      </p:grpSpPr>
      <p:sp>
        <p:nvSpPr>
          <p:cNvPr id="15" name="Picture Placeholder 14">
            <a:extLst xmlns:a="http://schemas.openxmlformats.org/drawingml/2006/main">
              <a:ext uri="{FF2B5EF4-FFF2-40B4-BE49-F238E27FC236}">
                <a16:creationId xmlns:a16="http://schemas.microsoft.com/office/drawing/2014/main" id="{A48E882A-FFB9-4649-BEC7-47F260D2121C}"/>
              </a:ext>
            </a:extLst>
          </p:cNvPr>
          <p:cNvSpPr>
            <a:spLocks xmlns:a="http://schemas.openxmlformats.org/drawingml/2006/main" noGrp="1"/>
          </p:cNvSpPr>
          <p:nvPr>
            <p:ph type="pic" idx="10" hasCustomPrompt="1"/>
          </p:nvPr>
        </p:nvSpPr>
        <p:spPr>
          <a:xfrm xmlns:a="http://schemas.openxmlformats.org/drawingml/2006/main">
            <a:off x="0" y="0"/>
            <a:ext cx="12192000" cy="3850012"/>
          </a:xfrm>
          <a:custGeom xmlns:a="http://schemas.openxmlformats.org/drawingml/2006/main">
            <a:gdLst>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7 w 12192000"/>
              <a:gd name="connsiteY4" fmla="*/ 3849329 h 3850012"/>
              <a:gd name="connsiteX5" fmla="*/ 2993923 w 12192000"/>
              <a:gd name="connsiteY5" fmla="*/ 3451123 h 3850012"/>
              <a:gd name="connsiteX6" fmla="*/ 0 w 12192000"/>
              <a:gd name="connsiteY6" fmla="*/ 3429000 h 3850012"/>
            </a:gd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7" y="3849329"/>
                </a:cubicBezTo>
                <a:cubicBezTo>
                  <a:pt x="4982497" y="3824748"/>
                  <a:pt x="4168877" y="3104535"/>
                  <a:pt x="2993923" y="3451123"/>
                </a:cubicBezTo>
                <a:cubicBezTo>
                  <a:pt x="1818969" y="3797711"/>
                  <a:pt x="1042219" y="4114800"/>
                  <a:pt x="0" y="3429000"/>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1" name="Picture Placeholder 10">
            <a:extLst xmlns:a="http://schemas.openxmlformats.org/drawingml/2006/main">
              <a:ext uri="{FF2B5EF4-FFF2-40B4-BE49-F238E27FC236}">
                <a16:creationId xmlns:a16="http://schemas.microsoft.com/office/drawing/2014/main" id="{845456F2-4DB9-41CB-90D4-E774A55B6445}"/>
              </a:ext>
            </a:extLst>
          </p:cNvPr>
          <p:cNvSpPr>
            <a:spLocks xmlns:a="http://schemas.openxmlformats.org/drawingml/2006/main" noGrp="1"/>
          </p:cNvSpPr>
          <p:nvPr>
            <p:ph type="pic" idx="11" hasCustomPrompt="1"/>
          </p:nvPr>
        </p:nvSpPr>
        <p:spPr>
          <a:xfrm xmlns:a="http://schemas.openxmlformats.org/drawingml/2006/main">
            <a:off x="1764083" y="1638210"/>
            <a:ext cx="2621507" cy="2621507"/>
          </a:xfrm>
          <a:custGeom xmlns:a="http://schemas.openxmlformats.org/drawingml/2006/main">
            <a:gdLst>
              <a:gd name="connsiteX0" fmla="*/ 0 w 2621507"/>
              <a:gd name="connsiteY0" fmla="*/ 0 h 2621507"/>
              <a:gd name="connsiteX1" fmla="*/ 2621507 w 2621507"/>
              <a:gd name="connsiteY1" fmla="*/ 0 h 2621507"/>
              <a:gd name="connsiteX2" fmla="*/ 2621507 w 2621507"/>
              <a:gd name="connsiteY2" fmla="*/ 2621507 h 2621507"/>
              <a:gd name="connsiteX3" fmla="*/ 0 w 2621507"/>
              <a:gd name="connsiteY3" fmla="*/ 2621507 h 2621507"/>
            </a:gdLst>
            <a:rect l="l" t="t" r="r" b="b"/>
            <a:pathLst>
              <a:path w="2621507" h="2621507">
                <a:moveTo>
                  <a:pt x="0" y="0"/>
                </a:moveTo>
                <a:lnTo>
                  <a:pt x="2621507" y="0"/>
                </a:lnTo>
                <a:lnTo>
                  <a:pt x="2621507" y="2621507"/>
                </a:lnTo>
                <a:lnTo>
                  <a:pt x="0" y="2621507"/>
                </a:lnTo>
                <a:close/>
              </a:path>
            </a:pathLst>
          </a:custGeom>
          <a:noFill xmlns:a="http://schemas.openxmlformats.org/drawingml/2006/main"/>
          <a:effectLst xmlns:a="http://schemas.openxmlformats.org/drawingml/2006/main">
            <a:outerShdw blurRad="812800" dist="508000" dir="8100000" sx="84000" sy="84000" algn="tr"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2" name="Picture Placeholder 11">
            <a:extLst xmlns:a="http://schemas.openxmlformats.org/drawingml/2006/main">
              <a:ext uri="{FF2B5EF4-FFF2-40B4-BE49-F238E27FC236}">
                <a16:creationId xmlns:a16="http://schemas.microsoft.com/office/drawing/2014/main" id="{9641DA36-4BA3-4989-A828-8D98A9797001}"/>
              </a:ext>
            </a:extLst>
          </p:cNvPr>
          <p:cNvSpPr>
            <a:spLocks xmlns:a="http://schemas.openxmlformats.org/drawingml/2006/main" noGrp="1"/>
          </p:cNvSpPr>
          <p:nvPr>
            <p:ph type="pic" idx="12" hasCustomPrompt="1"/>
          </p:nvPr>
        </p:nvSpPr>
        <p:spPr>
          <a:xfrm xmlns:a="http://schemas.openxmlformats.org/drawingml/2006/main">
            <a:off x="4782831" y="1638210"/>
            <a:ext cx="2621507" cy="2621507"/>
          </a:xfrm>
          <a:custGeom xmlns:a="http://schemas.openxmlformats.org/drawingml/2006/main">
            <a:gdLst>
              <a:gd name="connsiteX0" fmla="*/ 0 w 2621507"/>
              <a:gd name="connsiteY0" fmla="*/ 0 h 2621507"/>
              <a:gd name="connsiteX1" fmla="*/ 2621507 w 2621507"/>
              <a:gd name="connsiteY1" fmla="*/ 0 h 2621507"/>
              <a:gd name="connsiteX2" fmla="*/ 2621507 w 2621507"/>
              <a:gd name="connsiteY2" fmla="*/ 2621507 h 2621507"/>
              <a:gd name="connsiteX3" fmla="*/ 0 w 2621507"/>
              <a:gd name="connsiteY3" fmla="*/ 2621507 h 2621507"/>
            </a:gdLst>
            <a:rect l="l" t="t" r="r" b="b"/>
            <a:pathLst>
              <a:path w="2621507" h="2621507">
                <a:moveTo>
                  <a:pt x="0" y="0"/>
                </a:moveTo>
                <a:lnTo>
                  <a:pt x="2621507" y="0"/>
                </a:lnTo>
                <a:lnTo>
                  <a:pt x="2621507" y="2621507"/>
                </a:lnTo>
                <a:lnTo>
                  <a:pt x="0" y="2621507"/>
                </a:lnTo>
                <a:close/>
              </a:path>
            </a:pathLst>
          </a:custGeom>
          <a:noFill xmlns:a="http://schemas.openxmlformats.org/drawingml/2006/main"/>
          <a:effectLst xmlns:a="http://schemas.openxmlformats.org/drawingml/2006/main">
            <a:outerShdw blurRad="812800" dist="508000" dir="8100000" sx="84000" sy="84000" algn="tr"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3" name="Picture Placeholder 12">
            <a:extLst xmlns:a="http://schemas.openxmlformats.org/drawingml/2006/main">
              <a:ext uri="{FF2B5EF4-FFF2-40B4-BE49-F238E27FC236}">
                <a16:creationId xmlns:a16="http://schemas.microsoft.com/office/drawing/2014/main" id="{06CB29CC-ADE1-4931-B8BF-AD1DA322D366}"/>
              </a:ext>
            </a:extLst>
          </p:cNvPr>
          <p:cNvSpPr>
            <a:spLocks xmlns:a="http://schemas.openxmlformats.org/drawingml/2006/main" noGrp="1"/>
          </p:cNvSpPr>
          <p:nvPr>
            <p:ph type="pic" idx="13" hasCustomPrompt="1"/>
          </p:nvPr>
        </p:nvSpPr>
        <p:spPr>
          <a:xfrm xmlns:a="http://schemas.openxmlformats.org/drawingml/2006/main">
            <a:off x="7801580" y="1638210"/>
            <a:ext cx="2621507" cy="2621507"/>
          </a:xfrm>
          <a:custGeom xmlns:a="http://schemas.openxmlformats.org/drawingml/2006/main">
            <a:gdLst>
              <a:gd name="connsiteX0" fmla="*/ 0 w 2621507"/>
              <a:gd name="connsiteY0" fmla="*/ 0 h 2621507"/>
              <a:gd name="connsiteX1" fmla="*/ 2621507 w 2621507"/>
              <a:gd name="connsiteY1" fmla="*/ 0 h 2621507"/>
              <a:gd name="connsiteX2" fmla="*/ 2621507 w 2621507"/>
              <a:gd name="connsiteY2" fmla="*/ 2621507 h 2621507"/>
              <a:gd name="connsiteX3" fmla="*/ 0 w 2621507"/>
              <a:gd name="connsiteY3" fmla="*/ 2621507 h 2621507"/>
            </a:gdLst>
            <a:rect l="l" t="t" r="r" b="b"/>
            <a:pathLst>
              <a:path w="2621507" h="2621507">
                <a:moveTo>
                  <a:pt x="0" y="0"/>
                </a:moveTo>
                <a:lnTo>
                  <a:pt x="2621507" y="0"/>
                </a:lnTo>
                <a:lnTo>
                  <a:pt x="2621507" y="2621507"/>
                </a:lnTo>
                <a:lnTo>
                  <a:pt x="0" y="2621507"/>
                </a:lnTo>
                <a:close/>
              </a:path>
            </a:pathLst>
          </a:custGeom>
          <a:noFill xmlns:a="http://schemas.openxmlformats.org/drawingml/2006/main"/>
          <a:effectLst xmlns:a="http://schemas.openxmlformats.org/drawingml/2006/main">
            <a:outerShdw blurRad="812800" dist="508000" dir="8100000" sx="84000" sy="84000" algn="tr"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20.xml><?xml version="1.0" encoding="utf-8"?>
<p:sldLayout xmlns:p="http://schemas.openxmlformats.org/presentationml/2006/main" preserve="1" userDrawn="1">
  <p:cSld name="16_Title and Content">
    <p:spTree>
      <p:nvGrpSpPr>
        <p:cNvPr id="1" name=""/>
        <p:cNvGrpSpPr/>
        <p:nvPr/>
      </p:nvGrpSpPr>
      <p:grpSpPr>
        <a:xfrm xmlns:a="http://schemas.openxmlformats.org/drawingml/2006/main"/>
      </p:grpSpPr>
      <p:sp>
        <p:nvSpPr>
          <p:cNvPr id="15" name="Picture Placeholder 14">
            <a:extLst xmlns:a="http://schemas.openxmlformats.org/drawingml/2006/main">
              <a:ext uri="{FF2B5EF4-FFF2-40B4-BE49-F238E27FC236}">
                <a16:creationId xmlns:a16="http://schemas.microsoft.com/office/drawing/2014/main" id="{1E04C239-66A7-41F6-BFBA-EF1924136F01}"/>
              </a:ext>
            </a:extLst>
          </p:cNvPr>
          <p:cNvSpPr>
            <a:spLocks xmlns:a="http://schemas.openxmlformats.org/drawingml/2006/main" noGrp="1"/>
          </p:cNvSpPr>
          <p:nvPr>
            <p:ph type="pic" idx="11" hasCustomPrompt="1"/>
          </p:nvPr>
        </p:nvSpPr>
        <p:spPr>
          <a:xfrm xmlns:a="http://schemas.openxmlformats.org/drawingml/2006/main">
            <a:off x="3715781" y="2144458"/>
            <a:ext cx="2245383" cy="2245382"/>
          </a:xfrm>
          <a:custGeom xmlns:a="http://schemas.openxmlformats.org/drawingml/2006/main">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6" name="Picture Placeholder 15">
            <a:extLst xmlns:a="http://schemas.openxmlformats.org/drawingml/2006/main">
              <a:ext uri="{FF2B5EF4-FFF2-40B4-BE49-F238E27FC236}">
                <a16:creationId xmlns:a16="http://schemas.microsoft.com/office/drawing/2014/main" id="{3B5FFEF8-A329-4457-94A4-4F5174DEF906}"/>
              </a:ext>
            </a:extLst>
          </p:cNvPr>
          <p:cNvSpPr>
            <a:spLocks xmlns:a="http://schemas.openxmlformats.org/drawingml/2006/main" noGrp="1"/>
          </p:cNvSpPr>
          <p:nvPr>
            <p:ph type="pic" idx="12" hasCustomPrompt="1"/>
          </p:nvPr>
        </p:nvSpPr>
        <p:spPr>
          <a:xfrm xmlns:a="http://schemas.openxmlformats.org/drawingml/2006/main">
            <a:off x="6230839" y="2144458"/>
            <a:ext cx="2245383" cy="2245382"/>
          </a:xfrm>
          <a:custGeom xmlns:a="http://schemas.openxmlformats.org/drawingml/2006/main">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7" name="Picture Placeholder 16">
            <a:extLst xmlns:a="http://schemas.openxmlformats.org/drawingml/2006/main">
              <a:ext uri="{FF2B5EF4-FFF2-40B4-BE49-F238E27FC236}">
                <a16:creationId xmlns:a16="http://schemas.microsoft.com/office/drawing/2014/main" id="{C2039CC9-8EB8-49DE-8D7C-F033D9B24117}"/>
              </a:ext>
            </a:extLst>
          </p:cNvPr>
          <p:cNvSpPr>
            <a:spLocks xmlns:a="http://schemas.openxmlformats.org/drawingml/2006/main" noGrp="1"/>
          </p:cNvSpPr>
          <p:nvPr>
            <p:ph type="pic" idx="13" hasCustomPrompt="1"/>
          </p:nvPr>
        </p:nvSpPr>
        <p:spPr>
          <a:xfrm xmlns:a="http://schemas.openxmlformats.org/drawingml/2006/main">
            <a:off x="8745898" y="2144458"/>
            <a:ext cx="2245383" cy="2245382"/>
          </a:xfrm>
          <a:custGeom xmlns:a="http://schemas.openxmlformats.org/drawingml/2006/main">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4" name="Picture Placeholder 13">
            <a:extLst xmlns:a="http://schemas.openxmlformats.org/drawingml/2006/main">
              <a:ext uri="{FF2B5EF4-FFF2-40B4-BE49-F238E27FC236}">
                <a16:creationId xmlns:a16="http://schemas.microsoft.com/office/drawing/2014/main" id="{CDE20769-E15C-4F9F-8104-886453C9A584}"/>
              </a:ext>
            </a:extLst>
          </p:cNvPr>
          <p:cNvSpPr>
            <a:spLocks xmlns:a="http://schemas.openxmlformats.org/drawingml/2006/main" noGrp="1"/>
          </p:cNvSpPr>
          <p:nvPr>
            <p:ph type="pic" idx="10" hasCustomPrompt="1"/>
          </p:nvPr>
        </p:nvSpPr>
        <p:spPr>
          <a:xfrm xmlns:a="http://schemas.openxmlformats.org/drawingml/2006/main">
            <a:off x="1205514" y="2144458"/>
            <a:ext cx="2245383" cy="2245382"/>
          </a:xfrm>
          <a:custGeom xmlns:a="http://schemas.openxmlformats.org/drawingml/2006/main">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21.xml><?xml version="1.0" encoding="utf-8"?>
<p:sldLayout xmlns:p="http://schemas.openxmlformats.org/presentationml/2006/main" preserve="1" userDrawn="1">
  <p:cSld name="17_Title and Content">
    <p:spTree>
      <p:nvGrpSpPr>
        <p:cNvPr id="1" name=""/>
        <p:cNvGrpSpPr/>
        <p:nvPr/>
      </p:nvGrpSpPr>
      <p:grpSpPr>
        <a:xfrm xmlns:a="http://schemas.openxmlformats.org/drawingml/2006/main"/>
      </p:grpSpPr>
      <p:sp>
        <p:nvSpPr>
          <p:cNvPr id="5" name="Picture Placeholder 4">
            <a:extLst xmlns:a="http://schemas.openxmlformats.org/drawingml/2006/main">
              <a:ext uri="{FF2B5EF4-FFF2-40B4-BE49-F238E27FC236}">
                <a16:creationId xmlns:a16="http://schemas.microsoft.com/office/drawing/2014/main" id="{577C32E8-CB3E-499C-8B96-F007346E4412}"/>
              </a:ext>
            </a:extLst>
          </p:cNvPr>
          <p:cNvSpPr>
            <a:spLocks xmlns:a="http://schemas.openxmlformats.org/drawingml/2006/main" noGrp="1"/>
          </p:cNvSpPr>
          <p:nvPr>
            <p:ph type="pic" idx="10" hasCustomPrompt="1"/>
          </p:nvPr>
        </p:nvSpPr>
        <p:spPr>
          <a:xfrm xmlns:a="http://schemas.openxmlformats.org/drawingml/2006/main">
            <a:off x="0" y="2133604"/>
            <a:ext cx="9925056" cy="2590796"/>
          </a:xfrm>
          <a:custGeom xmlns:a="http://schemas.openxmlformats.org/drawingml/2006/main">
            <a:gdLst>
              <a:gd name="connsiteX0" fmla="*/ 0 w 9925056"/>
              <a:gd name="connsiteY0" fmla="*/ 0 h 2590796"/>
              <a:gd name="connsiteX1" fmla="*/ 8629658 w 9925056"/>
              <a:gd name="connsiteY1" fmla="*/ 0 h 2590796"/>
              <a:gd name="connsiteX2" fmla="*/ 9925056 w 9925056"/>
              <a:gd name="connsiteY2" fmla="*/ 1295398 h 2590796"/>
              <a:gd name="connsiteX3" fmla="*/ 8629658 w 9925056"/>
              <a:gd name="connsiteY3" fmla="*/ 2590796 h 2590796"/>
              <a:gd name="connsiteX4" fmla="*/ 0 w 9925056"/>
              <a:gd name="connsiteY4" fmla="*/ 2590796 h 2590796"/>
            </a:gdLst>
            <a:rect l="l" t="t" r="r" b="b"/>
            <a:pathLst>
              <a:path w="9925056" h="2590796">
                <a:moveTo>
                  <a:pt x="0" y="0"/>
                </a:moveTo>
                <a:lnTo>
                  <a:pt x="8629658" y="0"/>
                </a:lnTo>
                <a:cubicBezTo>
                  <a:pt x="9345087" y="0"/>
                  <a:pt x="9925056" y="579969"/>
                  <a:pt x="9925056" y="1295398"/>
                </a:cubicBezTo>
                <a:cubicBezTo>
                  <a:pt x="9925056" y="2010827"/>
                  <a:pt x="9345087" y="2590796"/>
                  <a:pt x="8629658" y="2590796"/>
                </a:cubicBezTo>
                <a:lnTo>
                  <a:pt x="0" y="2590796"/>
                </a:ln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22.xml><?xml version="1.0" encoding="utf-8"?>
<p:sldLayout xmlns:p="http://schemas.openxmlformats.org/presentationml/2006/main" showMasterSp="0" preserve="1" userDrawn="1">
  <p:cSld name="3_Title and Content">
    <p:bg>
      <p:bgPr>
        <a:solidFill xmlns:a="http://schemas.openxmlformats.org/drawingml/2006/main">
          <a:schemeClr val="accent1"/>
        </a:solidFill>
      </p:bgPr>
    </p:bg>
    <p:spTree>
      <p:nvGrpSpPr>
        <p:cNvPr id="1" name=""/>
        <p:cNvGrpSpPr/>
        <p:nvPr/>
      </p:nvGrpSpPr>
      <p:grpSpPr>
        <a:xfrm xmlns:a="http://schemas.openxmlformats.org/drawingml/2006/main"/>
      </p:grpSpPr>
      <p:sp>
        <p:nvSpPr>
          <p:cNvPr id="20" name="Freeform: Shape 19">
            <a:extLst xmlns:a="http://schemas.openxmlformats.org/drawingml/2006/main">
              <a:ext uri="{FF2B5EF4-FFF2-40B4-BE49-F238E27FC236}">
                <a16:creationId xmlns:a16="http://schemas.microsoft.com/office/drawing/2014/main" id="{BA9B3843-5DE3-4278-8A3B-A675828E2ECA}"/>
              </a:ext>
            </a:extLst>
          </p:cNvPr>
          <p:cNvSpPr>
            <a:spLocks xmlns:a="http://schemas.openxmlformats.org/drawingml/2006/main" noGrp="1"/>
          </p:cNvSpPr>
          <p:nvPr/>
        </p:nvSpPr>
        <p:spPr>
          <a:xfrm xmlns:a="http://schemas.openxmlformats.org/drawingml/2006/main">
            <a:off x="0" y="0"/>
            <a:ext cx="6759036" cy="6858000"/>
          </a:xfrm>
          <a:custGeom xmlns:a="http://schemas.openxmlformats.org/drawingml/2006/main">
            <a:gdLst>
              <a:gd name="connsiteX0" fmla="*/ 0 w 6759036"/>
              <a:gd name="connsiteY0" fmla="*/ 0 h 6858000"/>
              <a:gd name="connsiteX1" fmla="*/ 4940057 w 6759036"/>
              <a:gd name="connsiteY1" fmla="*/ 0 h 6858000"/>
              <a:gd name="connsiteX2" fmla="*/ 6559055 w 6759036"/>
              <a:gd name="connsiteY2" fmla="*/ 1361952 h 6858000"/>
              <a:gd name="connsiteX3" fmla="*/ 6628743 w 6759036"/>
              <a:gd name="connsiteY3" fmla="*/ 2156672 h 6858000"/>
              <a:gd name="connsiteX4" fmla="*/ 6516513 w 6759036"/>
              <a:gd name="connsiteY4" fmla="*/ 2289474 h 6858000"/>
              <a:gd name="connsiteX5" fmla="*/ 5721795 w 6759036"/>
              <a:gd name="connsiteY5" fmla="*/ 2359161 h 6858000"/>
              <a:gd name="connsiteX6" fmla="*/ 4133085 w 6759036"/>
              <a:gd name="connsiteY6" fmla="*/ 1020897 h 6858000"/>
              <a:gd name="connsiteX7" fmla="*/ 3338364 w 6759036"/>
              <a:gd name="connsiteY7" fmla="*/ 1090586 h 6858000"/>
              <a:gd name="connsiteX8" fmla="*/ 3226134 w 6759036"/>
              <a:gd name="connsiteY8" fmla="*/ 1223388 h 6858000"/>
              <a:gd name="connsiteX9" fmla="*/ 3295826 w 6759036"/>
              <a:gd name="connsiteY9" fmla="*/ 2018106 h 6858000"/>
              <a:gd name="connsiteX10" fmla="*/ 6198266 w 6759036"/>
              <a:gd name="connsiteY10" fmla="*/ 4460479 h 6858000"/>
              <a:gd name="connsiteX11" fmla="*/ 6267956 w 6759036"/>
              <a:gd name="connsiteY11" fmla="*/ 5255195 h 6858000"/>
              <a:gd name="connsiteX12" fmla="*/ 6155725 w 6759036"/>
              <a:gd name="connsiteY12" fmla="*/ 5387997 h 6858000"/>
              <a:gd name="connsiteX13" fmla="*/ 5361007 w 6759036"/>
              <a:gd name="connsiteY13" fmla="*/ 5457688 h 6858000"/>
              <a:gd name="connsiteX14" fmla="*/ 4727965 w 6759036"/>
              <a:gd name="connsiteY14" fmla="*/ 4923995 h 6858000"/>
              <a:gd name="connsiteX15" fmla="*/ 3933247 w 6759036"/>
              <a:gd name="connsiteY15" fmla="*/ 4993682 h 6858000"/>
              <a:gd name="connsiteX16" fmla="*/ 3821016 w 6759036"/>
              <a:gd name="connsiteY16" fmla="*/ 5126483 h 6858000"/>
              <a:gd name="connsiteX17" fmla="*/ 3890705 w 6759036"/>
              <a:gd name="connsiteY17" fmla="*/ 5921204 h 6858000"/>
              <a:gd name="connsiteX18" fmla="*/ 4966964 w 6759036"/>
              <a:gd name="connsiteY18" fmla="*/ 6829942 h 6858000"/>
              <a:gd name="connsiteX19" fmla="*/ 4993968 w 6759036"/>
              <a:gd name="connsiteY19" fmla="*/ 6858000 h 6858000"/>
              <a:gd name="connsiteX20" fmla="*/ 2978294 w 6759036"/>
              <a:gd name="connsiteY20" fmla="*/ 6858000 h 6858000"/>
              <a:gd name="connsiteX21" fmla="*/ 1182453 w 6759036"/>
              <a:gd name="connsiteY21" fmla="*/ 5346426 h 6858000"/>
              <a:gd name="connsiteX22" fmla="*/ 387732 w 6759036"/>
              <a:gd name="connsiteY22" fmla="*/ 5416115 h 6858000"/>
              <a:gd name="connsiteX23" fmla="*/ 275502 w 6759036"/>
              <a:gd name="connsiteY23" fmla="*/ 5548917 h 6858000"/>
              <a:gd name="connsiteX24" fmla="*/ 345194 w 6759036"/>
              <a:gd name="connsiteY24" fmla="*/ 6343636 h 6858000"/>
              <a:gd name="connsiteX25" fmla="*/ 957016 w 6759036"/>
              <a:gd name="connsiteY25" fmla="*/ 6858000 h 6858000"/>
              <a:gd name="connsiteX26" fmla="*/ 0 w 6759036"/>
              <a:gd name="connsiteY26" fmla="*/ 6858000 h 6858000"/>
            </a:gdLst>
            <a:rect l="l" t="t" r="r" b="b"/>
            <a:pathLst>
              <a:path w="6759036" h="6858000">
                <a:moveTo>
                  <a:pt x="0" y="0"/>
                </a:moveTo>
                <a:lnTo>
                  <a:pt x="4940057" y="0"/>
                </a:lnTo>
                <a:lnTo>
                  <a:pt x="6559055" y="1361952"/>
                </a:lnTo>
                <a:cubicBezTo>
                  <a:pt x="6795329" y="1561788"/>
                  <a:pt x="6826944" y="1917563"/>
                  <a:pt x="6628743" y="2156672"/>
                </a:cubicBezTo>
                <a:lnTo>
                  <a:pt x="6516513" y="2289474"/>
                </a:lnTo>
                <a:cubicBezTo>
                  <a:pt x="6316679" y="2525746"/>
                  <a:pt x="5960902" y="2557363"/>
                  <a:pt x="5721795" y="2359161"/>
                </a:cubicBezTo>
                <a:lnTo>
                  <a:pt x="4133085" y="1020897"/>
                </a:lnTo>
                <a:cubicBezTo>
                  <a:pt x="3896811" y="821060"/>
                  <a:pt x="3539399" y="849845"/>
                  <a:pt x="3338364" y="1090586"/>
                </a:cubicBezTo>
                <a:lnTo>
                  <a:pt x="3226134" y="1223388"/>
                </a:lnTo>
                <a:cubicBezTo>
                  <a:pt x="3026299" y="1459660"/>
                  <a:pt x="3055081" y="1817074"/>
                  <a:pt x="3295826" y="2018106"/>
                </a:cubicBezTo>
                <a:lnTo>
                  <a:pt x="6198266" y="4460479"/>
                </a:lnTo>
                <a:cubicBezTo>
                  <a:pt x="6434538" y="4660313"/>
                  <a:pt x="6466156" y="5016090"/>
                  <a:pt x="6267956" y="5255195"/>
                </a:cubicBezTo>
                <a:lnTo>
                  <a:pt x="6155725" y="5387997"/>
                </a:lnTo>
                <a:cubicBezTo>
                  <a:pt x="5955888" y="5624271"/>
                  <a:pt x="5600115" y="5655886"/>
                  <a:pt x="5361007" y="5457688"/>
                </a:cubicBezTo>
                <a:lnTo>
                  <a:pt x="4727965" y="4923995"/>
                </a:lnTo>
                <a:cubicBezTo>
                  <a:pt x="4491690" y="4724157"/>
                  <a:pt x="4134281" y="4752940"/>
                  <a:pt x="3933247" y="4993682"/>
                </a:cubicBezTo>
                <a:lnTo>
                  <a:pt x="3821016" y="5126483"/>
                </a:lnTo>
                <a:cubicBezTo>
                  <a:pt x="3621179" y="5362758"/>
                  <a:pt x="3649964" y="5720170"/>
                  <a:pt x="3890705" y="5921204"/>
                </a:cubicBezTo>
                <a:lnTo>
                  <a:pt x="4966964" y="6829942"/>
                </a:lnTo>
                <a:lnTo>
                  <a:pt x="4993968" y="6858000"/>
                </a:lnTo>
                <a:lnTo>
                  <a:pt x="2978294" y="6858000"/>
                </a:lnTo>
                <a:lnTo>
                  <a:pt x="1182453" y="5346426"/>
                </a:lnTo>
                <a:cubicBezTo>
                  <a:pt x="946178" y="5146589"/>
                  <a:pt x="588767" y="5175374"/>
                  <a:pt x="387732" y="5416115"/>
                </a:cubicBezTo>
                <a:lnTo>
                  <a:pt x="275502" y="5548917"/>
                </a:lnTo>
                <a:cubicBezTo>
                  <a:pt x="75667" y="5785189"/>
                  <a:pt x="104449" y="6142603"/>
                  <a:pt x="345194" y="6343636"/>
                </a:cubicBezTo>
                <a:lnTo>
                  <a:pt x="957016" y="6858000"/>
                </a:lnTo>
                <a:lnTo>
                  <a:pt x="0" y="6858000"/>
                </a:lnTo>
                <a:close/>
              </a:path>
            </a:pathLst>
          </a:cu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1" name="TextBox 20">
            <a:extLst xmlns:a="http://schemas.openxmlformats.org/drawingml/2006/main">
              <a:ext uri="{FF2B5EF4-FFF2-40B4-BE49-F238E27FC236}">
                <a16:creationId xmlns:a16="http://schemas.microsoft.com/office/drawing/2014/main" id="{E7E53B07-6CED-4F8A-BDCA-F3E5B62308FC}"/>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bg1"/>
                </a:solidFill>
                <a:latin typeface="+mj-lt"/>
                <a:ea typeface="+mj-lt"/>
                <a:cs typeface="+mj-lt"/>
              </a:rPr>
              <a:t>‹#›</a:t>
            </a:fld>
            <a:endParaRPr sz="4400" i="0">
              <a:solidFill>
                <a:schemeClr val="bg1"/>
              </a:solidFill>
              <a:latin typeface="+mj-lt"/>
              <a:ea typeface="+mj-lt"/>
              <a:cs typeface="+mj-lt"/>
            </a:endParaRPr>
          </a:p>
        </p:txBody>
      </p:sp>
      <p:sp>
        <p:nvSpPr>
          <p:cNvPr id="35" name="Freeform: Shape 34">
            <a:extLst xmlns:a="http://schemas.openxmlformats.org/drawingml/2006/main">
              <a:ext uri="{FF2B5EF4-FFF2-40B4-BE49-F238E27FC236}">
                <a16:creationId xmlns:a16="http://schemas.microsoft.com/office/drawing/2014/main" id="{110B999A-AB23-4F6C-9626-96336FB930FE}"/>
              </a:ext>
            </a:extLst>
          </p:cNvPr>
          <p:cNvSpPr>
            <a:spLocks xmlns:a="http://schemas.openxmlformats.org/drawingml/2006/main" noGrp="1"/>
          </p:cNvSpPr>
          <p:nvPr/>
        </p:nvSpPr>
        <p:spPr>
          <a:xfrm xmlns:a="http://schemas.openxmlformats.org/drawingml/2006/main">
            <a:off x="11471504" y="6083574"/>
            <a:ext cx="720496" cy="774426"/>
          </a:xfrm>
          <a:custGeom xmlns:a="http://schemas.openxmlformats.org/drawingml/2006/main">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bg1"/>
              </a:solidFill>
            </a:endParaRPr>
          </a:p>
        </p:txBody>
      </p:sp>
      <p:pic>
        <p:nvPicPr>
          <p:cNvPr id="40" name="Imagen 2"/>
          <p:cNvPicPr>
            <a:picLocks xmlns:a="http://schemas.openxmlformats.org/drawingml/2006/main" noChangeAspect="1"/>
          </p:cNvPicPr>
          <p:nvPr/>
        </p:nvPicPr>
        <p:blipFill>
          <a:blip xmlns:r="http://schemas.openxmlformats.org/officeDocument/2006/relationships" xmlns:a="http://schemas.openxmlformats.org/drawingml/2006/main" r:embed="R22404cf98f034011"/>
          <a:stretch xmlns:a="http://schemas.openxmlformats.org/drawingml/2006/main">
            <a:fillRect l="0" t="0" r="0" b="0"/>
          </a:stretch>
        </p:blipFill>
        <p:spPr>
          <a:xfrm xmlns:a="http://schemas.openxmlformats.org/drawingml/2006/main">
            <a:off x="291707" y="6182190"/>
            <a:ext cx="1399441" cy="291970"/>
          </a:xfrm>
          <a:prstGeom xmlns:a="http://schemas.openxmlformats.org/drawingml/2006/main" prst="rect">
            <a:avLst/>
          </a:prstGeom>
        </p:spPr>
      </p:pic>
      <p:sp>
        <p:nvSpPr>
          <p:cNvPr id="4" name="TextBox 7">
            <a:extLst xmlns:a="http://schemas.openxmlformats.org/drawingml/2006/main">
              <a:ext uri="{FF2B5EF4-FFF2-40B4-BE49-F238E27FC236}">
                <a16:creationId xmlns:a16="http://schemas.microsoft.com/office/drawing/2014/main" id="{33347300-42CA-05B2-DCB8-F36D8F442D9E}"/>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bg1"/>
                </a:solidFill>
                <a:latin typeface="Segoe UI"/>
                <a:ea typeface="Segoe UI"/>
                <a:cs typeface="Segoe UI"/>
              </a:rPr>
              <a:t>#BizzSummit2026</a:t>
            </a:r>
            <a:endParaRPr sz="1100" b="0">
              <a:solidFill>
                <a:schemeClr val="bg1"/>
              </a:solidFill>
              <a:latin typeface="Segoe UI"/>
              <a:ea typeface="Segoe UI"/>
              <a:cs typeface="Segoe UI"/>
            </a:endParaRPr>
          </a:p>
        </p:txBody>
      </p:sp>
    </p:spTree>
  </p:cSld>
</p:sldLayout>
</file>

<file path=ppt/slideLayouts/slideLayout23.xml><?xml version="1.0" encoding="utf-8"?>
<p:sldLayout xmlns:p="http://schemas.openxmlformats.org/presentationml/2006/main" preserve="1" userDrawn="1">
  <p:cSld name="18_Title and Content">
    <p:spTree>
      <p:nvGrpSpPr>
        <p:cNvPr id="1" name=""/>
        <p:cNvGrpSpPr/>
        <p:nvPr/>
      </p:nvGrpSpPr>
      <p:grpSpPr>
        <a:xfrm xmlns:a="http://schemas.openxmlformats.org/drawingml/2006/main"/>
      </p:grpSpPr>
      <p:sp>
        <p:nvSpPr>
          <p:cNvPr id="6" name="Picture Placeholder 5">
            <a:extLst xmlns:a="http://schemas.openxmlformats.org/drawingml/2006/main">
              <a:ext uri="{FF2B5EF4-FFF2-40B4-BE49-F238E27FC236}">
                <a16:creationId xmlns:a16="http://schemas.microsoft.com/office/drawing/2014/main" id="{510A2F5C-A181-4EFC-9E8A-E522A5CCB49F}"/>
              </a:ext>
            </a:extLst>
          </p:cNvPr>
          <p:cNvSpPr>
            <a:spLocks xmlns:a="http://schemas.openxmlformats.org/drawingml/2006/main" noGrp="1"/>
          </p:cNvSpPr>
          <p:nvPr>
            <p:ph type="pic" idx="10" hasCustomPrompt="1"/>
          </p:nvPr>
        </p:nvSpPr>
        <p:spPr>
          <a:xfrm xmlns:a="http://schemas.openxmlformats.org/drawingml/2006/main">
            <a:off x="6348330" y="549274"/>
            <a:ext cx="5843673" cy="6308726"/>
          </a:xfrm>
          <a:custGeom xmlns:a="http://schemas.openxmlformats.org/drawingml/2006/main">
            <a:gdLst>
              <a:gd name="connsiteX0" fmla="*/ 2288427 w 5843673"/>
              <a:gd name="connsiteY0" fmla="*/ 794 h 6308726"/>
              <a:gd name="connsiteX1" fmla="*/ 4641439 w 5843673"/>
              <a:gd name="connsiteY1" fmla="*/ 581088 h 6308726"/>
              <a:gd name="connsiteX2" fmla="*/ 5696574 w 5843673"/>
              <a:gd name="connsiteY2" fmla="*/ 337126 h 6308726"/>
              <a:gd name="connsiteX3" fmla="*/ 5843673 w 5843673"/>
              <a:gd name="connsiteY3" fmla="*/ 324217 h 6308726"/>
              <a:gd name="connsiteX4" fmla="*/ 5843673 w 5843673"/>
              <a:gd name="connsiteY4" fmla="*/ 6308726 h 6308726"/>
              <a:gd name="connsiteX5" fmla="*/ 0 w 5843673"/>
              <a:gd name="connsiteY5" fmla="*/ 6308726 h 6308726"/>
              <a:gd name="connsiteX6" fmla="*/ 1794 w 5843673"/>
              <a:gd name="connsiteY6" fmla="*/ 6216854 h 6308726"/>
              <a:gd name="connsiteX7" fmla="*/ 169011 w 5843673"/>
              <a:gd name="connsiteY7" fmla="*/ 5497469 h 6308726"/>
              <a:gd name="connsiteX8" fmla="*/ 963747 w 5843673"/>
              <a:gd name="connsiteY8" fmla="*/ 4220418 h 6308726"/>
              <a:gd name="connsiteX9" fmla="*/ 1895503 w 5843673"/>
              <a:gd name="connsiteY9" fmla="*/ 49436 h 6308726"/>
              <a:gd name="connsiteX10" fmla="*/ 2288427 w 5843673"/>
              <a:gd name="connsiteY10" fmla="*/ 794 h 6308726"/>
            </a:gdLst>
            <a:rect l="l" t="t" r="r" b="b"/>
            <a:pathLst>
              <a:path w="5843673" h="6308726">
                <a:moveTo>
                  <a:pt x="2288427" y="794"/>
                </a:moveTo>
                <a:cubicBezTo>
                  <a:pt x="3124170" y="31968"/>
                  <a:pt x="3456878" y="969546"/>
                  <a:pt x="4641439" y="581088"/>
                </a:cubicBezTo>
                <a:cubicBezTo>
                  <a:pt x="5013970" y="457767"/>
                  <a:pt x="5365787" y="378187"/>
                  <a:pt x="5696574" y="337126"/>
                </a:cubicBezTo>
                <a:lnTo>
                  <a:pt x="5843673" y="324217"/>
                </a:lnTo>
                <a:lnTo>
                  <a:pt x="5843673" y="6308726"/>
                </a:lnTo>
                <a:lnTo>
                  <a:pt x="0" y="6308726"/>
                </a:lnTo>
                <a:lnTo>
                  <a:pt x="1794" y="6216854"/>
                </a:lnTo>
                <a:cubicBezTo>
                  <a:pt x="18929" y="5931340"/>
                  <a:pt x="90223" y="5675599"/>
                  <a:pt x="169011" y="5497469"/>
                </a:cubicBezTo>
                <a:cubicBezTo>
                  <a:pt x="322477" y="5152174"/>
                  <a:pt x="821243" y="4565713"/>
                  <a:pt x="963747" y="4220418"/>
                </a:cubicBezTo>
                <a:cubicBezTo>
                  <a:pt x="1446067" y="3063941"/>
                  <a:pt x="-894" y="559164"/>
                  <a:pt x="1895503" y="49436"/>
                </a:cubicBezTo>
                <a:cubicBezTo>
                  <a:pt x="2039377" y="10385"/>
                  <a:pt x="2169035" y="-3660"/>
                  <a:pt x="2288427" y="794"/>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9" name="Picture Placeholder 8">
            <a:extLst xmlns:a="http://schemas.openxmlformats.org/drawingml/2006/main">
              <a:ext uri="{FF2B5EF4-FFF2-40B4-BE49-F238E27FC236}">
                <a16:creationId xmlns:a16="http://schemas.microsoft.com/office/drawing/2014/main" id="{114B87FC-A38A-4591-9922-BC90266B211A}"/>
              </a:ext>
            </a:extLst>
          </p:cNvPr>
          <p:cNvSpPr>
            <a:spLocks xmlns:a="http://schemas.openxmlformats.org/drawingml/2006/main" noGrp="1"/>
          </p:cNvSpPr>
          <p:nvPr>
            <p:ph type="pic" idx="11" hasCustomPrompt="1"/>
          </p:nvPr>
        </p:nvSpPr>
        <p:spPr>
          <a:xfrm xmlns:a="http://schemas.openxmlformats.org/drawingml/2006/main">
            <a:off x="5843672" y="1797050"/>
            <a:ext cx="4819651" cy="4800600"/>
          </a:xfrm>
          <a:custGeom xmlns:a="http://schemas.openxmlformats.org/drawingml/2006/main">
            <a:gdLst>
              <a:gd name="connsiteX0" fmla="*/ 0 w 4819650"/>
              <a:gd name="connsiteY0" fmla="*/ 0 h 4800600"/>
              <a:gd name="connsiteX1" fmla="*/ 4819650 w 4819650"/>
              <a:gd name="connsiteY1" fmla="*/ 0 h 4800600"/>
              <a:gd name="connsiteX2" fmla="*/ 4819650 w 4819650"/>
              <a:gd name="connsiteY2" fmla="*/ 4800600 h 4800600"/>
              <a:gd name="connsiteX3" fmla="*/ 0 w 4819650"/>
              <a:gd name="connsiteY3" fmla="*/ 4800600 h 4800600"/>
            </a:gdLst>
            <a:rect l="l" t="t" r="r" b="b"/>
            <a:pathLst>
              <a:path w="4819650" h="4800600">
                <a:moveTo>
                  <a:pt x="0" y="0"/>
                </a:moveTo>
                <a:lnTo>
                  <a:pt x="4819650" y="0"/>
                </a:lnTo>
                <a:lnTo>
                  <a:pt x="4819650" y="4800600"/>
                </a:lnTo>
                <a:lnTo>
                  <a:pt x="0" y="4800600"/>
                </a:lnTo>
                <a:close/>
              </a:path>
            </a:pathLst>
          </a:custGeom>
          <a:noFill xmlns:a="http://schemas.openxmlformats.org/drawingml/2006/main"/>
          <a:effectLst xmlns:a="http://schemas.openxmlformats.org/drawingml/2006/main">
            <a:outerShdw blurRad="1066800" dist="723900" dir="5400000" sx="86000" sy="86000" algn="t" rotWithShape="0">
              <a:prstClr val="black">
                <a:alpha val="20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24.xml><?xml version="1.0" encoding="utf-8"?>
<p:sldLayout xmlns:p="http://schemas.openxmlformats.org/presentationml/2006/main" preserve="1" userDrawn="1">
  <p:cSld name="19_Title and Content">
    <p:spTree>
      <p:nvGrpSpPr>
        <p:cNvPr id="1" name=""/>
        <p:cNvGrpSpPr/>
        <p:nvPr/>
      </p:nvGrpSpPr>
      <p:grpSpPr>
        <a:xfrm xmlns:a="http://schemas.openxmlformats.org/drawingml/2006/main"/>
      </p:grpSpPr>
      <p:sp>
        <p:nvSpPr>
          <p:cNvPr id="3" name="Picture Placeholder 2">
            <a:extLst xmlns:a="http://schemas.openxmlformats.org/drawingml/2006/main">
              <a:ext uri="{FF2B5EF4-FFF2-40B4-BE49-F238E27FC236}">
                <a16:creationId xmlns:a16="http://schemas.microsoft.com/office/drawing/2014/main" id="{5C826877-B32F-4F26-A8F8-98B82E552BFF}"/>
              </a:ext>
            </a:extLst>
          </p:cNvPr>
          <p:cNvSpPr>
            <a:spLocks xmlns:a="http://schemas.openxmlformats.org/drawingml/2006/main" noGrp="1"/>
          </p:cNvSpPr>
          <p:nvPr>
            <p:ph type="pic" idx="10" hasCustomPrompt="1"/>
          </p:nvPr>
        </p:nvSpPr>
        <p:spPr>
          <a:xfrm xmlns:a="http://schemas.openxmlformats.org/drawingml/2006/main">
            <a:off x="0" y="0"/>
            <a:ext cx="12192000" cy="6858000"/>
          </a:xfrm>
          <a:prstGeom xmlns:a="http://schemas.openxmlformats.org/drawingml/2006/main" prst="rect">
            <a:avLst/>
          </a:prstGeom>
          <a:solidFill xmlns:a="http://schemas.openxmlformats.org/drawingml/2006/main">
            <a:schemeClr val="bg1">
              <a:lumMod val="95000"/>
              <a:alpha val="25000"/>
            </a:schemeClr>
          </a:solidFill>
        </p:spPr>
        <p:txBody>
          <a:bodyPr xmlns:a="http://schemas.openxmlformats.org/drawingml/2006/main"/>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25.xml><?xml version="1.0" encoding="utf-8"?>
<p:sldLayout xmlns:p="http://schemas.openxmlformats.org/presentationml/2006/main" preserve="1" userDrawn="1">
  <p:cSld name="20_Title and Content">
    <p:spTree>
      <p:nvGrpSpPr>
        <p:cNvPr id="1" name=""/>
        <p:cNvGrpSpPr/>
        <p:nvPr/>
      </p:nvGrpSpPr>
      <p:grpSpPr>
        <a:xfrm xmlns:a="http://schemas.openxmlformats.org/drawingml/2006/main"/>
      </p:grpSpPr>
      <p:sp>
        <p:nvSpPr>
          <p:cNvPr id="2" name="Freeform: Shape 1">
            <a:extLst xmlns:a="http://schemas.openxmlformats.org/drawingml/2006/main">
              <a:ext uri="{FF2B5EF4-FFF2-40B4-BE49-F238E27FC236}">
                <a16:creationId xmlns:a16="http://schemas.microsoft.com/office/drawing/2014/main" id="{F1168F48-343E-4B92-A6BD-43D92EC5E0E7}"/>
              </a:ext>
            </a:extLst>
          </p:cNvPr>
          <p:cNvSpPr>
            <a:spLocks xmlns:a="http://schemas.openxmlformats.org/drawingml/2006/main" noGrp="1"/>
          </p:cNvSpPr>
          <p:nvPr/>
        </p:nvSpPr>
        <p:spPr>
          <a:xfrm xmlns:a="http://schemas.openxmlformats.org/drawingml/2006/main">
            <a:off x="5219700" y="0"/>
            <a:ext cx="6972301" cy="6858000"/>
          </a:xfrm>
          <a:custGeom xmlns:a="http://schemas.openxmlformats.org/drawingml/2006/main">
            <a:gdLst>
              <a:gd name="connsiteX0" fmla="*/ 1658746 w 5332935"/>
              <a:gd name="connsiteY0" fmla="*/ 0 h 6858000"/>
              <a:gd name="connsiteX1" fmla="*/ 5332935 w 5332935"/>
              <a:gd name="connsiteY1" fmla="*/ 0 h 6858000"/>
              <a:gd name="connsiteX2" fmla="*/ 5332935 w 5332935"/>
              <a:gd name="connsiteY2" fmla="*/ 6858000 h 6858000"/>
              <a:gd name="connsiteX3" fmla="*/ 266502 w 5332935"/>
              <a:gd name="connsiteY3" fmla="*/ 6858000 h 6858000"/>
              <a:gd name="connsiteX4" fmla="*/ 218120 w 5332935"/>
              <a:gd name="connsiteY4" fmla="*/ 6750221 h 6858000"/>
              <a:gd name="connsiteX5" fmla="*/ 139725 w 5332935"/>
              <a:gd name="connsiteY5" fmla="*/ 6536357 h 6858000"/>
              <a:gd name="connsiteX6" fmla="*/ 1449720 w 5332935"/>
              <a:gd name="connsiteY6" fmla="*/ 2711728 h 6858000"/>
              <a:gd name="connsiteX7" fmla="*/ 1566730 w 5332935"/>
              <a:gd name="connsiteY7" fmla="*/ 171715 h 6858000"/>
            </a:gdLst>
            <a:rect l="l" t="t" r="r" b="b"/>
            <a:pathLst>
              <a:path w="5332935" h="6858000">
                <a:moveTo>
                  <a:pt x="1658746" y="0"/>
                </a:moveTo>
                <a:lnTo>
                  <a:pt x="5332935" y="0"/>
                </a:lnTo>
                <a:lnTo>
                  <a:pt x="5332935" y="6858000"/>
                </a:lnTo>
                <a:lnTo>
                  <a:pt x="266502" y="6858000"/>
                </a:lnTo>
                <a:lnTo>
                  <a:pt x="218120" y="6750221"/>
                </a:lnTo>
                <a:cubicBezTo>
                  <a:pt x="189953" y="6681019"/>
                  <a:pt x="163785" y="6609730"/>
                  <a:pt x="139725" y="6536357"/>
                </a:cubicBezTo>
                <a:cubicBezTo>
                  <a:pt x="-547474" y="4441971"/>
                  <a:pt x="1527640" y="3625849"/>
                  <a:pt x="1449720" y="2711728"/>
                </a:cubicBezTo>
                <a:cubicBezTo>
                  <a:pt x="1396262" y="2095405"/>
                  <a:pt x="1214984" y="967692"/>
                  <a:pt x="1566730" y="171715"/>
                </a:cubicBezTo>
                <a:close/>
              </a:path>
            </a:pathLst>
          </a:custGeom>
          <a:solidFill xmlns:a="http://schemas.openxmlformats.org/drawingml/2006/main">
            <a:schemeClr val="accent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Picture Placeholder 5">
            <a:extLst xmlns:a="http://schemas.openxmlformats.org/drawingml/2006/main">
              <a:ext uri="{FF2B5EF4-FFF2-40B4-BE49-F238E27FC236}">
                <a16:creationId xmlns:a16="http://schemas.microsoft.com/office/drawing/2014/main" id="{9F65871E-8BA0-46CF-A66B-BA9A1A3F7DB9}"/>
              </a:ext>
            </a:extLst>
          </p:cNvPr>
          <p:cNvSpPr>
            <a:spLocks xmlns:a="http://schemas.openxmlformats.org/drawingml/2006/main" noGrp="1"/>
          </p:cNvSpPr>
          <p:nvPr>
            <p:ph type="pic" idx="10" hasCustomPrompt="1"/>
          </p:nvPr>
        </p:nvSpPr>
        <p:spPr>
          <a:xfrm xmlns:a="http://schemas.openxmlformats.org/drawingml/2006/main">
            <a:off x="5219699" y="0"/>
            <a:ext cx="6972301" cy="6858000"/>
          </a:xfrm>
          <a:custGeom xmlns:a="http://schemas.openxmlformats.org/drawingml/2006/main">
            <a:gdLst>
              <a:gd name="connsiteX0" fmla="*/ 4224815 w 6972301"/>
              <a:gd name="connsiteY0" fmla="*/ 0 h 6858000"/>
              <a:gd name="connsiteX1" fmla="*/ 6972301 w 6972301"/>
              <a:gd name="connsiteY1" fmla="*/ 0 h 6858000"/>
              <a:gd name="connsiteX2" fmla="*/ 6972301 w 6972301"/>
              <a:gd name="connsiteY2" fmla="*/ 6858000 h 6858000"/>
              <a:gd name="connsiteX3" fmla="*/ 5841899 w 6972301"/>
              <a:gd name="connsiteY3" fmla="*/ 6858000 h 6858000"/>
              <a:gd name="connsiteX4" fmla="*/ 5710671 w 6972301"/>
              <a:gd name="connsiteY4" fmla="*/ 6745153 h 6858000"/>
              <a:gd name="connsiteX5" fmla="*/ 4956741 w 6972301"/>
              <a:gd name="connsiteY5" fmla="*/ 6455400 h 6858000"/>
              <a:gd name="connsiteX6" fmla="*/ 4107321 w 6972301"/>
              <a:gd name="connsiteY6" fmla="*/ 6846665 h 6858000"/>
              <a:gd name="connsiteX7" fmla="*/ 4094074 w 6972301"/>
              <a:gd name="connsiteY7" fmla="*/ 6858000 h 6858000"/>
              <a:gd name="connsiteX8" fmla="*/ 197432 w 6972301"/>
              <a:gd name="connsiteY8" fmla="*/ 6858000 h 6858000"/>
              <a:gd name="connsiteX9" fmla="*/ 121513 w 6972301"/>
              <a:gd name="connsiteY9" fmla="*/ 6678515 h 6858000"/>
              <a:gd name="connsiteX10" fmla="*/ 63383 w 6972301"/>
              <a:gd name="connsiteY10" fmla="*/ 6475856 h 6858000"/>
              <a:gd name="connsiteX11" fmla="*/ 2572695 w 6972301"/>
              <a:gd name="connsiteY11" fmla="*/ 2320602 h 6858000"/>
              <a:gd name="connsiteX12" fmla="*/ 4087214 w 6972301"/>
              <a:gd name="connsiteY12" fmla="*/ 61182 h 6858000"/>
            </a:gdLst>
            <a:rect l="l" t="t" r="r" b="b"/>
            <a:pathLst>
              <a:path w="6972301" h="6858000">
                <a:moveTo>
                  <a:pt x="4224815" y="0"/>
                </a:moveTo>
                <a:lnTo>
                  <a:pt x="6972301" y="0"/>
                </a:lnTo>
                <a:lnTo>
                  <a:pt x="6972301" y="6858000"/>
                </a:lnTo>
                <a:lnTo>
                  <a:pt x="5841899" y="6858000"/>
                </a:lnTo>
                <a:lnTo>
                  <a:pt x="5710671" y="6745153"/>
                </a:lnTo>
                <a:cubicBezTo>
                  <a:pt x="5515288" y="6595343"/>
                  <a:pt x="5276144" y="6486426"/>
                  <a:pt x="4956741" y="6455400"/>
                </a:cubicBezTo>
                <a:cubicBezTo>
                  <a:pt x="4644393" y="6426308"/>
                  <a:pt x="4394716" y="6603901"/>
                  <a:pt x="4107321" y="6846665"/>
                </a:cubicBezTo>
                <a:lnTo>
                  <a:pt x="4094074" y="6858000"/>
                </a:lnTo>
                <a:lnTo>
                  <a:pt x="197432" y="6858000"/>
                </a:lnTo>
                <a:lnTo>
                  <a:pt x="121513" y="6678515"/>
                </a:lnTo>
                <a:cubicBezTo>
                  <a:pt x="98429" y="6613280"/>
                  <a:pt x="78954" y="6545704"/>
                  <a:pt x="63383" y="6475856"/>
                </a:cubicBezTo>
                <a:cubicBezTo>
                  <a:pt x="-462585" y="4125523"/>
                  <a:pt x="2454324" y="4720367"/>
                  <a:pt x="2572695" y="2320602"/>
                </a:cubicBezTo>
                <a:cubicBezTo>
                  <a:pt x="2627663" y="1220289"/>
                  <a:pt x="3254906" y="470091"/>
                  <a:pt x="4087214" y="61182"/>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26.xml><?xml version="1.0" encoding="utf-8"?>
<p:sldLayout xmlns:p="http://schemas.openxmlformats.org/presentationml/2006/main" preserve="1" userDrawn="1">
  <p:cSld name="21_Title and Content">
    <p:spTree>
      <p:nvGrpSpPr>
        <p:cNvPr id="1" name=""/>
        <p:cNvGrpSpPr/>
        <p:nvPr/>
      </p:nvGrpSpPr>
      <p:grpSpPr>
        <a:xfrm xmlns:a="http://schemas.openxmlformats.org/drawingml/2006/main"/>
      </p:grpSpPr>
      <p:sp>
        <p:nvSpPr>
          <p:cNvPr id="5" name="Picture Placeholder 4">
            <a:extLst xmlns:a="http://schemas.openxmlformats.org/drawingml/2006/main">
              <a:ext uri="{FF2B5EF4-FFF2-40B4-BE49-F238E27FC236}">
                <a16:creationId xmlns:a16="http://schemas.microsoft.com/office/drawing/2014/main" id="{BDA9B32A-2C86-405C-8A0C-06F40F049286}"/>
              </a:ext>
            </a:extLst>
          </p:cNvPr>
          <p:cNvSpPr>
            <a:spLocks xmlns:a="http://schemas.openxmlformats.org/drawingml/2006/main" noGrp="1"/>
          </p:cNvSpPr>
          <p:nvPr>
            <p:ph type="pic" idx="10" hasCustomPrompt="1"/>
          </p:nvPr>
        </p:nvSpPr>
        <p:spPr>
          <a:xfrm xmlns:a="http://schemas.openxmlformats.org/drawingml/2006/main">
            <a:off x="0" y="0"/>
            <a:ext cx="5870616" cy="6858004"/>
          </a:xfrm>
          <a:custGeom xmlns:a="http://schemas.openxmlformats.org/drawingml/2006/main">
            <a:gdLst>
              <a:gd name="connsiteX0" fmla="*/ 0 w 5870616"/>
              <a:gd name="connsiteY0" fmla="*/ 0 h 6858004"/>
              <a:gd name="connsiteX1" fmla="*/ 3867150 w 5870616"/>
              <a:gd name="connsiteY1" fmla="*/ 0 h 6858004"/>
              <a:gd name="connsiteX2" fmla="*/ 3867150 w 5870616"/>
              <a:gd name="connsiteY2" fmla="*/ 4 h 6858004"/>
              <a:gd name="connsiteX3" fmla="*/ 5600386 w 5870616"/>
              <a:gd name="connsiteY3" fmla="*/ 4 h 6858004"/>
              <a:gd name="connsiteX4" fmla="*/ 5614586 w 5870616"/>
              <a:gd name="connsiteY4" fmla="*/ 1684085 h 6858004"/>
              <a:gd name="connsiteX5" fmla="*/ 5870178 w 5870616"/>
              <a:gd name="connsiteY5" fmla="*/ 3417943 h 6858004"/>
              <a:gd name="connsiteX6" fmla="*/ 5538855 w 5870616"/>
              <a:gd name="connsiteY6" fmla="*/ 5126912 h 6858004"/>
              <a:gd name="connsiteX7" fmla="*/ 5600386 w 5870616"/>
              <a:gd name="connsiteY7" fmla="*/ 6858004 h 6858004"/>
              <a:gd name="connsiteX8" fmla="*/ 3399450 w 5870616"/>
              <a:gd name="connsiteY8" fmla="*/ 6858004 h 6858004"/>
              <a:gd name="connsiteX9" fmla="*/ 3399450 w 5870616"/>
              <a:gd name="connsiteY9" fmla="*/ 6858000 h 6858004"/>
              <a:gd name="connsiteX10" fmla="*/ 0 w 5870616"/>
              <a:gd name="connsiteY10" fmla="*/ 6858000 h 6858004"/>
            </a:gdLst>
            <a:rect l="l" t="t" r="r" b="b"/>
            <a:pathLst>
              <a:path w="5870616" h="6858004">
                <a:moveTo>
                  <a:pt x="0" y="0"/>
                </a:moveTo>
                <a:lnTo>
                  <a:pt x="3867150" y="0"/>
                </a:lnTo>
                <a:lnTo>
                  <a:pt x="3867150" y="4"/>
                </a:lnTo>
                <a:lnTo>
                  <a:pt x="5600386" y="4"/>
                </a:lnTo>
                <a:cubicBezTo>
                  <a:pt x="6040573" y="586252"/>
                  <a:pt x="5837047" y="1023174"/>
                  <a:pt x="5614586" y="1684085"/>
                </a:cubicBezTo>
                <a:cubicBezTo>
                  <a:pt x="5392125" y="2344997"/>
                  <a:pt x="5854401" y="2802658"/>
                  <a:pt x="5870178" y="3417943"/>
                </a:cubicBezTo>
                <a:cubicBezTo>
                  <a:pt x="5885956" y="4033227"/>
                  <a:pt x="5470224" y="4528680"/>
                  <a:pt x="5538855" y="5126912"/>
                </a:cubicBezTo>
                <a:cubicBezTo>
                  <a:pt x="5607486" y="5725143"/>
                  <a:pt x="6083172" y="6263921"/>
                  <a:pt x="5600386" y="6858004"/>
                </a:cubicBezTo>
                <a:lnTo>
                  <a:pt x="3399450" y="6858004"/>
                </a:lnTo>
                <a:lnTo>
                  <a:pt x="3399450" y="6858000"/>
                </a:lnTo>
                <a:lnTo>
                  <a:pt x="0" y="6858000"/>
                </a:ln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27.xml><?xml version="1.0" encoding="utf-8"?>
<p:sldLayout xmlns:p="http://schemas.openxmlformats.org/presentationml/2006/main" preserve="1" userDrawn="1">
  <p:cSld name="22_Title and Content">
    <p:bg>
      <p:bgPr>
        <a:solidFill xmlns:a="http://schemas.openxmlformats.org/drawingml/2006/main">
          <a:srgbClr val="F5F6FA"/>
        </a:solidFill>
      </p:bgPr>
    </p:bg>
    <p:spTree>
      <p:nvGrpSpPr>
        <p:cNvPr id="1" name=""/>
        <p:cNvGrpSpPr/>
        <p:nvPr/>
      </p:nvGrpSpPr>
      <p:grpSpPr>
        <a:xfrm xmlns:a="http://schemas.openxmlformats.org/drawingml/2006/main"/>
      </p:grpSpPr>
      <p:sp>
        <p:nvSpPr>
          <p:cNvPr id="6" name="Freeform: Shape 5">
            <a:extLst xmlns:a="http://schemas.openxmlformats.org/drawingml/2006/main">
              <a:ext uri="{FF2B5EF4-FFF2-40B4-BE49-F238E27FC236}">
                <a16:creationId xmlns:a16="http://schemas.microsoft.com/office/drawing/2014/main" id="{D326A304-FD88-463D-9944-FF81AF9364F3}"/>
              </a:ext>
            </a:extLst>
          </p:cNvPr>
          <p:cNvSpPr>
            <a:spLocks xmlns:a="http://schemas.openxmlformats.org/drawingml/2006/main" noGrp="1"/>
          </p:cNvSpPr>
          <p:nvPr/>
        </p:nvSpPr>
        <p:spPr>
          <a:xfrm xmlns:a="http://schemas.openxmlformats.org/drawingml/2006/main">
            <a:off x="-235905" y="721389"/>
            <a:ext cx="2299168" cy="2299168"/>
          </a:xfrm>
          <a:custGeom xmlns:a="http://schemas.openxmlformats.org/drawingml/2006/main">
            <a:gdLst>
              <a:gd name="connsiteX0" fmla="*/ 750570 w 742950"/>
              <a:gd name="connsiteY0" fmla="*/ 375285 h 742950"/>
              <a:gd name="connsiteX1" fmla="*/ 375285 w 742950"/>
              <a:gd name="connsiteY1" fmla="*/ 750570 h 742950"/>
              <a:gd name="connsiteX2" fmla="*/ 0 w 742950"/>
              <a:gd name="connsiteY2" fmla="*/ 375285 h 742950"/>
              <a:gd name="connsiteX3" fmla="*/ 375285 w 742950"/>
              <a:gd name="connsiteY3" fmla="*/ 0 h 742950"/>
              <a:gd name="connsiteX4" fmla="*/ 750570 w 742950"/>
              <a:gd name="connsiteY4" fmla="*/ 375285 h 742950"/>
            </a:gdLst>
            <a:rect l="l" t="t" r="r" b="b"/>
            <a:pathLst>
              <a:path w="742950" h="742950">
                <a:moveTo>
                  <a:pt x="750570" y="375285"/>
                </a:moveTo>
                <a:cubicBezTo>
                  <a:pt x="750570" y="582549"/>
                  <a:pt x="582549" y="750570"/>
                  <a:pt x="375285" y="750570"/>
                </a:cubicBezTo>
                <a:cubicBezTo>
                  <a:pt x="168021" y="750570"/>
                  <a:pt x="0" y="582549"/>
                  <a:pt x="0" y="375285"/>
                </a:cubicBezTo>
                <a:cubicBezTo>
                  <a:pt x="0" y="168021"/>
                  <a:pt x="168021" y="0"/>
                  <a:pt x="375285" y="0"/>
                </a:cubicBezTo>
                <a:cubicBezTo>
                  <a:pt x="582549" y="0"/>
                  <a:pt x="750570" y="168021"/>
                  <a:pt x="750570" y="375285"/>
                </a:cubicBezTo>
                <a:close/>
              </a:path>
            </a:pathLst>
          </a:custGeom>
          <a:solidFill xmlns:a="http://schemas.openxmlformats.org/drawingml/2006/main">
            <a:schemeClr val="accent2">
              <a:lumMod val="60000"/>
              <a:lumOff val="40000"/>
            </a:schemeClr>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7" name="Freeform: Shape 6">
            <a:extLst xmlns:a="http://schemas.openxmlformats.org/drawingml/2006/main">
              <a:ext uri="{FF2B5EF4-FFF2-40B4-BE49-F238E27FC236}">
                <a16:creationId xmlns:a16="http://schemas.microsoft.com/office/drawing/2014/main" id="{01F50075-526D-46F0-B2C2-1761545F6CC5}"/>
              </a:ext>
            </a:extLst>
          </p:cNvPr>
          <p:cNvSpPr>
            <a:spLocks xmlns:a="http://schemas.openxmlformats.org/drawingml/2006/main" noGrp="1"/>
          </p:cNvSpPr>
          <p:nvPr/>
        </p:nvSpPr>
        <p:spPr>
          <a:xfrm xmlns:a="http://schemas.openxmlformats.org/drawingml/2006/main">
            <a:off x="-846662" y="511056"/>
            <a:ext cx="5040477" cy="4716239"/>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chemeClr val="accent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8" name="Freeform: Shape 7">
            <a:extLst xmlns:a="http://schemas.openxmlformats.org/drawingml/2006/main">
              <a:ext uri="{FF2B5EF4-FFF2-40B4-BE49-F238E27FC236}">
                <a16:creationId xmlns:a16="http://schemas.microsoft.com/office/drawing/2014/main" id="{6AC2A78C-6EE0-455E-A058-AD3C26BC209F}"/>
              </a:ext>
            </a:extLst>
          </p:cNvPr>
          <p:cNvSpPr>
            <a:spLocks xmlns:a="http://schemas.openxmlformats.org/drawingml/2006/main" noGrp="1"/>
          </p:cNvSpPr>
          <p:nvPr/>
        </p:nvSpPr>
        <p:spPr>
          <a:xfrm xmlns:a="http://schemas.openxmlformats.org/drawingml/2006/main">
            <a:off x="2378662" y="5434681"/>
            <a:ext cx="501100" cy="501100"/>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chemeClr val="accent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9" name="Freeform: Shape 8">
            <a:extLst xmlns:a="http://schemas.openxmlformats.org/drawingml/2006/main">
              <a:ext uri="{FF2B5EF4-FFF2-40B4-BE49-F238E27FC236}">
                <a16:creationId xmlns:a16="http://schemas.microsoft.com/office/drawing/2014/main" id="{813FDA12-9E12-46F4-A51F-CFB6F81E0D13}"/>
              </a:ext>
            </a:extLst>
          </p:cNvPr>
          <p:cNvSpPr>
            <a:spLocks xmlns:a="http://schemas.openxmlformats.org/drawingml/2006/main" noGrp="1"/>
          </p:cNvSpPr>
          <p:nvPr/>
        </p:nvSpPr>
        <p:spPr>
          <a:xfrm xmlns:a="http://schemas.openxmlformats.org/drawingml/2006/main">
            <a:off x="1096432" y="264503"/>
            <a:ext cx="235815" cy="235815"/>
          </a:xfrm>
          <a:custGeom xmlns:a="http://schemas.openxmlformats.org/drawingml/2006/main">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xmlns:a="http://schemas.openxmlformats.org/drawingml/2006/main">
            <a:schemeClr val="accent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pic>
        <p:nvPicPr>
          <p:cNvPr id="15" name="pasted-image.tiff"/>
          <p:cNvPicPr>
            <a:picLocks xmlns:a="http://schemas.openxmlformats.org/drawingml/2006/main" noChangeAspect="1"/>
          </p:cNvPicPr>
          <p:nvPr/>
        </p:nvPicPr>
        <p:blipFill>
          <a:blip xmlns:r="http://schemas.openxmlformats.org/officeDocument/2006/relationships" xmlns:a="http://schemas.openxmlformats.org/drawingml/2006/main" r:embed="Raa3f20abb68441df"/>
          <a:stretch xmlns:a="http://schemas.openxmlformats.org/drawingml/2006/main">
            <a:fillRect l="0" t="0" r="0" b="0"/>
          </a:stretch>
        </p:blipFill>
        <p:spPr>
          <a:xfrm xmlns:a="http://schemas.openxmlformats.org/drawingml/2006/main">
            <a:off x="429057" y="1945825"/>
            <a:ext cx="6083982" cy="3324614"/>
          </a:xfrm>
          <a:prstGeom xmlns:a="http://schemas.openxmlformats.org/drawingml/2006/main" prst="rect">
            <a:avLst/>
          </a:prstGeom>
          <a:ln xmlns:a="http://schemas.openxmlformats.org/drawingml/2006/main" w="12700">
            <a:miter/>
          </a:ln>
          <a:effectLst xmlns:a="http://schemas.openxmlformats.org/drawingml/2006/main">
            <a:outerShdw blurRad="1270000" dir="5400000" sx="90000" sy="-19000" rotWithShape="0">
              <a:prstClr val="black">
                <a:alpha val="40000"/>
              </a:prstClr>
            </a:outerShdw>
          </a:effectLst>
        </p:spPr>
      </p:pic>
      <p:sp>
        <p:nvSpPr>
          <p:cNvPr id="3" name="Picture Placeholder 5">
            <a:extLst xmlns:a="http://schemas.openxmlformats.org/drawingml/2006/main">
              <a:ext uri="{FF2B5EF4-FFF2-40B4-BE49-F238E27FC236}">
                <a16:creationId xmlns:a16="http://schemas.microsoft.com/office/drawing/2014/main" id="{92B387F9-3894-4053-8570-FDC32D1E4283}"/>
              </a:ext>
            </a:extLst>
          </p:cNvPr>
          <p:cNvSpPr>
            <a:spLocks xmlns:a="http://schemas.openxmlformats.org/drawingml/2006/main" noGrp="1"/>
          </p:cNvSpPr>
          <p:nvPr>
            <p:ph type="pic" idx="14" hasCustomPrompt="1"/>
          </p:nvPr>
        </p:nvSpPr>
        <p:spPr>
          <a:xfrm xmlns:a="http://schemas.openxmlformats.org/drawingml/2006/main">
            <a:off x="1290117" y="2152650"/>
            <a:ext cx="4361862" cy="2728084"/>
          </a:xfrm>
          <a:prstGeom xmlns:a="http://schemas.openxmlformats.org/drawingml/2006/main" prst="rect">
            <a:avLst/>
          </a:prstGeom>
        </p:spPr>
        <p:txBody>
          <a:bodyPr xmlns:a="http://schemas.openxmlformats.org/drawingml/2006/main" anchor="t"/>
          <a:lstStyle xmlns:a="http://schemas.openxmlformats.org/drawingml/2006/main">
            <a:lvl1pPr marL="0" marR="0" indent="0" algn="ctr" defTabSz="914400">
              <a:lnSpc>
                <a:spcPct val="90000"/>
              </a:lnSpc>
              <a:spcBef>
                <a:spcPts val="1000"/>
              </a:spcBef>
              <a:spcAft>
                <a:spcPts val="0"/>
              </a:spcAft>
              <a:buClrTx/>
              <a:buSzTx/>
              <a:buFont typeface="Arial"/>
              <a:buNone/>
              <a:defRPr sz="1200" baseline="0">
                <a:solidFill>
                  <a:schemeClr val="bg1">
                    <a:lumMod val="95000"/>
                  </a:schemeClr>
                </a:solidFill>
                <a:latin typeface="+mn-lt"/>
                <a:ea typeface="+mn-lt"/>
                <a:cs typeface="+mn-lt"/>
              </a:defRPr>
            </a:lvl1pPr>
          </a:lstStyle>
          <a:p xmlns:a="http://schemas.openxmlformats.org/drawingml/2006/main">
            <a:pPr marL="0" marR="0" lvl="0" indent="0" algn="ctr" defTabSz="914400">
              <a:lnSpc>
                <a:spcPct val="90000"/>
              </a:lnSpc>
              <a:spcBef>
                <a:spcPts val="1000"/>
              </a:spcBef>
              <a:spcAft>
                <a:spcPts val="0"/>
              </a:spcAft>
              <a:buClrTx/>
              <a:buSzTx/>
              <a:buFont typeface="Arial"/>
              <a:buNone/>
            </a:pPr>
            <a:r>
              <a:t>Image Placeholder</a:t>
            </a:r>
            <a:endParaRPr/>
          </a:p>
          <a:p xmlns:a="http://schemas.openxmlformats.org/drawingml/2006/main">
            <a:pPr marL="0" marR="0" lvl="0" indent="0" algn="ctr" defTabSz="914400">
              <a:lnSpc>
                <a:spcPct val="90000"/>
              </a:lnSpc>
              <a:spcBef>
                <a:spcPts val="1000"/>
              </a:spcBef>
              <a:spcAft>
                <a:spcPts val="0"/>
              </a:spcAft>
              <a:buClrTx/>
              <a:buSzTx/>
              <a:buFont typeface="Arial"/>
              <a:buNone/>
            </a:pPr>
            <a:endParaRPr/>
          </a:p>
        </p:txBody>
      </p:sp>
    </p:spTree>
  </p:cSld>
</p:sldLayout>
</file>

<file path=ppt/slideLayouts/slideLayout28.xml><?xml version="1.0" encoding="utf-8"?>
<p:sldLayout xmlns:p="http://schemas.openxmlformats.org/presentationml/2006/main" preserve="1" userDrawn="1">
  <p:cSld name="26_Title and Content">
    <p:spTree>
      <p:nvGrpSpPr>
        <p:cNvPr id="1" name=""/>
        <p:cNvGrpSpPr/>
        <p:nvPr/>
      </p:nvGrpSpPr>
      <p:grpSpPr>
        <a:xfrm xmlns:a="http://schemas.openxmlformats.org/drawingml/2006/main"/>
      </p:grpSpPr>
      <p:sp>
        <p:nvSpPr>
          <p:cNvPr id="15" name="Freeform: Shape 14">
            <a:extLst xmlns:a="http://schemas.openxmlformats.org/drawingml/2006/main">
              <a:ext uri="{FF2B5EF4-FFF2-40B4-BE49-F238E27FC236}">
                <a16:creationId xmlns:a16="http://schemas.microsoft.com/office/drawing/2014/main" id="{DF4EF37D-CE90-48BB-BC91-2157FD081ED7}"/>
              </a:ext>
            </a:extLst>
          </p:cNvPr>
          <p:cNvSpPr>
            <a:spLocks xmlns:a="http://schemas.openxmlformats.org/drawingml/2006/main" noGrp="1"/>
          </p:cNvSpPr>
          <p:nvPr/>
        </p:nvSpPr>
        <p:spPr>
          <a:xfrm xmlns:a="http://schemas.openxmlformats.org/drawingml/2006/main">
            <a:off x="8242926" y="3432175"/>
            <a:ext cx="3949074" cy="3425826"/>
          </a:xfrm>
          <a:custGeom xmlns:a="http://schemas.openxmlformats.org/drawingml/2006/main">
            <a:gdLst>
              <a:gd name="connsiteX0" fmla="*/ 3949074 w 3949074"/>
              <a:gd name="connsiteY0" fmla="*/ 0 h 3425826"/>
              <a:gd name="connsiteX1" fmla="*/ 3949074 w 3949074"/>
              <a:gd name="connsiteY1" fmla="*/ 3425826 h 3425826"/>
              <a:gd name="connsiteX2" fmla="*/ 8195 w 3949074"/>
              <a:gd name="connsiteY2" fmla="*/ 3425826 h 3425826"/>
              <a:gd name="connsiteX3" fmla="*/ 2347 w 3949074"/>
              <a:gd name="connsiteY3" fmla="*/ 3373638 h 3425826"/>
              <a:gd name="connsiteX4" fmla="*/ 541979 w 3949074"/>
              <a:gd name="connsiteY4" fmla="*/ 2350341 h 3425826"/>
              <a:gd name="connsiteX5" fmla="*/ 1778287 w 3949074"/>
              <a:gd name="connsiteY5" fmla="*/ 1638631 h 3425826"/>
              <a:gd name="connsiteX6" fmla="*/ 3820651 w 3949074"/>
              <a:gd name="connsiteY6" fmla="*/ 2159 h 3425826"/>
            </a:gdLst>
            <a:rect l="l" t="t" r="r" b="b"/>
            <a:pathLst>
              <a:path w="3949074" h="3425826">
                <a:moveTo>
                  <a:pt x="3949074" y="0"/>
                </a:moveTo>
                <a:lnTo>
                  <a:pt x="3949074" y="3425826"/>
                </a:lnTo>
                <a:lnTo>
                  <a:pt x="8195" y="3425826"/>
                </a:lnTo>
                <a:lnTo>
                  <a:pt x="2347" y="3373638"/>
                </a:lnTo>
                <a:cubicBezTo>
                  <a:pt x="-22713" y="2925894"/>
                  <a:pt x="152709" y="2482326"/>
                  <a:pt x="541979" y="2350341"/>
                </a:cubicBezTo>
                <a:cubicBezTo>
                  <a:pt x="859408" y="2243417"/>
                  <a:pt x="1661337" y="2430534"/>
                  <a:pt x="1778287" y="1638631"/>
                </a:cubicBezTo>
                <a:cubicBezTo>
                  <a:pt x="1875394" y="983929"/>
                  <a:pt x="2618590" y="79604"/>
                  <a:pt x="3820651" y="2159"/>
                </a:cubicBezTo>
                <a:close/>
              </a:path>
            </a:pathLst>
          </a:cu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Freeform: Shape 13">
            <a:extLst xmlns:a="http://schemas.openxmlformats.org/drawingml/2006/main">
              <a:ext uri="{FF2B5EF4-FFF2-40B4-BE49-F238E27FC236}">
                <a16:creationId xmlns:a16="http://schemas.microsoft.com/office/drawing/2014/main" id="{57B4C638-7109-4273-B484-CC1CFEE16B71}"/>
              </a:ext>
            </a:extLst>
          </p:cNvPr>
          <p:cNvSpPr>
            <a:spLocks xmlns:a="http://schemas.openxmlformats.org/drawingml/2006/main" noGrp="1"/>
          </p:cNvSpPr>
          <p:nvPr/>
        </p:nvSpPr>
        <p:spPr>
          <a:xfrm xmlns:a="http://schemas.openxmlformats.org/drawingml/2006/main">
            <a:off x="1" y="1"/>
            <a:ext cx="8329997" cy="5930789"/>
          </a:xfrm>
          <a:custGeom xmlns:a="http://schemas.openxmlformats.org/drawingml/2006/main">
            <a:gdLst>
              <a:gd name="connsiteX0" fmla="*/ 0 w 8329997"/>
              <a:gd name="connsiteY0" fmla="*/ 0 h 5930789"/>
              <a:gd name="connsiteX1" fmla="*/ 7542711 w 8329997"/>
              <a:gd name="connsiteY1" fmla="*/ 0 h 5930789"/>
              <a:gd name="connsiteX2" fmla="*/ 7568370 w 8329997"/>
              <a:gd name="connsiteY2" fmla="*/ 23070 h 5930789"/>
              <a:gd name="connsiteX3" fmla="*/ 8315605 w 8329997"/>
              <a:gd name="connsiteY3" fmla="*/ 2075917 h 5930789"/>
              <a:gd name="connsiteX4" fmla="*/ 7086635 w 8329997"/>
              <a:gd name="connsiteY4" fmla="*/ 3860524 h 5930789"/>
              <a:gd name="connsiteX5" fmla="*/ 5354032 w 8329997"/>
              <a:gd name="connsiteY5" fmla="*/ 4224561 h 5930789"/>
              <a:gd name="connsiteX6" fmla="*/ 2852296 w 8329997"/>
              <a:gd name="connsiteY6" fmla="*/ 4982747 h 5930789"/>
              <a:gd name="connsiteX7" fmla="*/ 607850 w 8329997"/>
              <a:gd name="connsiteY7" fmla="*/ 5910632 h 5930789"/>
              <a:gd name="connsiteX8" fmla="*/ 5853 w 8329997"/>
              <a:gd name="connsiteY8" fmla="*/ 5913424 h 5930789"/>
              <a:gd name="connsiteX9" fmla="*/ 0 w 8329997"/>
              <a:gd name="connsiteY9" fmla="*/ 5912451 h 5930789"/>
            </a:gdLst>
            <a:rect l="l" t="t" r="r" b="b"/>
            <a:pathLst>
              <a:path w="8329997" h="5930789">
                <a:moveTo>
                  <a:pt x="0" y="0"/>
                </a:moveTo>
                <a:lnTo>
                  <a:pt x="7542711" y="0"/>
                </a:lnTo>
                <a:lnTo>
                  <a:pt x="7568370" y="23070"/>
                </a:lnTo>
                <a:cubicBezTo>
                  <a:pt x="8104847" y="554073"/>
                  <a:pt x="8400457" y="1325943"/>
                  <a:pt x="8315605" y="2075917"/>
                </a:cubicBezTo>
                <a:cubicBezTo>
                  <a:pt x="8236229" y="2825890"/>
                  <a:pt x="7765443" y="3532069"/>
                  <a:pt x="7086635" y="3860524"/>
                </a:cubicBezTo>
                <a:cubicBezTo>
                  <a:pt x="6552894" y="4117814"/>
                  <a:pt x="5942516" y="4142447"/>
                  <a:pt x="5354032" y="4224561"/>
                </a:cubicBezTo>
                <a:cubicBezTo>
                  <a:pt x="4489099" y="4344995"/>
                  <a:pt x="3640589" y="4602285"/>
                  <a:pt x="2852296" y="4982747"/>
                </a:cubicBezTo>
                <a:cubicBezTo>
                  <a:pt x="2121484" y="5338573"/>
                  <a:pt x="1415304" y="5806621"/>
                  <a:pt x="607850" y="5910632"/>
                </a:cubicBezTo>
                <a:cubicBezTo>
                  <a:pt x="408724" y="5936293"/>
                  <a:pt x="205364" y="5937705"/>
                  <a:pt x="5853" y="5913424"/>
                </a:cubicBezTo>
                <a:lnTo>
                  <a:pt x="0" y="5912451"/>
                </a:ln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Picture Placeholder 12">
            <a:extLst xmlns:a="http://schemas.openxmlformats.org/drawingml/2006/main">
              <a:ext uri="{FF2B5EF4-FFF2-40B4-BE49-F238E27FC236}">
                <a16:creationId xmlns:a16="http://schemas.microsoft.com/office/drawing/2014/main" id="{5B37E5B4-D99D-4D70-978B-44F226FE78AC}"/>
              </a:ext>
            </a:extLst>
          </p:cNvPr>
          <p:cNvSpPr>
            <a:spLocks xmlns:a="http://schemas.openxmlformats.org/drawingml/2006/main" noGrp="1"/>
          </p:cNvSpPr>
          <p:nvPr>
            <p:ph type="pic" idx="11" hasCustomPrompt="1"/>
          </p:nvPr>
        </p:nvSpPr>
        <p:spPr>
          <a:xfrm xmlns:a="http://schemas.openxmlformats.org/drawingml/2006/main">
            <a:off x="6192437" y="1860684"/>
            <a:ext cx="5053313" cy="2810096"/>
          </a:xfrm>
          <a:custGeom xmlns:a="http://schemas.openxmlformats.org/drawingml/2006/main">
            <a:gdLst>
              <a:gd name="connsiteX0" fmla="*/ 0 w 5053313"/>
              <a:gd name="connsiteY0" fmla="*/ 0 h 2810096"/>
              <a:gd name="connsiteX1" fmla="*/ 5053313 w 5053313"/>
              <a:gd name="connsiteY1" fmla="*/ 0 h 2810096"/>
              <a:gd name="connsiteX2" fmla="*/ 5053313 w 5053313"/>
              <a:gd name="connsiteY2" fmla="*/ 2810096 h 2810096"/>
              <a:gd name="connsiteX3" fmla="*/ 0 w 5053313"/>
              <a:gd name="connsiteY3" fmla="*/ 2810096 h 2810096"/>
            </a:gdLst>
            <a:rect l="l" t="t" r="r" b="b"/>
            <a:pathLst>
              <a:path w="5053313" h="2810096">
                <a:moveTo>
                  <a:pt x="0" y="0"/>
                </a:moveTo>
                <a:lnTo>
                  <a:pt x="5053313" y="0"/>
                </a:lnTo>
                <a:lnTo>
                  <a:pt x="5053313" y="2810096"/>
                </a:lnTo>
                <a:lnTo>
                  <a:pt x="0" y="2810096"/>
                </a:ln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9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0" name="Picture Placeholder 9">
            <a:extLst xmlns:a="http://schemas.openxmlformats.org/drawingml/2006/main">
              <a:ext uri="{FF2B5EF4-FFF2-40B4-BE49-F238E27FC236}">
                <a16:creationId xmlns:a16="http://schemas.microsoft.com/office/drawing/2014/main" id="{E40D345E-7F9E-43C7-9CB7-E4B03CD94235}"/>
              </a:ext>
            </a:extLst>
          </p:cNvPr>
          <p:cNvSpPr>
            <a:spLocks xmlns:a="http://schemas.openxmlformats.org/drawingml/2006/main" noGrp="1"/>
          </p:cNvSpPr>
          <p:nvPr>
            <p:ph type="pic" idx="10" hasCustomPrompt="1"/>
          </p:nvPr>
        </p:nvSpPr>
        <p:spPr>
          <a:xfrm xmlns:a="http://schemas.openxmlformats.org/drawingml/2006/main">
            <a:off x="5691190" y="3562012"/>
            <a:ext cx="1181100" cy="2100263"/>
          </a:xfrm>
          <a:custGeom xmlns:a="http://schemas.openxmlformats.org/drawingml/2006/main">
            <a:gdLst>
              <a:gd name="connsiteX0" fmla="*/ 0 w 1181100"/>
              <a:gd name="connsiteY0" fmla="*/ 0 h 2100263"/>
              <a:gd name="connsiteX1" fmla="*/ 1181100 w 1181100"/>
              <a:gd name="connsiteY1" fmla="*/ 0 h 2100263"/>
              <a:gd name="connsiteX2" fmla="*/ 1181100 w 1181100"/>
              <a:gd name="connsiteY2" fmla="*/ 2100263 h 2100263"/>
              <a:gd name="connsiteX3" fmla="*/ 0 w 1181100"/>
              <a:gd name="connsiteY3" fmla="*/ 2100263 h 2100263"/>
            </a:gdLst>
            <a:rect l="l" t="t" r="r" b="b"/>
            <a:pathLst>
              <a:path w="1181100" h="2100263">
                <a:moveTo>
                  <a:pt x="0" y="0"/>
                </a:moveTo>
                <a:lnTo>
                  <a:pt x="1181100" y="0"/>
                </a:lnTo>
                <a:lnTo>
                  <a:pt x="1181100" y="2100263"/>
                </a:lnTo>
                <a:lnTo>
                  <a:pt x="0" y="2100263"/>
                </a:ln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900">
                <a:solidFill>
                  <a:schemeClr val="bg1">
                    <a:lumMod val="9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2" name="TextBox 7">
            <a:extLst xmlns:a="http://schemas.openxmlformats.org/drawingml/2006/main">
              <a:ext uri="{FF2B5EF4-FFF2-40B4-BE49-F238E27FC236}">
                <a16:creationId xmlns:a16="http://schemas.microsoft.com/office/drawing/2014/main" id="{5FB4DE26-59D0-6E05-5CB1-063530F940C2}"/>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tx2"/>
                </a:solidFill>
                <a:latin typeface="Segoe UI"/>
                <a:ea typeface="Segoe UI"/>
                <a:cs typeface="Segoe UI"/>
              </a:rPr>
              <a:t>#BizzSummit2026</a:t>
            </a:r>
            <a:endParaRPr sz="1100" b="0">
              <a:solidFill>
                <a:schemeClr val="tx2"/>
              </a:solidFill>
              <a:latin typeface="Segoe UI"/>
              <a:ea typeface="Segoe UI"/>
              <a:cs typeface="Segoe UI"/>
            </a:endParaRPr>
          </a:p>
        </p:txBody>
      </p:sp>
    </p:spTree>
  </p:cSld>
</p:sldLayout>
</file>

<file path=ppt/slideLayouts/slideLayout29.xml><?xml version="1.0" encoding="utf-8"?>
<p:sldLayout xmlns:p="http://schemas.openxmlformats.org/presentationml/2006/main" preserve="1" userDrawn="1">
  <p:cSld name="27_Title and Content">
    <p:spTree>
      <p:nvGrpSpPr>
        <p:cNvPr id="1" name=""/>
        <p:cNvGrpSpPr/>
        <p:nvPr/>
      </p:nvGrpSpPr>
      <p:grpSpPr>
        <a:xfrm xmlns:a="http://schemas.openxmlformats.org/drawingml/2006/main"/>
      </p:grpSpPr>
      <p:sp>
        <p:nvSpPr>
          <p:cNvPr id="22" name="Freeform: Shape 21">
            <a:extLst xmlns:a="http://schemas.openxmlformats.org/drawingml/2006/main">
              <a:ext uri="{FF2B5EF4-FFF2-40B4-BE49-F238E27FC236}">
                <a16:creationId xmlns:a16="http://schemas.microsoft.com/office/drawing/2014/main" id="{D48E3F32-A2BD-4D9F-A14C-E2BD98ED87DE}"/>
              </a:ext>
            </a:extLst>
          </p:cNvPr>
          <p:cNvSpPr>
            <a:spLocks xmlns:a="http://schemas.openxmlformats.org/drawingml/2006/main" noGrp="1"/>
          </p:cNvSpPr>
          <p:nvPr/>
        </p:nvSpPr>
        <p:spPr>
          <a:xfrm xmlns:a="http://schemas.openxmlformats.org/drawingml/2006/main">
            <a:off x="0" y="1823483"/>
            <a:ext cx="11350171" cy="5034518"/>
          </a:xfrm>
          <a:custGeom xmlns:a="http://schemas.openxmlformats.org/drawingml/2006/main">
            <a:gdLst>
              <a:gd name="connsiteX0" fmla="*/ 463100 w 6050746"/>
              <a:gd name="connsiteY0" fmla="*/ 210 h 2683888"/>
              <a:gd name="connsiteX1" fmla="*/ 3762804 w 6050746"/>
              <a:gd name="connsiteY1" fmla="*/ 1085949 h 2683888"/>
              <a:gd name="connsiteX2" fmla="*/ 6039001 w 6050746"/>
              <a:gd name="connsiteY2" fmla="*/ 2619641 h 2683888"/>
              <a:gd name="connsiteX3" fmla="*/ 6027582 w 6050746"/>
              <a:gd name="connsiteY3" fmla="*/ 2683888 h 2683888"/>
              <a:gd name="connsiteX4" fmla="*/ 5710075 w 6050746"/>
              <a:gd name="connsiteY4" fmla="*/ 2683888 h 2683888"/>
              <a:gd name="connsiteX5" fmla="*/ 5719676 w 6050746"/>
              <a:gd name="connsiteY5" fmla="*/ 2524154 h 2683888"/>
              <a:gd name="connsiteX6" fmla="*/ 3467973 w 6050746"/>
              <a:gd name="connsiteY6" fmla="*/ 1331949 h 2683888"/>
              <a:gd name="connsiteX7" fmla="*/ 220109 w 6050746"/>
              <a:gd name="connsiteY7" fmla="*/ 355289 h 2683888"/>
              <a:gd name="connsiteX8" fmla="*/ 17109 w 6050746"/>
              <a:gd name="connsiteY8" fmla="*/ 370693 h 2683888"/>
              <a:gd name="connsiteX9" fmla="*/ 0 w 6050746"/>
              <a:gd name="connsiteY9" fmla="*/ 374625 h 2683888"/>
              <a:gd name="connsiteX10" fmla="*/ 0 w 6050746"/>
              <a:gd name="connsiteY10" fmla="*/ 107185 h 2683888"/>
              <a:gd name="connsiteX11" fmla="*/ 53532 w 6050746"/>
              <a:gd name="connsiteY11" fmla="*/ 81095 h 2683888"/>
              <a:gd name="connsiteX12" fmla="*/ 463100 w 6050746"/>
              <a:gd name="connsiteY12" fmla="*/ 210 h 2683888"/>
            </a:gdLst>
            <a:rect l="l" t="t" r="r" b="b"/>
            <a:pathLst>
              <a:path w="6050746" h="2683888">
                <a:moveTo>
                  <a:pt x="463100" y="210"/>
                </a:moveTo>
                <a:cubicBezTo>
                  <a:pt x="1524120" y="21295"/>
                  <a:pt x="2686908" y="1626593"/>
                  <a:pt x="3762804" y="1085949"/>
                </a:cubicBezTo>
                <a:cubicBezTo>
                  <a:pt x="4925617" y="499803"/>
                  <a:pt x="6186044" y="1499026"/>
                  <a:pt x="6039001" y="2619641"/>
                </a:cubicBezTo>
                <a:lnTo>
                  <a:pt x="6027582" y="2683888"/>
                </a:lnTo>
                <a:lnTo>
                  <a:pt x="5710075" y="2683888"/>
                </a:lnTo>
                <a:lnTo>
                  <a:pt x="5719676" y="2524154"/>
                </a:lnTo>
                <a:cubicBezTo>
                  <a:pt x="5698441" y="1596742"/>
                  <a:pt x="4540985" y="837644"/>
                  <a:pt x="3467973" y="1331949"/>
                </a:cubicBezTo>
                <a:cubicBezTo>
                  <a:pt x="2408980" y="1818277"/>
                  <a:pt x="1264460" y="374256"/>
                  <a:pt x="220109" y="355289"/>
                </a:cubicBezTo>
                <a:cubicBezTo>
                  <a:pt x="151999" y="354052"/>
                  <a:pt x="84315" y="358877"/>
                  <a:pt x="17109" y="370693"/>
                </a:cubicBezTo>
                <a:lnTo>
                  <a:pt x="0" y="374625"/>
                </a:lnTo>
                <a:lnTo>
                  <a:pt x="0" y="107185"/>
                </a:lnTo>
                <a:lnTo>
                  <a:pt x="53532" y="81095"/>
                </a:lnTo>
                <a:cubicBezTo>
                  <a:pt x="188044" y="21663"/>
                  <a:pt x="324706" y="-2540"/>
                  <a:pt x="463100" y="210"/>
                </a:cubicBezTo>
                <a:close/>
              </a:path>
            </a:pathLst>
          </a:custGeom>
          <a:solidFill xmlns:a="http://schemas.openxmlformats.org/drawingml/2006/main">
            <a:schemeClr val="accent5">
              <a:alpha val="8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Freeform: Shape 18">
            <a:extLst xmlns:a="http://schemas.openxmlformats.org/drawingml/2006/main">
              <a:ext uri="{FF2B5EF4-FFF2-40B4-BE49-F238E27FC236}">
                <a16:creationId xmlns:a16="http://schemas.microsoft.com/office/drawing/2014/main" id="{2F09596A-AA7C-4E10-84A5-690BF60E196F}"/>
              </a:ext>
            </a:extLst>
          </p:cNvPr>
          <p:cNvSpPr>
            <a:spLocks xmlns:a="http://schemas.openxmlformats.org/drawingml/2006/main" noGrp="1"/>
          </p:cNvSpPr>
          <p:nvPr/>
        </p:nvSpPr>
        <p:spPr>
          <a:xfrm xmlns:a="http://schemas.openxmlformats.org/drawingml/2006/main">
            <a:off x="0" y="2829997"/>
            <a:ext cx="9081012" cy="4028003"/>
          </a:xfrm>
          <a:custGeom xmlns:a="http://schemas.openxmlformats.org/drawingml/2006/main">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Freeform: Shape 16">
            <a:extLst xmlns:a="http://schemas.openxmlformats.org/drawingml/2006/main">
              <a:ext uri="{FF2B5EF4-FFF2-40B4-BE49-F238E27FC236}">
                <a16:creationId xmlns:a16="http://schemas.microsoft.com/office/drawing/2014/main" id="{F6FAD4AF-4AF6-4881-A9A7-E99D71C1136A}"/>
              </a:ext>
            </a:extLst>
          </p:cNvPr>
          <p:cNvSpPr>
            <a:spLocks xmlns:a="http://schemas.openxmlformats.org/drawingml/2006/main" noGrp="1"/>
          </p:cNvSpPr>
          <p:nvPr/>
        </p:nvSpPr>
        <p:spPr>
          <a:xfrm xmlns:a="http://schemas.openxmlformats.org/drawingml/2006/main">
            <a:off x="9000928" y="-1"/>
            <a:ext cx="3191072" cy="4124444"/>
          </a:xfrm>
          <a:custGeom xmlns:a="http://schemas.openxmlformats.org/drawingml/2006/main">
            <a:gdLst>
              <a:gd name="connsiteX0" fmla="*/ 2181962 w 3191072"/>
              <a:gd name="connsiteY0" fmla="*/ 0 h 4124444"/>
              <a:gd name="connsiteX1" fmla="*/ 3191072 w 3191072"/>
              <a:gd name="connsiteY1" fmla="*/ 0 h 4124444"/>
              <a:gd name="connsiteX2" fmla="*/ 3191072 w 3191072"/>
              <a:gd name="connsiteY2" fmla="*/ 4124444 h 4124444"/>
              <a:gd name="connsiteX3" fmla="*/ 3121226 w 3191072"/>
              <a:gd name="connsiteY3" fmla="*/ 4062468 h 4124444"/>
              <a:gd name="connsiteX4" fmla="*/ 1848416 w 3191072"/>
              <a:gd name="connsiteY4" fmla="*/ 3570561 h 4124444"/>
              <a:gd name="connsiteX5" fmla="*/ 544863 w 3191072"/>
              <a:gd name="connsiteY5" fmla="*/ 597255 h 4124444"/>
              <a:gd name="connsiteX6" fmla="*/ 1711775 w 3191072"/>
              <a:gd name="connsiteY6" fmla="*/ 1012643 h 4124444"/>
              <a:gd name="connsiteX7" fmla="*/ 2130580 w 3191072"/>
              <a:gd name="connsiteY7" fmla="*/ 205437 h 4124444"/>
            </a:gdLst>
            <a:rect l="l" t="t" r="r" b="b"/>
            <a:pathLst>
              <a:path w="3191072" h="4124444">
                <a:moveTo>
                  <a:pt x="2181962" y="0"/>
                </a:moveTo>
                <a:lnTo>
                  <a:pt x="3191072" y="0"/>
                </a:lnTo>
                <a:lnTo>
                  <a:pt x="3191072" y="4124444"/>
                </a:lnTo>
                <a:lnTo>
                  <a:pt x="3121226" y="4062468"/>
                </a:lnTo>
                <a:cubicBezTo>
                  <a:pt x="2800803" y="3770740"/>
                  <a:pt x="2466033" y="3438019"/>
                  <a:pt x="1848416" y="3570561"/>
                </a:cubicBezTo>
                <a:cubicBezTo>
                  <a:pt x="200528" y="3923093"/>
                  <a:pt x="-616586" y="1356978"/>
                  <a:pt x="544863" y="597255"/>
                </a:cubicBezTo>
                <a:cubicBezTo>
                  <a:pt x="1091427" y="239255"/>
                  <a:pt x="1476753" y="1105559"/>
                  <a:pt x="1711775" y="1012643"/>
                </a:cubicBezTo>
                <a:cubicBezTo>
                  <a:pt x="1933134" y="929292"/>
                  <a:pt x="2040397" y="564461"/>
                  <a:pt x="2130580" y="205437"/>
                </a:cubicBezTo>
                <a:close/>
              </a:path>
            </a:pathLst>
          </a:custGeom>
          <a:solidFill xmlns:a="http://schemas.openxmlformats.org/drawingml/2006/main">
            <a:schemeClr val="accent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Freeform: Shape 13">
            <a:extLst xmlns:a="http://schemas.openxmlformats.org/drawingml/2006/main">
              <a:ext uri="{FF2B5EF4-FFF2-40B4-BE49-F238E27FC236}">
                <a16:creationId xmlns:a16="http://schemas.microsoft.com/office/drawing/2014/main" id="{4530EAF1-97B1-4C80-91D9-30DC29AE69D6}"/>
              </a:ext>
            </a:extLst>
          </p:cNvPr>
          <p:cNvSpPr>
            <a:spLocks xmlns:a="http://schemas.openxmlformats.org/drawingml/2006/main" noGrp="1"/>
          </p:cNvSpPr>
          <p:nvPr/>
        </p:nvSpPr>
        <p:spPr>
          <a:xfrm xmlns:a="http://schemas.openxmlformats.org/drawingml/2006/main">
            <a:off x="10184375" y="2234633"/>
            <a:ext cx="1878558" cy="1878558"/>
          </a:xfrm>
          <a:custGeom xmlns:a="http://schemas.openxmlformats.org/drawingml/2006/main">
            <a:gdLst>
              <a:gd name="connsiteX0" fmla="*/ 741045 w 733425"/>
              <a:gd name="connsiteY0" fmla="*/ 370523 h 733425"/>
              <a:gd name="connsiteX1" fmla="*/ 370522 w 733425"/>
              <a:gd name="connsiteY1" fmla="*/ 741045 h 733425"/>
              <a:gd name="connsiteX2" fmla="*/ 0 w 733425"/>
              <a:gd name="connsiteY2" fmla="*/ 370523 h 733425"/>
              <a:gd name="connsiteX3" fmla="*/ 370522 w 733425"/>
              <a:gd name="connsiteY3" fmla="*/ 0 h 733425"/>
              <a:gd name="connsiteX4" fmla="*/ 741045 w 733425"/>
              <a:gd name="connsiteY4" fmla="*/ 370523 h 733425"/>
            </a:gdLst>
            <a:rect l="l" t="t" r="r" b="b"/>
            <a:pathLst>
              <a:path w="733425" h="733425">
                <a:moveTo>
                  <a:pt x="741045" y="370523"/>
                </a:moveTo>
                <a:cubicBezTo>
                  <a:pt x="741045" y="575156"/>
                  <a:pt x="575156" y="741045"/>
                  <a:pt x="370522" y="741045"/>
                </a:cubicBezTo>
                <a:cubicBezTo>
                  <a:pt x="165889" y="741045"/>
                  <a:pt x="0" y="575156"/>
                  <a:pt x="0" y="370523"/>
                </a:cubicBezTo>
                <a:cubicBezTo>
                  <a:pt x="0" y="165889"/>
                  <a:pt x="165889" y="0"/>
                  <a:pt x="370522" y="0"/>
                </a:cubicBezTo>
                <a:cubicBezTo>
                  <a:pt x="575156" y="0"/>
                  <a:pt x="741045" y="165889"/>
                  <a:pt x="741045" y="370523"/>
                </a:cubicBezTo>
                <a:close/>
              </a:path>
            </a:pathLst>
          </a:custGeom>
          <a:solidFill xmlns:a="http://schemas.openxmlformats.org/drawingml/2006/main">
            <a:schemeClr val="accent6">
              <a:lumMod val="60000"/>
              <a:lumOff val="40000"/>
            </a:schemeClr>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pic>
        <p:nvPicPr>
          <p:cNvPr id="31" name="Picture 1"/>
          <p:cNvPicPr>
            <a:picLocks xmlns:a="http://schemas.openxmlformats.org/drawingml/2006/main" noChangeAspect="1"/>
          </p:cNvPicPr>
          <p:nvPr/>
        </p:nvPicPr>
        <p:blipFill>
          <a:blip xmlns:r="http://schemas.openxmlformats.org/officeDocument/2006/relationships" xmlns:a="http://schemas.openxmlformats.org/drawingml/2006/main" r:embed="Re77e6e5339e8408b"/>
          <a:stretch xmlns:a="http://schemas.openxmlformats.org/drawingml/2006/main">
            <a:fillRect l="0" t="0" r="0" b="0"/>
          </a:stretch>
        </p:blipFill>
        <p:spPr>
          <a:xfrm xmlns:a="http://schemas.openxmlformats.org/drawingml/2006/main" rot="20700000">
            <a:off x="1275606" y="775684"/>
            <a:ext cx="2284971" cy="4458425"/>
          </a:xfrm>
          <a:prstGeom xmlns:a="http://schemas.openxmlformats.org/drawingml/2006/main" prst="rect">
            <a:avLst/>
          </a:prstGeom>
          <a:effectLst xmlns:a="http://schemas.openxmlformats.org/drawingml/2006/main">
            <a:outerShdw blurRad="711200" dist="38100" sx="95000" sy="95000" algn="l" rotWithShape="0">
              <a:prstClr val="black">
                <a:alpha val="15000"/>
              </a:prstClr>
            </a:outerShdw>
          </a:effectLst>
        </p:spPr>
      </p:pic>
      <p:pic>
        <p:nvPicPr>
          <p:cNvPr id="32" name="Picture 3"/>
          <p:cNvPicPr>
            <a:picLocks xmlns:a="http://schemas.openxmlformats.org/drawingml/2006/main" noChangeAspect="1"/>
          </p:cNvPicPr>
          <p:nvPr/>
        </p:nvPicPr>
        <p:blipFill>
          <a:blip xmlns:r="http://schemas.openxmlformats.org/officeDocument/2006/relationships" xmlns:a="http://schemas.openxmlformats.org/drawingml/2006/main" r:embed="Re77e6e5339e8408b"/>
          <a:stretch xmlns:a="http://schemas.openxmlformats.org/drawingml/2006/main">
            <a:fillRect l="0" t="0" r="0" b="0"/>
          </a:stretch>
        </p:blipFill>
        <p:spPr>
          <a:xfrm xmlns:a="http://schemas.openxmlformats.org/drawingml/2006/main" rot="20700000">
            <a:off x="5509460" y="3099417"/>
            <a:ext cx="2284971" cy="4458425"/>
          </a:xfrm>
          <a:prstGeom xmlns:a="http://schemas.openxmlformats.org/drawingml/2006/main" prst="rect">
            <a:avLst/>
          </a:prstGeom>
          <a:effectLst xmlns:a="http://schemas.openxmlformats.org/drawingml/2006/main">
            <a:outerShdw blurRad="711200" dist="38100" sx="95000" sy="95000" algn="l" rotWithShape="0">
              <a:prstClr val="black">
                <a:alpha val="15000"/>
              </a:prstClr>
            </a:outerShdw>
          </a:effectLst>
        </p:spPr>
      </p:pic>
      <p:pic>
        <p:nvPicPr>
          <p:cNvPr id="33" name="Picture 5"/>
          <p:cNvPicPr>
            <a:picLocks xmlns:a="http://schemas.openxmlformats.org/drawingml/2006/main" noChangeAspect="1"/>
          </p:cNvPicPr>
          <p:nvPr/>
        </p:nvPicPr>
        <p:blipFill>
          <a:blip xmlns:r="http://schemas.openxmlformats.org/officeDocument/2006/relationships" xmlns:a="http://schemas.openxmlformats.org/drawingml/2006/main" r:embed="Re77e6e5339e8408b"/>
          <a:stretch xmlns:a="http://schemas.openxmlformats.org/drawingml/2006/main">
            <a:fillRect l="0" t="0" r="0" b="0"/>
          </a:stretch>
        </p:blipFill>
        <p:spPr>
          <a:xfrm xmlns:a="http://schemas.openxmlformats.org/drawingml/2006/main" rot="20700000">
            <a:off x="8977318" y="985222"/>
            <a:ext cx="2284971" cy="4458425"/>
          </a:xfrm>
          <a:prstGeom xmlns:a="http://schemas.openxmlformats.org/drawingml/2006/main" prst="rect">
            <a:avLst/>
          </a:prstGeom>
          <a:effectLst xmlns:a="http://schemas.openxmlformats.org/drawingml/2006/main">
            <a:outerShdw blurRad="711200" dist="38100" sx="95000" sy="95000" algn="l" rotWithShape="0">
              <a:prstClr val="black">
                <a:alpha val="15000"/>
              </a:prstClr>
            </a:outerShdw>
          </a:effectLst>
        </p:spPr>
      </p:pic>
      <p:sp>
        <p:nvSpPr>
          <p:cNvPr id="11" name="Picture Placeholder 10">
            <a:extLst xmlns:a="http://schemas.openxmlformats.org/drawingml/2006/main">
              <a:ext uri="{FF2B5EF4-FFF2-40B4-BE49-F238E27FC236}">
                <a16:creationId xmlns:a16="http://schemas.microsoft.com/office/drawing/2014/main" id="{3901E88D-5546-4563-9180-355FD3BDADE2}"/>
              </a:ext>
            </a:extLst>
          </p:cNvPr>
          <p:cNvSpPr>
            <a:spLocks xmlns:a="http://schemas.openxmlformats.org/drawingml/2006/main" noGrp="1"/>
          </p:cNvSpPr>
          <p:nvPr>
            <p:ph type="pic" idx="11" hasCustomPrompt="1"/>
          </p:nvPr>
        </p:nvSpPr>
        <p:spPr>
          <a:xfrm xmlns:a="http://schemas.openxmlformats.org/drawingml/2006/main" rot="20700000">
            <a:off x="5701089" y="3635033"/>
            <a:ext cx="1886591" cy="3330752"/>
          </a:xfrm>
          <a:custGeom xmlns:a="http://schemas.openxmlformats.org/drawingml/2006/main">
            <a:gdLst>
              <a:gd name="connsiteX0" fmla="*/ 0 w 1886591"/>
              <a:gd name="connsiteY0" fmla="*/ 0 h 3330752"/>
              <a:gd name="connsiteX1" fmla="*/ 1886591 w 1886591"/>
              <a:gd name="connsiteY1" fmla="*/ 0 h 3330752"/>
              <a:gd name="connsiteX2" fmla="*/ 1886591 w 1886591"/>
              <a:gd name="connsiteY2" fmla="*/ 3330752 h 3330752"/>
              <a:gd name="connsiteX3" fmla="*/ 0 w 1886591"/>
              <a:gd name="connsiteY3" fmla="*/ 3330752 h 3330752"/>
            </a:gdLst>
            <a:rect l="l" t="t" r="r" b="b"/>
            <a:pathLst>
              <a:path w="1886591" h="3330752">
                <a:moveTo>
                  <a:pt x="0" y="0"/>
                </a:moveTo>
                <a:lnTo>
                  <a:pt x="1886591" y="0"/>
                </a:lnTo>
                <a:lnTo>
                  <a:pt x="1886591" y="3330752"/>
                </a:lnTo>
                <a:lnTo>
                  <a:pt x="0" y="3330752"/>
                </a:lnTo>
                <a:close/>
              </a:path>
            </a:pathLst>
          </a:custGeom>
          <a:solidFill xmlns:a="http://schemas.openxmlformats.org/drawingml/2006/main">
            <a:schemeClr val="bg1">
              <a:lumMod val="85000"/>
            </a:schemeClr>
          </a:solidFill>
          <a:effectLst xmlns:a="http://schemas.openxmlformats.org/drawingml/2006/main">
            <a:innerShdw blurRad="127000">
              <a:prstClr val="black">
                <a:alpha val="20000"/>
              </a:prstClr>
            </a:inn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2" name="Picture Placeholder 11">
            <a:extLst xmlns:a="http://schemas.openxmlformats.org/drawingml/2006/main">
              <a:ext uri="{FF2B5EF4-FFF2-40B4-BE49-F238E27FC236}">
                <a16:creationId xmlns:a16="http://schemas.microsoft.com/office/drawing/2014/main" id="{733BC4A5-42DA-4CEE-961B-F6C6DF21A10E}"/>
              </a:ext>
            </a:extLst>
          </p:cNvPr>
          <p:cNvSpPr>
            <a:spLocks xmlns:a="http://schemas.openxmlformats.org/drawingml/2006/main" noGrp="1"/>
          </p:cNvSpPr>
          <p:nvPr>
            <p:ph type="pic" idx="12" hasCustomPrompt="1"/>
          </p:nvPr>
        </p:nvSpPr>
        <p:spPr>
          <a:xfrm xmlns:a="http://schemas.openxmlformats.org/drawingml/2006/main" rot="20700000">
            <a:off x="9168947" y="1520838"/>
            <a:ext cx="1886591" cy="3330752"/>
          </a:xfrm>
          <a:custGeom xmlns:a="http://schemas.openxmlformats.org/drawingml/2006/main">
            <a:gdLst>
              <a:gd name="connsiteX0" fmla="*/ 0 w 1886591"/>
              <a:gd name="connsiteY0" fmla="*/ 0 h 3330752"/>
              <a:gd name="connsiteX1" fmla="*/ 1886591 w 1886591"/>
              <a:gd name="connsiteY1" fmla="*/ 0 h 3330752"/>
              <a:gd name="connsiteX2" fmla="*/ 1886591 w 1886591"/>
              <a:gd name="connsiteY2" fmla="*/ 3330752 h 3330752"/>
              <a:gd name="connsiteX3" fmla="*/ 0 w 1886591"/>
              <a:gd name="connsiteY3" fmla="*/ 3330752 h 3330752"/>
            </a:gdLst>
            <a:rect l="l" t="t" r="r" b="b"/>
            <a:pathLst>
              <a:path w="1886591" h="3330752">
                <a:moveTo>
                  <a:pt x="0" y="0"/>
                </a:moveTo>
                <a:lnTo>
                  <a:pt x="1886591" y="0"/>
                </a:lnTo>
                <a:lnTo>
                  <a:pt x="1886591" y="3330752"/>
                </a:lnTo>
                <a:lnTo>
                  <a:pt x="0" y="3330752"/>
                </a:lnTo>
                <a:close/>
              </a:path>
            </a:pathLst>
          </a:custGeom>
          <a:solidFill xmlns:a="http://schemas.openxmlformats.org/drawingml/2006/main">
            <a:schemeClr val="bg1">
              <a:lumMod val="85000"/>
            </a:schemeClr>
          </a:solidFill>
          <a:effectLst xmlns:a="http://schemas.openxmlformats.org/drawingml/2006/main">
            <a:innerShdw blurRad="127000">
              <a:prstClr val="black">
                <a:alpha val="20000"/>
              </a:prstClr>
            </a:inn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0" name="Picture Placeholder 9">
            <a:extLst xmlns:a="http://schemas.openxmlformats.org/drawingml/2006/main">
              <a:ext uri="{FF2B5EF4-FFF2-40B4-BE49-F238E27FC236}">
                <a16:creationId xmlns:a16="http://schemas.microsoft.com/office/drawing/2014/main" id="{E2084B53-D8F7-4E6E-97EF-C1340870D4B2}"/>
              </a:ext>
            </a:extLst>
          </p:cNvPr>
          <p:cNvSpPr>
            <a:spLocks xmlns:a="http://schemas.openxmlformats.org/drawingml/2006/main" noGrp="1"/>
          </p:cNvSpPr>
          <p:nvPr>
            <p:ph type="pic" idx="10" hasCustomPrompt="1"/>
          </p:nvPr>
        </p:nvSpPr>
        <p:spPr>
          <a:xfrm xmlns:a="http://schemas.openxmlformats.org/drawingml/2006/main" rot="20700000">
            <a:off x="1467236" y="1311300"/>
            <a:ext cx="1886591" cy="3330752"/>
          </a:xfrm>
          <a:custGeom xmlns:a="http://schemas.openxmlformats.org/drawingml/2006/main">
            <a:gdLst>
              <a:gd name="connsiteX0" fmla="*/ 0 w 1886591"/>
              <a:gd name="connsiteY0" fmla="*/ 0 h 3330752"/>
              <a:gd name="connsiteX1" fmla="*/ 1886591 w 1886591"/>
              <a:gd name="connsiteY1" fmla="*/ 0 h 3330752"/>
              <a:gd name="connsiteX2" fmla="*/ 1886591 w 1886591"/>
              <a:gd name="connsiteY2" fmla="*/ 3330752 h 3330752"/>
              <a:gd name="connsiteX3" fmla="*/ 0 w 1886591"/>
              <a:gd name="connsiteY3" fmla="*/ 3330752 h 3330752"/>
            </a:gdLst>
            <a:rect l="l" t="t" r="r" b="b"/>
            <a:pathLst>
              <a:path w="1886591" h="3330752">
                <a:moveTo>
                  <a:pt x="0" y="0"/>
                </a:moveTo>
                <a:lnTo>
                  <a:pt x="1886591" y="0"/>
                </a:lnTo>
                <a:lnTo>
                  <a:pt x="1886591" y="3330752"/>
                </a:lnTo>
                <a:lnTo>
                  <a:pt x="0" y="3330752"/>
                </a:lnTo>
                <a:close/>
              </a:path>
            </a:pathLst>
          </a:custGeom>
          <a:solidFill xmlns:a="http://schemas.openxmlformats.org/drawingml/2006/main">
            <a:schemeClr val="bg1">
              <a:lumMod val="85000"/>
            </a:schemeClr>
          </a:solidFill>
          <a:effectLst xmlns:a="http://schemas.openxmlformats.org/drawingml/2006/main">
            <a:innerShdw blurRad="127000">
              <a:prstClr val="black">
                <a:alpha val="20000"/>
              </a:prstClr>
            </a:inn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pic>
        <p:nvPicPr>
          <p:cNvPr id="37" name="Imagen 2"/>
          <p:cNvPicPr>
            <a:picLocks xmlns:a="http://schemas.openxmlformats.org/drawingml/2006/main" noChangeAspect="1"/>
          </p:cNvPicPr>
          <p:nvPr/>
        </p:nvPicPr>
        <p:blipFill>
          <a:blip xmlns:r="http://schemas.openxmlformats.org/officeDocument/2006/relationships" xmlns:a="http://schemas.openxmlformats.org/drawingml/2006/main" r:embed="Rc876b4e69d364dd3"/>
          <a:stretch xmlns:a="http://schemas.openxmlformats.org/drawingml/2006/main">
            <a:fillRect l="0" t="0" r="0" b="0"/>
          </a:stretch>
        </p:blipFill>
        <p:spPr>
          <a:xfrm xmlns:a="http://schemas.openxmlformats.org/drawingml/2006/main">
            <a:off x="291707" y="6182190"/>
            <a:ext cx="1399441" cy="291970"/>
          </a:xfrm>
          <a:prstGeom xmlns:a="http://schemas.openxmlformats.org/drawingml/2006/main" prst="rect">
            <a:avLst/>
          </a:prstGeom>
        </p:spPr>
      </p:pic>
    </p:spTree>
  </p:cSld>
</p:sldLayout>
</file>

<file path=ppt/slideLayouts/slideLayout30.xml><?xml version="1.0" encoding="utf-8"?>
<p:sldLayout xmlns:p="http://schemas.openxmlformats.org/presentationml/2006/main" preserve="1" userDrawn="1">
  <p:cSld name="28_Title and Content">
    <p:spTree>
      <p:nvGrpSpPr>
        <p:cNvPr id="1" name=""/>
        <p:cNvGrpSpPr/>
        <p:nvPr/>
      </p:nvGrpSpPr>
      <p:grpSpPr>
        <a:xfrm xmlns:a="http://schemas.openxmlformats.org/drawingml/2006/main"/>
      </p:grpSpPr>
      <p:sp>
        <p:nvSpPr>
          <p:cNvPr id="8" name="Picture Placeholder 7">
            <a:extLst xmlns:a="http://schemas.openxmlformats.org/drawingml/2006/main">
              <a:ext uri="{FF2B5EF4-FFF2-40B4-BE49-F238E27FC236}">
                <a16:creationId xmlns:a16="http://schemas.microsoft.com/office/drawing/2014/main" id="{53B68F8E-EB0B-4AED-BC9E-DA58B7CCCD16}"/>
              </a:ext>
            </a:extLst>
          </p:cNvPr>
          <p:cNvSpPr>
            <a:spLocks xmlns:a="http://schemas.openxmlformats.org/drawingml/2006/main" noGrp="1"/>
          </p:cNvSpPr>
          <p:nvPr>
            <p:ph type="pic" idx="11" hasCustomPrompt="1"/>
          </p:nvPr>
        </p:nvSpPr>
        <p:spPr>
          <a:xfrm xmlns:a="http://schemas.openxmlformats.org/drawingml/2006/main">
            <a:off x="7712588" y="2620297"/>
            <a:ext cx="1617406" cy="1617406"/>
          </a:xfrm>
          <a:custGeom xmlns:a="http://schemas.openxmlformats.org/drawingml/2006/main">
            <a:gdLst>
              <a:gd name="connsiteX0" fmla="*/ 269573 w 1617406"/>
              <a:gd name="connsiteY0" fmla="*/ 0 h 1617406"/>
              <a:gd name="connsiteX1" fmla="*/ 1347833 w 1617406"/>
              <a:gd name="connsiteY1" fmla="*/ 0 h 1617406"/>
              <a:gd name="connsiteX2" fmla="*/ 1617406 w 1617406"/>
              <a:gd name="connsiteY2" fmla="*/ 269573 h 1617406"/>
              <a:gd name="connsiteX3" fmla="*/ 1617406 w 1617406"/>
              <a:gd name="connsiteY3" fmla="*/ 1347833 h 1617406"/>
              <a:gd name="connsiteX4" fmla="*/ 1347833 w 1617406"/>
              <a:gd name="connsiteY4" fmla="*/ 1617406 h 1617406"/>
              <a:gd name="connsiteX5" fmla="*/ 269573 w 1617406"/>
              <a:gd name="connsiteY5" fmla="*/ 1617406 h 1617406"/>
              <a:gd name="connsiteX6" fmla="*/ 0 w 1617406"/>
              <a:gd name="connsiteY6" fmla="*/ 1347833 h 1617406"/>
              <a:gd name="connsiteX7" fmla="*/ 0 w 1617406"/>
              <a:gd name="connsiteY7" fmla="*/ 269573 h 1617406"/>
              <a:gd name="connsiteX8" fmla="*/ 269573 w 1617406"/>
              <a:gd name="connsiteY8" fmla="*/ 0 h 1617406"/>
            </a:gdLst>
            <a:rect l="l" t="t" r="r" b="b"/>
            <a:pathLst>
              <a:path w="1617406" h="1617406">
                <a:moveTo>
                  <a:pt x="269573" y="0"/>
                </a:moveTo>
                <a:lnTo>
                  <a:pt x="1347833" y="0"/>
                </a:lnTo>
                <a:cubicBezTo>
                  <a:pt x="1496714" y="0"/>
                  <a:pt x="1617406" y="120692"/>
                  <a:pt x="1617406" y="269573"/>
                </a:cubicBezTo>
                <a:lnTo>
                  <a:pt x="1617406" y="1347833"/>
                </a:lnTo>
                <a:cubicBezTo>
                  <a:pt x="1617406" y="1496714"/>
                  <a:pt x="1496714" y="1617406"/>
                  <a:pt x="1347833" y="1617406"/>
                </a:cubicBezTo>
                <a:lnTo>
                  <a:pt x="269573" y="1617406"/>
                </a:lnTo>
                <a:cubicBezTo>
                  <a:pt x="120692" y="1617406"/>
                  <a:pt x="0" y="1496714"/>
                  <a:pt x="0" y="1347833"/>
                </a:cubicBezTo>
                <a:lnTo>
                  <a:pt x="0" y="269573"/>
                </a:lnTo>
                <a:cubicBezTo>
                  <a:pt x="0" y="120692"/>
                  <a:pt x="120692" y="0"/>
                  <a:pt x="269573" y="0"/>
                </a:cubicBezTo>
                <a:close/>
              </a:path>
            </a:pathLst>
          </a:custGeom>
          <a:solidFill xmlns:a="http://schemas.openxmlformats.org/drawingml/2006/main">
            <a:schemeClr val="bg1">
              <a:lumMod val="95000"/>
              <a:alpha val="25000"/>
            </a:schemeClr>
          </a:solidFill>
          <a:effectLst xmlns:a="http://schemas.openxmlformats.org/drawingml/2006/main">
            <a:outerShdw blurRad="723900" dist="368300" dir="5400000" sx="88000" sy="88000" algn="t" rotWithShape="0">
              <a:prstClr val="black">
                <a:alpha val="18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9" name="Picture Placeholder 8">
            <a:extLst xmlns:a="http://schemas.openxmlformats.org/drawingml/2006/main">
              <a:ext uri="{FF2B5EF4-FFF2-40B4-BE49-F238E27FC236}">
                <a16:creationId xmlns:a16="http://schemas.microsoft.com/office/drawing/2014/main" id="{2C9E8DC7-CBF0-407B-9B4D-00DE8FA74374}"/>
              </a:ext>
            </a:extLst>
          </p:cNvPr>
          <p:cNvSpPr>
            <a:spLocks xmlns:a="http://schemas.openxmlformats.org/drawingml/2006/main" noGrp="1"/>
          </p:cNvSpPr>
          <p:nvPr>
            <p:ph type="pic" idx="12" hasCustomPrompt="1"/>
          </p:nvPr>
        </p:nvSpPr>
        <p:spPr>
          <a:xfrm xmlns:a="http://schemas.openxmlformats.org/drawingml/2006/main">
            <a:off x="9482394" y="2620297"/>
            <a:ext cx="1617406" cy="1617406"/>
          </a:xfrm>
          <a:custGeom xmlns:a="http://schemas.openxmlformats.org/drawingml/2006/main">
            <a:gdLst>
              <a:gd name="connsiteX0" fmla="*/ 269573 w 1617406"/>
              <a:gd name="connsiteY0" fmla="*/ 0 h 1617406"/>
              <a:gd name="connsiteX1" fmla="*/ 1347833 w 1617406"/>
              <a:gd name="connsiteY1" fmla="*/ 0 h 1617406"/>
              <a:gd name="connsiteX2" fmla="*/ 1617406 w 1617406"/>
              <a:gd name="connsiteY2" fmla="*/ 269573 h 1617406"/>
              <a:gd name="connsiteX3" fmla="*/ 1617406 w 1617406"/>
              <a:gd name="connsiteY3" fmla="*/ 1347833 h 1617406"/>
              <a:gd name="connsiteX4" fmla="*/ 1347833 w 1617406"/>
              <a:gd name="connsiteY4" fmla="*/ 1617406 h 1617406"/>
              <a:gd name="connsiteX5" fmla="*/ 269573 w 1617406"/>
              <a:gd name="connsiteY5" fmla="*/ 1617406 h 1617406"/>
              <a:gd name="connsiteX6" fmla="*/ 0 w 1617406"/>
              <a:gd name="connsiteY6" fmla="*/ 1347833 h 1617406"/>
              <a:gd name="connsiteX7" fmla="*/ 0 w 1617406"/>
              <a:gd name="connsiteY7" fmla="*/ 269573 h 1617406"/>
              <a:gd name="connsiteX8" fmla="*/ 269573 w 1617406"/>
              <a:gd name="connsiteY8" fmla="*/ 0 h 1617406"/>
            </a:gdLst>
            <a:rect l="l" t="t" r="r" b="b"/>
            <a:pathLst>
              <a:path w="1617406" h="1617406">
                <a:moveTo>
                  <a:pt x="269573" y="0"/>
                </a:moveTo>
                <a:lnTo>
                  <a:pt x="1347833" y="0"/>
                </a:lnTo>
                <a:cubicBezTo>
                  <a:pt x="1496714" y="0"/>
                  <a:pt x="1617406" y="120692"/>
                  <a:pt x="1617406" y="269573"/>
                </a:cubicBezTo>
                <a:lnTo>
                  <a:pt x="1617406" y="1347833"/>
                </a:lnTo>
                <a:cubicBezTo>
                  <a:pt x="1617406" y="1496714"/>
                  <a:pt x="1496714" y="1617406"/>
                  <a:pt x="1347833" y="1617406"/>
                </a:cubicBezTo>
                <a:lnTo>
                  <a:pt x="269573" y="1617406"/>
                </a:lnTo>
                <a:cubicBezTo>
                  <a:pt x="120692" y="1617406"/>
                  <a:pt x="0" y="1496714"/>
                  <a:pt x="0" y="1347833"/>
                </a:cubicBezTo>
                <a:lnTo>
                  <a:pt x="0" y="269573"/>
                </a:lnTo>
                <a:cubicBezTo>
                  <a:pt x="0" y="120692"/>
                  <a:pt x="120692" y="0"/>
                  <a:pt x="269573" y="0"/>
                </a:cubicBezTo>
                <a:close/>
              </a:path>
            </a:pathLst>
          </a:custGeom>
          <a:solidFill xmlns:a="http://schemas.openxmlformats.org/drawingml/2006/main">
            <a:schemeClr val="bg1">
              <a:lumMod val="95000"/>
              <a:alpha val="25000"/>
            </a:schemeClr>
          </a:solidFill>
          <a:effectLst xmlns:a="http://schemas.openxmlformats.org/drawingml/2006/main">
            <a:outerShdw blurRad="723900" dist="368300" dir="5400000" sx="88000" sy="88000" algn="t" rotWithShape="0">
              <a:prstClr val="black">
                <a:alpha val="18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7" name="Picture Placeholder 6">
            <a:extLst xmlns:a="http://schemas.openxmlformats.org/drawingml/2006/main">
              <a:ext uri="{FF2B5EF4-FFF2-40B4-BE49-F238E27FC236}">
                <a16:creationId xmlns:a16="http://schemas.microsoft.com/office/drawing/2014/main" id="{1A8938C3-A4BF-4003-B598-F8D4C3141D23}"/>
              </a:ext>
            </a:extLst>
          </p:cNvPr>
          <p:cNvSpPr>
            <a:spLocks xmlns:a="http://schemas.openxmlformats.org/drawingml/2006/main" noGrp="1"/>
          </p:cNvSpPr>
          <p:nvPr>
            <p:ph type="pic" idx="10" hasCustomPrompt="1"/>
          </p:nvPr>
        </p:nvSpPr>
        <p:spPr>
          <a:xfrm xmlns:a="http://schemas.openxmlformats.org/drawingml/2006/main">
            <a:off x="5942782" y="2620297"/>
            <a:ext cx="1617406" cy="1617406"/>
          </a:xfrm>
          <a:custGeom xmlns:a="http://schemas.openxmlformats.org/drawingml/2006/main">
            <a:gdLst>
              <a:gd name="connsiteX0" fmla="*/ 269573 w 1617406"/>
              <a:gd name="connsiteY0" fmla="*/ 0 h 1617406"/>
              <a:gd name="connsiteX1" fmla="*/ 1347833 w 1617406"/>
              <a:gd name="connsiteY1" fmla="*/ 0 h 1617406"/>
              <a:gd name="connsiteX2" fmla="*/ 1617406 w 1617406"/>
              <a:gd name="connsiteY2" fmla="*/ 269573 h 1617406"/>
              <a:gd name="connsiteX3" fmla="*/ 1617406 w 1617406"/>
              <a:gd name="connsiteY3" fmla="*/ 1347833 h 1617406"/>
              <a:gd name="connsiteX4" fmla="*/ 1347833 w 1617406"/>
              <a:gd name="connsiteY4" fmla="*/ 1617406 h 1617406"/>
              <a:gd name="connsiteX5" fmla="*/ 269573 w 1617406"/>
              <a:gd name="connsiteY5" fmla="*/ 1617406 h 1617406"/>
              <a:gd name="connsiteX6" fmla="*/ 0 w 1617406"/>
              <a:gd name="connsiteY6" fmla="*/ 1347833 h 1617406"/>
              <a:gd name="connsiteX7" fmla="*/ 0 w 1617406"/>
              <a:gd name="connsiteY7" fmla="*/ 269573 h 1617406"/>
              <a:gd name="connsiteX8" fmla="*/ 269573 w 1617406"/>
              <a:gd name="connsiteY8" fmla="*/ 0 h 1617406"/>
            </a:gdLst>
            <a:rect l="l" t="t" r="r" b="b"/>
            <a:pathLst>
              <a:path w="1617406" h="1617406">
                <a:moveTo>
                  <a:pt x="269573" y="0"/>
                </a:moveTo>
                <a:lnTo>
                  <a:pt x="1347833" y="0"/>
                </a:lnTo>
                <a:cubicBezTo>
                  <a:pt x="1496714" y="0"/>
                  <a:pt x="1617406" y="120692"/>
                  <a:pt x="1617406" y="269573"/>
                </a:cubicBezTo>
                <a:lnTo>
                  <a:pt x="1617406" y="1347833"/>
                </a:lnTo>
                <a:cubicBezTo>
                  <a:pt x="1617406" y="1496714"/>
                  <a:pt x="1496714" y="1617406"/>
                  <a:pt x="1347833" y="1617406"/>
                </a:cubicBezTo>
                <a:lnTo>
                  <a:pt x="269573" y="1617406"/>
                </a:lnTo>
                <a:cubicBezTo>
                  <a:pt x="120692" y="1617406"/>
                  <a:pt x="0" y="1496714"/>
                  <a:pt x="0" y="1347833"/>
                </a:cubicBezTo>
                <a:lnTo>
                  <a:pt x="0" y="269573"/>
                </a:lnTo>
                <a:cubicBezTo>
                  <a:pt x="0" y="120692"/>
                  <a:pt x="120692" y="0"/>
                  <a:pt x="269573" y="0"/>
                </a:cubicBezTo>
                <a:close/>
              </a:path>
            </a:pathLst>
          </a:custGeom>
          <a:solidFill xmlns:a="http://schemas.openxmlformats.org/drawingml/2006/main">
            <a:schemeClr val="bg1">
              <a:lumMod val="95000"/>
              <a:alpha val="25000"/>
            </a:schemeClr>
          </a:solidFill>
          <a:effectLst xmlns:a="http://schemas.openxmlformats.org/drawingml/2006/main">
            <a:outerShdw blurRad="723900" dist="368300" dir="5400000" sx="88000" sy="88000" algn="t" rotWithShape="0">
              <a:prstClr val="black">
                <a:alpha val="18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31.xml><?xml version="1.0" encoding="utf-8"?>
<p:sldLayout xmlns:p="http://schemas.openxmlformats.org/presentationml/2006/main" preserve="1" userDrawn="1">
  <p:cSld name="29_Title and Content">
    <p:spTree>
      <p:nvGrpSpPr>
        <p:cNvPr id="1" name=""/>
        <p:cNvGrpSpPr/>
        <p:nvPr/>
      </p:nvGrpSpPr>
      <p:grpSpPr>
        <a:xfrm xmlns:a="http://schemas.openxmlformats.org/drawingml/2006/main"/>
      </p:grpSpPr>
      <p:sp>
        <p:nvSpPr>
          <p:cNvPr id="10" name="Picture Placeholder 9">
            <a:extLst xmlns:a="http://schemas.openxmlformats.org/drawingml/2006/main">
              <a:ext uri="{FF2B5EF4-FFF2-40B4-BE49-F238E27FC236}">
                <a16:creationId xmlns:a16="http://schemas.microsoft.com/office/drawing/2014/main" id="{347339EE-B305-4489-AE63-2432C137AA60}"/>
              </a:ext>
            </a:extLst>
          </p:cNvPr>
          <p:cNvSpPr>
            <a:spLocks xmlns:a="http://schemas.openxmlformats.org/drawingml/2006/main" noGrp="1"/>
          </p:cNvSpPr>
          <p:nvPr>
            <p:ph type="pic" idx="10" hasCustomPrompt="1"/>
          </p:nvPr>
        </p:nvSpPr>
        <p:spPr>
          <a:xfrm xmlns:a="http://schemas.openxmlformats.org/drawingml/2006/main">
            <a:off x="0" y="4315366"/>
            <a:ext cx="4832233" cy="2542635"/>
          </a:xfrm>
          <a:custGeom xmlns:a="http://schemas.openxmlformats.org/drawingml/2006/main">
            <a:gdLst>
              <a:gd name="connsiteX0" fmla="*/ 0 w 4832233"/>
              <a:gd name="connsiteY0" fmla="*/ 0 h 2542635"/>
              <a:gd name="connsiteX1" fmla="*/ 4496936 w 4832233"/>
              <a:gd name="connsiteY1" fmla="*/ 0 h 2542635"/>
              <a:gd name="connsiteX2" fmla="*/ 4832233 w 4832233"/>
              <a:gd name="connsiteY2" fmla="*/ 335297 h 2542635"/>
              <a:gd name="connsiteX3" fmla="*/ 4832233 w 4832233"/>
              <a:gd name="connsiteY3" fmla="*/ 2542635 h 2542635"/>
              <a:gd name="connsiteX4" fmla="*/ 0 w 4832233"/>
              <a:gd name="connsiteY4" fmla="*/ 2542635 h 2542635"/>
            </a:gdLst>
            <a:rect l="l" t="t" r="r" b="b"/>
            <a:pathLst>
              <a:path w="4832233" h="2542635">
                <a:moveTo>
                  <a:pt x="0" y="0"/>
                </a:moveTo>
                <a:lnTo>
                  <a:pt x="4496936" y="0"/>
                </a:lnTo>
                <a:cubicBezTo>
                  <a:pt x="4682115" y="0"/>
                  <a:pt x="4832233" y="150118"/>
                  <a:pt x="4832233" y="335297"/>
                </a:cubicBezTo>
                <a:lnTo>
                  <a:pt x="4832233" y="2542635"/>
                </a:lnTo>
                <a:lnTo>
                  <a:pt x="0" y="2542635"/>
                </a:ln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6" name="Rectangle: Single Corner Rounded 5">
            <a:extLst xmlns:a="http://schemas.openxmlformats.org/drawingml/2006/main">
              <a:ext uri="{FF2B5EF4-FFF2-40B4-BE49-F238E27FC236}">
                <a16:creationId xmlns:a16="http://schemas.microsoft.com/office/drawing/2014/main" id="{5D2DD106-7971-469B-A743-7679AA92B24B}"/>
              </a:ext>
            </a:extLst>
          </p:cNvPr>
          <p:cNvSpPr>
            <a:spLocks xmlns:a="http://schemas.openxmlformats.org/drawingml/2006/main" noGrp="1"/>
          </p:cNvSpPr>
          <p:nvPr/>
        </p:nvSpPr>
        <p:spPr>
          <a:xfrm xmlns:a="http://schemas.openxmlformats.org/drawingml/2006/main" flipH="1" flipV="1">
            <a:off x="4832233" y="-3"/>
            <a:ext cx="7359767" cy="4093779"/>
          </a:xfrm>
          <a:prstGeom xmlns:a="http://schemas.openxmlformats.org/drawingml/2006/main" prst="round1Rect">
            <a:avLst>
              <a:gd name="adj" fmla="val 10182"/>
            </a:avLst>
          </a:prstGeom>
          <a:solidFill xmlns:a="http://schemas.openxmlformats.org/drawingml/2006/main">
            <a:srgbClr val="F5F6F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2.xml><?xml version="1.0" encoding="utf-8"?>
<p:sldLayout xmlns:p="http://schemas.openxmlformats.org/presentationml/2006/main" showMasterSp="0" preserve="1" userDrawn="1">
  <p:cSld name="30_Title and Content">
    <p:spTree>
      <p:nvGrpSpPr>
        <p:cNvPr id="1" name=""/>
        <p:cNvGrpSpPr/>
        <p:nvPr/>
      </p:nvGrpSpPr>
      <p:grpSpPr>
        <a:xfrm xmlns:a="http://schemas.openxmlformats.org/drawingml/2006/main"/>
      </p:grpSpPr>
      <p:sp>
        <p:nvSpPr>
          <p:cNvPr id="11" name="Picture Placeholder 10">
            <a:extLst xmlns:a="http://schemas.openxmlformats.org/drawingml/2006/main">
              <a:ext uri="{FF2B5EF4-FFF2-40B4-BE49-F238E27FC236}">
                <a16:creationId xmlns:a16="http://schemas.microsoft.com/office/drawing/2014/main" id="{06725744-A33A-42F7-9088-02DBFCE609EF}"/>
              </a:ext>
            </a:extLst>
          </p:cNvPr>
          <p:cNvSpPr>
            <a:spLocks xmlns:a="http://schemas.openxmlformats.org/drawingml/2006/main" noGrp="1"/>
          </p:cNvSpPr>
          <p:nvPr>
            <p:ph type="pic" idx="10" hasCustomPrompt="1"/>
          </p:nvPr>
        </p:nvSpPr>
        <p:spPr>
          <a:xfrm xmlns:a="http://schemas.openxmlformats.org/drawingml/2006/main">
            <a:off x="-1" y="0"/>
            <a:ext cx="12192000" cy="3850012"/>
          </a:xfrm>
          <a:custGeom xmlns:a="http://schemas.openxmlformats.org/drawingml/2006/main">
            <a:gdLst>
              <a:gd name="connsiteX0" fmla="*/ 8397881 w 12192000"/>
              <a:gd name="connsiteY0" fmla="*/ 3438408 h 3850012"/>
              <a:gd name="connsiteX1" fmla="*/ 8397951 w 12192000"/>
              <a:gd name="connsiteY1" fmla="*/ 3438722 h 3850012"/>
              <a:gd name="connsiteX2" fmla="*/ 8398480 w 12192000"/>
              <a:gd name="connsiteY2" fmla="*/ 3438408 h 3850012"/>
              <a:gd name="connsiteX3" fmla="*/ 3793520 w 12192000"/>
              <a:gd name="connsiteY3" fmla="*/ 3438408 h 3850012"/>
              <a:gd name="connsiteX4" fmla="*/ 3794049 w 12192000"/>
              <a:gd name="connsiteY4" fmla="*/ 3438722 h 3850012"/>
              <a:gd name="connsiteX5" fmla="*/ 3794120 w 12192000"/>
              <a:gd name="connsiteY5" fmla="*/ 3438408 h 3850012"/>
              <a:gd name="connsiteX6" fmla="*/ 0 w 12192000"/>
              <a:gd name="connsiteY6" fmla="*/ 0 h 3850012"/>
              <a:gd name="connsiteX7" fmla="*/ 12192000 w 12192000"/>
              <a:gd name="connsiteY7" fmla="*/ 0 h 3850012"/>
              <a:gd name="connsiteX8" fmla="*/ 12192000 w 12192000"/>
              <a:gd name="connsiteY8" fmla="*/ 1638205 h 3850012"/>
              <a:gd name="connsiteX9" fmla="*/ 12192000 w 12192000"/>
              <a:gd name="connsiteY9" fmla="*/ 2316406 h 3850012"/>
              <a:gd name="connsiteX10" fmla="*/ 12192000 w 12192000"/>
              <a:gd name="connsiteY10" fmla="*/ 2450440 h 3850012"/>
              <a:gd name="connsiteX11" fmla="*/ 12192000 w 12192000"/>
              <a:gd name="connsiteY11" fmla="*/ 3396029 h 3850012"/>
              <a:gd name="connsiteX12" fmla="*/ 12192000 w 12192000"/>
              <a:gd name="connsiteY12" fmla="*/ 3497742 h 3850012"/>
              <a:gd name="connsiteX13" fmla="*/ 12165341 w 12192000"/>
              <a:gd name="connsiteY13" fmla="*/ 3499553 h 3850012"/>
              <a:gd name="connsiteX14" fmla="*/ 11967973 w 12192000"/>
              <a:gd name="connsiteY14" fmla="*/ 3572710 h 3850012"/>
              <a:gd name="connsiteX15" fmla="*/ 11944992 w 12192000"/>
              <a:gd name="connsiteY15" fmla="*/ 3591983 h 3850012"/>
              <a:gd name="connsiteX16" fmla="*/ 11942396 w 12192000"/>
              <a:gd name="connsiteY16" fmla="*/ 3595502 h 3850012"/>
              <a:gd name="connsiteX17" fmla="*/ 11911532 w 12192000"/>
              <a:gd name="connsiteY17" fmla="*/ 3619435 h 3850012"/>
              <a:gd name="connsiteX18" fmla="*/ 11808711 w 12192000"/>
              <a:gd name="connsiteY18" fmla="*/ 3701232 h 3850012"/>
              <a:gd name="connsiteX19" fmla="*/ 11291279 w 12192000"/>
              <a:gd name="connsiteY19" fmla="*/ 3849374 h 3850012"/>
              <a:gd name="connsiteX20" fmla="*/ 10847202 w 12192000"/>
              <a:gd name="connsiteY20" fmla="*/ 3657838 h 3850012"/>
              <a:gd name="connsiteX21" fmla="*/ 10424269 w 12192000"/>
              <a:gd name="connsiteY21" fmla="*/ 3469846 h 3850012"/>
              <a:gd name="connsiteX22" fmla="*/ 10128215 w 12192000"/>
              <a:gd name="connsiteY22" fmla="*/ 3618819 h 3850012"/>
              <a:gd name="connsiteX23" fmla="*/ 9564304 w 12192000"/>
              <a:gd name="connsiteY23" fmla="*/ 3838731 h 3850012"/>
              <a:gd name="connsiteX24" fmla="*/ 9096430 w 12192000"/>
              <a:gd name="connsiteY24" fmla="*/ 3690092 h 3850012"/>
              <a:gd name="connsiteX25" fmla="*/ 9033902 w 12192000"/>
              <a:gd name="connsiteY25" fmla="*/ 3632538 h 3850012"/>
              <a:gd name="connsiteX26" fmla="*/ 8988988 w 12192000"/>
              <a:gd name="connsiteY26" fmla="*/ 3595502 h 3850012"/>
              <a:gd name="connsiteX27" fmla="*/ 8979560 w 12192000"/>
              <a:gd name="connsiteY27" fmla="*/ 3581907 h 3850012"/>
              <a:gd name="connsiteX28" fmla="*/ 8949396 w 12192000"/>
              <a:gd name="connsiteY28" fmla="*/ 3553478 h 3850012"/>
              <a:gd name="connsiteX29" fmla="*/ 8718436 w 12192000"/>
              <a:gd name="connsiteY29" fmla="*/ 3459207 h 3850012"/>
              <a:gd name="connsiteX30" fmla="*/ 8429428 w 12192000"/>
              <a:gd name="connsiteY30" fmla="*/ 3608180 h 3850012"/>
              <a:gd name="connsiteX31" fmla="*/ 7752735 w 12192000"/>
              <a:gd name="connsiteY31" fmla="*/ 3842280 h 3850012"/>
              <a:gd name="connsiteX32" fmla="*/ 7195876 w 12192000"/>
              <a:gd name="connsiteY32" fmla="*/ 3601086 h 3850012"/>
              <a:gd name="connsiteX33" fmla="*/ 6956214 w 12192000"/>
              <a:gd name="connsiteY33" fmla="*/ 3469846 h 3850012"/>
              <a:gd name="connsiteX34" fmla="*/ 6674259 w 12192000"/>
              <a:gd name="connsiteY34" fmla="*/ 3604631 h 3850012"/>
              <a:gd name="connsiteX35" fmla="*/ 6578767 w 12192000"/>
              <a:gd name="connsiteY35" fmla="*/ 3687543 h 3850012"/>
              <a:gd name="connsiteX36" fmla="*/ 6558853 w 12192000"/>
              <a:gd name="connsiteY36" fmla="*/ 3700122 h 3850012"/>
              <a:gd name="connsiteX37" fmla="*/ 6545011 w 12192000"/>
              <a:gd name="connsiteY37" fmla="*/ 3713480 h 3850012"/>
              <a:gd name="connsiteX38" fmla="*/ 6109851 w 12192000"/>
              <a:gd name="connsiteY38" fmla="*/ 3835186 h 3850012"/>
              <a:gd name="connsiteX39" fmla="*/ 6096001 w 12192000"/>
              <a:gd name="connsiteY39" fmla="*/ 3834671 h 3850012"/>
              <a:gd name="connsiteX40" fmla="*/ 6082151 w 12192000"/>
              <a:gd name="connsiteY40" fmla="*/ 3835186 h 3850012"/>
              <a:gd name="connsiteX41" fmla="*/ 5646993 w 12192000"/>
              <a:gd name="connsiteY41" fmla="*/ 3713480 h 3850012"/>
              <a:gd name="connsiteX42" fmla="*/ 5633151 w 12192000"/>
              <a:gd name="connsiteY42" fmla="*/ 3700121 h 3850012"/>
              <a:gd name="connsiteX43" fmla="*/ 5613237 w 12192000"/>
              <a:gd name="connsiteY43" fmla="*/ 3687543 h 3850012"/>
              <a:gd name="connsiteX44" fmla="*/ 5517746 w 12192000"/>
              <a:gd name="connsiteY44" fmla="*/ 3604631 h 3850012"/>
              <a:gd name="connsiteX45" fmla="*/ 5235788 w 12192000"/>
              <a:gd name="connsiteY45" fmla="*/ 3469846 h 3850012"/>
              <a:gd name="connsiteX46" fmla="*/ 4996126 w 12192000"/>
              <a:gd name="connsiteY46" fmla="*/ 3601086 h 3850012"/>
              <a:gd name="connsiteX47" fmla="*/ 4439270 w 12192000"/>
              <a:gd name="connsiteY47" fmla="*/ 3842280 h 3850012"/>
              <a:gd name="connsiteX48" fmla="*/ 3762572 w 12192000"/>
              <a:gd name="connsiteY48" fmla="*/ 3608180 h 3850012"/>
              <a:gd name="connsiteX49" fmla="*/ 3473564 w 12192000"/>
              <a:gd name="connsiteY49" fmla="*/ 3459207 h 3850012"/>
              <a:gd name="connsiteX50" fmla="*/ 3242604 w 12192000"/>
              <a:gd name="connsiteY50" fmla="*/ 3553478 h 3850012"/>
              <a:gd name="connsiteX51" fmla="*/ 3212441 w 12192000"/>
              <a:gd name="connsiteY51" fmla="*/ 3581907 h 3850012"/>
              <a:gd name="connsiteX52" fmla="*/ 3203012 w 12192000"/>
              <a:gd name="connsiteY52" fmla="*/ 3595502 h 3850012"/>
              <a:gd name="connsiteX53" fmla="*/ 3158099 w 12192000"/>
              <a:gd name="connsiteY53" fmla="*/ 3632538 h 3850012"/>
              <a:gd name="connsiteX54" fmla="*/ 3095570 w 12192000"/>
              <a:gd name="connsiteY54" fmla="*/ 3690092 h 3850012"/>
              <a:gd name="connsiteX55" fmla="*/ 2627698 w 12192000"/>
              <a:gd name="connsiteY55" fmla="*/ 3838731 h 3850012"/>
              <a:gd name="connsiteX56" fmla="*/ 2063785 w 12192000"/>
              <a:gd name="connsiteY56" fmla="*/ 3618819 h 3850012"/>
              <a:gd name="connsiteX57" fmla="*/ 1767732 w 12192000"/>
              <a:gd name="connsiteY57" fmla="*/ 3469846 h 3850012"/>
              <a:gd name="connsiteX58" fmla="*/ 1344798 w 12192000"/>
              <a:gd name="connsiteY58" fmla="*/ 3657838 h 3850012"/>
              <a:gd name="connsiteX59" fmla="*/ 900721 w 12192000"/>
              <a:gd name="connsiteY59" fmla="*/ 3849374 h 3850012"/>
              <a:gd name="connsiteX60" fmla="*/ 383289 w 12192000"/>
              <a:gd name="connsiteY60" fmla="*/ 3701232 h 3850012"/>
              <a:gd name="connsiteX61" fmla="*/ 280468 w 12192000"/>
              <a:gd name="connsiteY61" fmla="*/ 3619435 h 3850012"/>
              <a:gd name="connsiteX62" fmla="*/ 249604 w 12192000"/>
              <a:gd name="connsiteY62" fmla="*/ 3595502 h 3850012"/>
              <a:gd name="connsiteX63" fmla="*/ 247008 w 12192000"/>
              <a:gd name="connsiteY63" fmla="*/ 3591983 h 3850012"/>
              <a:gd name="connsiteX64" fmla="*/ 224027 w 12192000"/>
              <a:gd name="connsiteY64" fmla="*/ 3572710 h 3850012"/>
              <a:gd name="connsiteX65" fmla="*/ 26659 w 12192000"/>
              <a:gd name="connsiteY65" fmla="*/ 3499553 h 3850012"/>
              <a:gd name="connsiteX66" fmla="*/ 0 w 12192000"/>
              <a:gd name="connsiteY66" fmla="*/ 3497742 h 3850012"/>
              <a:gd name="connsiteX67" fmla="*/ 0 w 12192000"/>
              <a:gd name="connsiteY67" fmla="*/ 3396029 h 3850012"/>
              <a:gd name="connsiteX68" fmla="*/ 0 w 12192000"/>
              <a:gd name="connsiteY68" fmla="*/ 2450440 h 3850012"/>
              <a:gd name="connsiteX69" fmla="*/ 0 w 12192000"/>
              <a:gd name="connsiteY69" fmla="*/ 2316406 h 3850012"/>
              <a:gd name="connsiteX70" fmla="*/ 0 w 12192000"/>
              <a:gd name="connsiteY70" fmla="*/ 1638205 h 3850012"/>
            </a:gdLst>
            <a:rect l="l" t="t" r="r" b="b"/>
            <a:pathLst>
              <a:path w="12192000" h="3850012">
                <a:moveTo>
                  <a:pt x="8397881" y="3438408"/>
                </a:moveTo>
                <a:cubicBezTo>
                  <a:pt x="8397905" y="3438513"/>
                  <a:pt x="8397928" y="3438618"/>
                  <a:pt x="8397951" y="3438722"/>
                </a:cubicBezTo>
                <a:lnTo>
                  <a:pt x="8398480" y="3438408"/>
                </a:lnTo>
                <a:close/>
                <a:moveTo>
                  <a:pt x="3793520" y="3438408"/>
                </a:moveTo>
                <a:lnTo>
                  <a:pt x="3794049" y="3438722"/>
                </a:lnTo>
                <a:cubicBezTo>
                  <a:pt x="3794073" y="3438618"/>
                  <a:pt x="3794095" y="3438513"/>
                  <a:pt x="3794120" y="3438408"/>
                </a:cubicBezTo>
                <a:close/>
                <a:moveTo>
                  <a:pt x="0" y="0"/>
                </a:moveTo>
                <a:lnTo>
                  <a:pt x="12192000" y="0"/>
                </a:lnTo>
                <a:lnTo>
                  <a:pt x="12192000" y="1638205"/>
                </a:lnTo>
                <a:lnTo>
                  <a:pt x="12192000" y="2316406"/>
                </a:lnTo>
                <a:lnTo>
                  <a:pt x="12192000" y="2450440"/>
                </a:lnTo>
                <a:lnTo>
                  <a:pt x="12192000" y="3396029"/>
                </a:lnTo>
                <a:lnTo>
                  <a:pt x="12192000" y="3497742"/>
                </a:lnTo>
                <a:lnTo>
                  <a:pt x="12165341" y="3499553"/>
                </a:lnTo>
                <a:cubicBezTo>
                  <a:pt x="12101901" y="3506203"/>
                  <a:pt x="12024364" y="3524825"/>
                  <a:pt x="11967973" y="3572710"/>
                </a:cubicBezTo>
                <a:lnTo>
                  <a:pt x="11944992" y="3591983"/>
                </a:lnTo>
                <a:lnTo>
                  <a:pt x="11942396" y="3595502"/>
                </a:lnTo>
                <a:lnTo>
                  <a:pt x="11911532" y="3619435"/>
                </a:lnTo>
                <a:lnTo>
                  <a:pt x="11808711" y="3701232"/>
                </a:lnTo>
                <a:cubicBezTo>
                  <a:pt x="11687779" y="3789518"/>
                  <a:pt x="11545039" y="3857353"/>
                  <a:pt x="11291279" y="3849374"/>
                </a:cubicBezTo>
                <a:cubicBezTo>
                  <a:pt x="11100963" y="3845825"/>
                  <a:pt x="10974082" y="3753604"/>
                  <a:pt x="10847202" y="3657838"/>
                </a:cubicBezTo>
                <a:cubicBezTo>
                  <a:pt x="10727367" y="3565616"/>
                  <a:pt x="10593442" y="3469846"/>
                  <a:pt x="10424269" y="3469846"/>
                </a:cubicBezTo>
                <a:cubicBezTo>
                  <a:pt x="10290336" y="3469846"/>
                  <a:pt x="10212801" y="3540786"/>
                  <a:pt x="10128215" y="3618819"/>
                </a:cubicBezTo>
                <a:cubicBezTo>
                  <a:pt x="10008379" y="3728777"/>
                  <a:pt x="9881500" y="3842280"/>
                  <a:pt x="9564304" y="3838731"/>
                </a:cubicBezTo>
                <a:cubicBezTo>
                  <a:pt x="9321117" y="3836073"/>
                  <a:pt x="9192914" y="3769566"/>
                  <a:pt x="9096430" y="3690092"/>
                </a:cubicBezTo>
                <a:lnTo>
                  <a:pt x="9033902" y="3632538"/>
                </a:lnTo>
                <a:lnTo>
                  <a:pt x="8988988" y="3595502"/>
                </a:lnTo>
                <a:lnTo>
                  <a:pt x="8979560" y="3581907"/>
                </a:lnTo>
                <a:lnTo>
                  <a:pt x="8949396" y="3553478"/>
                </a:lnTo>
                <a:cubicBezTo>
                  <a:pt x="8890254" y="3501105"/>
                  <a:pt x="8824169" y="3459207"/>
                  <a:pt x="8718436" y="3459207"/>
                </a:cubicBezTo>
                <a:cubicBezTo>
                  <a:pt x="8598603" y="3455658"/>
                  <a:pt x="8514015" y="3530147"/>
                  <a:pt x="8429428" y="3608180"/>
                </a:cubicBezTo>
                <a:cubicBezTo>
                  <a:pt x="8288451" y="3732322"/>
                  <a:pt x="8140427" y="3870656"/>
                  <a:pt x="7752735" y="3842280"/>
                </a:cubicBezTo>
                <a:cubicBezTo>
                  <a:pt x="7386193" y="3817449"/>
                  <a:pt x="7287509" y="3703946"/>
                  <a:pt x="7195876" y="3601086"/>
                </a:cubicBezTo>
                <a:cubicBezTo>
                  <a:pt x="7139485" y="3537241"/>
                  <a:pt x="7090139" y="3476940"/>
                  <a:pt x="6956214" y="3469846"/>
                </a:cubicBezTo>
                <a:cubicBezTo>
                  <a:pt x="6829334" y="3459207"/>
                  <a:pt x="6758845" y="3530147"/>
                  <a:pt x="6674259" y="3604631"/>
                </a:cubicBezTo>
                <a:cubicBezTo>
                  <a:pt x="6644300" y="3632121"/>
                  <a:pt x="6613461" y="3660497"/>
                  <a:pt x="6578767" y="3687543"/>
                </a:cubicBezTo>
                <a:lnTo>
                  <a:pt x="6558853" y="3700122"/>
                </a:lnTo>
                <a:lnTo>
                  <a:pt x="6545011" y="3713480"/>
                </a:lnTo>
                <a:cubicBezTo>
                  <a:pt x="6465381" y="3779985"/>
                  <a:pt x="6353036" y="3832525"/>
                  <a:pt x="6109851" y="3835186"/>
                </a:cubicBezTo>
                <a:lnTo>
                  <a:pt x="6096001" y="3834671"/>
                </a:lnTo>
                <a:lnTo>
                  <a:pt x="6082151" y="3835186"/>
                </a:lnTo>
                <a:cubicBezTo>
                  <a:pt x="5838966" y="3832525"/>
                  <a:pt x="5726622" y="3779985"/>
                  <a:pt x="5646993" y="3713480"/>
                </a:cubicBezTo>
                <a:lnTo>
                  <a:pt x="5633151" y="3700121"/>
                </a:lnTo>
                <a:lnTo>
                  <a:pt x="5613237" y="3687543"/>
                </a:lnTo>
                <a:cubicBezTo>
                  <a:pt x="5578541" y="3660497"/>
                  <a:pt x="5547705" y="3632121"/>
                  <a:pt x="5517746" y="3604631"/>
                </a:cubicBezTo>
                <a:cubicBezTo>
                  <a:pt x="5433157" y="3530147"/>
                  <a:pt x="5362669" y="3459207"/>
                  <a:pt x="5235788" y="3469846"/>
                </a:cubicBezTo>
                <a:cubicBezTo>
                  <a:pt x="5101862" y="3476940"/>
                  <a:pt x="5052517" y="3537241"/>
                  <a:pt x="4996126" y="3601086"/>
                </a:cubicBezTo>
                <a:cubicBezTo>
                  <a:pt x="4904493" y="3703946"/>
                  <a:pt x="4805812" y="3817449"/>
                  <a:pt x="4439270" y="3842280"/>
                </a:cubicBezTo>
                <a:cubicBezTo>
                  <a:pt x="4051573" y="3870656"/>
                  <a:pt x="3903550" y="3732322"/>
                  <a:pt x="3762572" y="3608180"/>
                </a:cubicBezTo>
                <a:cubicBezTo>
                  <a:pt x="3677986" y="3530147"/>
                  <a:pt x="3593399" y="3455658"/>
                  <a:pt x="3473564" y="3459207"/>
                </a:cubicBezTo>
                <a:cubicBezTo>
                  <a:pt x="3367831" y="3459207"/>
                  <a:pt x="3301747" y="3501105"/>
                  <a:pt x="3242604" y="3553478"/>
                </a:cubicBezTo>
                <a:lnTo>
                  <a:pt x="3212441" y="3581907"/>
                </a:lnTo>
                <a:lnTo>
                  <a:pt x="3203012" y="3595502"/>
                </a:lnTo>
                <a:lnTo>
                  <a:pt x="3158099" y="3632538"/>
                </a:lnTo>
                <a:lnTo>
                  <a:pt x="3095570" y="3690092"/>
                </a:lnTo>
                <a:cubicBezTo>
                  <a:pt x="2999088" y="3769566"/>
                  <a:pt x="2870885" y="3836073"/>
                  <a:pt x="2627698" y="3838731"/>
                </a:cubicBezTo>
                <a:cubicBezTo>
                  <a:pt x="2310501" y="3842280"/>
                  <a:pt x="2183621" y="3728777"/>
                  <a:pt x="2063785" y="3618819"/>
                </a:cubicBezTo>
                <a:cubicBezTo>
                  <a:pt x="1979199" y="3540786"/>
                  <a:pt x="1901665" y="3469846"/>
                  <a:pt x="1767732" y="3469846"/>
                </a:cubicBezTo>
                <a:cubicBezTo>
                  <a:pt x="1598560" y="3469846"/>
                  <a:pt x="1464634" y="3565616"/>
                  <a:pt x="1344798" y="3657838"/>
                </a:cubicBezTo>
                <a:cubicBezTo>
                  <a:pt x="1217918" y="3753604"/>
                  <a:pt x="1091038" y="3845825"/>
                  <a:pt x="900721" y="3849374"/>
                </a:cubicBezTo>
                <a:cubicBezTo>
                  <a:pt x="646961" y="3857353"/>
                  <a:pt x="504221" y="3789518"/>
                  <a:pt x="383289" y="3701232"/>
                </a:cubicBezTo>
                <a:lnTo>
                  <a:pt x="280468" y="3619435"/>
                </a:lnTo>
                <a:lnTo>
                  <a:pt x="249604" y="3595502"/>
                </a:lnTo>
                <a:lnTo>
                  <a:pt x="247008" y="3591983"/>
                </a:lnTo>
                <a:lnTo>
                  <a:pt x="224027" y="3572710"/>
                </a:lnTo>
                <a:cubicBezTo>
                  <a:pt x="167637" y="3524825"/>
                  <a:pt x="90099" y="3506203"/>
                  <a:pt x="26659" y="3499553"/>
                </a:cubicBezTo>
                <a:lnTo>
                  <a:pt x="0" y="3497742"/>
                </a:lnTo>
                <a:lnTo>
                  <a:pt x="0" y="3396029"/>
                </a:lnTo>
                <a:lnTo>
                  <a:pt x="0" y="2450440"/>
                </a:lnTo>
                <a:lnTo>
                  <a:pt x="0" y="2316406"/>
                </a:lnTo>
                <a:lnTo>
                  <a:pt x="0" y="1638205"/>
                </a:ln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33.xml><?xml version="1.0" encoding="utf-8"?>
<p:sldLayout xmlns:p="http://schemas.openxmlformats.org/presentationml/2006/main" preserve="1" userDrawn="1">
  <p:cSld name="32_Title and Content">
    <p:spTree>
      <p:nvGrpSpPr>
        <p:cNvPr id="1" name=""/>
        <p:cNvGrpSpPr/>
        <p:nvPr/>
      </p:nvGrpSpPr>
      <p:grpSpPr>
        <a:xfrm xmlns:a="http://schemas.openxmlformats.org/drawingml/2006/main"/>
      </p:grpSpPr>
      <p:sp>
        <p:nvSpPr>
          <p:cNvPr id="8" name="Picture Placeholder 7">
            <a:extLst xmlns:a="http://schemas.openxmlformats.org/drawingml/2006/main">
              <a:ext uri="{FF2B5EF4-FFF2-40B4-BE49-F238E27FC236}">
                <a16:creationId xmlns:a16="http://schemas.microsoft.com/office/drawing/2014/main" id="{9C3A124A-06D9-4D43-AA32-36ADF6C9118D}"/>
              </a:ext>
            </a:extLst>
          </p:cNvPr>
          <p:cNvSpPr>
            <a:spLocks xmlns:a="http://schemas.openxmlformats.org/drawingml/2006/main" noGrp="1"/>
          </p:cNvSpPr>
          <p:nvPr>
            <p:ph type="pic" idx="10" hasCustomPrompt="1"/>
          </p:nvPr>
        </p:nvSpPr>
        <p:spPr>
          <a:xfrm xmlns:a="http://schemas.openxmlformats.org/drawingml/2006/main">
            <a:off x="6933283" y="0"/>
            <a:ext cx="5258717" cy="6858000"/>
          </a:xfrm>
          <a:custGeom xmlns:a="http://schemas.openxmlformats.org/drawingml/2006/main">
            <a:gdLst>
              <a:gd name="connsiteX0" fmla="*/ 876470 w 5258717"/>
              <a:gd name="connsiteY0" fmla="*/ 0 h 6858000"/>
              <a:gd name="connsiteX1" fmla="*/ 5258717 w 5258717"/>
              <a:gd name="connsiteY1" fmla="*/ 0 h 6858000"/>
              <a:gd name="connsiteX2" fmla="*/ 5258717 w 5258717"/>
              <a:gd name="connsiteY2" fmla="*/ 6858000 h 6858000"/>
              <a:gd name="connsiteX3" fmla="*/ 0 w 5258717"/>
              <a:gd name="connsiteY3" fmla="*/ 6858000 h 6858000"/>
              <a:gd name="connsiteX4" fmla="*/ 0 w 5258717"/>
              <a:gd name="connsiteY4" fmla="*/ 876470 h 6858000"/>
              <a:gd name="connsiteX5" fmla="*/ 876470 w 5258717"/>
              <a:gd name="connsiteY5" fmla="*/ 0 h 6858000"/>
            </a:gdLst>
            <a:rect l="l" t="t" r="r" b="b"/>
            <a:pathLst>
              <a:path w="5258717" h="6858000">
                <a:moveTo>
                  <a:pt x="876470" y="0"/>
                </a:moveTo>
                <a:lnTo>
                  <a:pt x="5258717" y="0"/>
                </a:lnTo>
                <a:lnTo>
                  <a:pt x="5258717" y="6858000"/>
                </a:lnTo>
                <a:lnTo>
                  <a:pt x="0" y="6858000"/>
                </a:lnTo>
                <a:lnTo>
                  <a:pt x="0" y="876470"/>
                </a:lnTo>
                <a:cubicBezTo>
                  <a:pt x="0" y="392409"/>
                  <a:pt x="392409" y="0"/>
                  <a:pt x="876470" y="0"/>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34.xml><?xml version="1.0" encoding="utf-8"?>
<p:sldLayout xmlns:p="http://schemas.openxmlformats.org/presentationml/2006/main" preserve="1" userDrawn="1">
  <p:cSld name="33_Title and Content">
    <p:spTree>
      <p:nvGrpSpPr>
        <p:cNvPr id="1" name=""/>
        <p:cNvGrpSpPr/>
        <p:nvPr/>
      </p:nvGrpSpPr>
      <p:grpSpPr>
        <a:xfrm xmlns:a="http://schemas.openxmlformats.org/drawingml/2006/main"/>
      </p:grpSpPr>
      <p:sp>
        <p:nvSpPr>
          <p:cNvPr id="6" name="Picture Placeholder 5">
            <a:extLst xmlns:a="http://schemas.openxmlformats.org/drawingml/2006/main">
              <a:ext uri="{FF2B5EF4-FFF2-40B4-BE49-F238E27FC236}">
                <a16:creationId xmlns:a16="http://schemas.microsoft.com/office/drawing/2014/main" id="{C8CAB682-8349-4BBE-BB81-DD54F1DFE219}"/>
              </a:ext>
            </a:extLst>
          </p:cNvPr>
          <p:cNvSpPr>
            <a:spLocks xmlns:a="http://schemas.openxmlformats.org/drawingml/2006/main" noGrp="1"/>
          </p:cNvSpPr>
          <p:nvPr>
            <p:ph type="pic" idx="10" hasCustomPrompt="1"/>
          </p:nvPr>
        </p:nvSpPr>
        <p:spPr>
          <a:xfrm xmlns:a="http://schemas.openxmlformats.org/drawingml/2006/main">
            <a:off x="7930640" y="1900656"/>
            <a:ext cx="3169160" cy="1482213"/>
          </a:xfrm>
          <a:custGeom xmlns:a="http://schemas.openxmlformats.org/drawingml/2006/main">
            <a:gdLst>
              <a:gd name="connsiteX0" fmla="*/ 247040 w 3169160"/>
              <a:gd name="connsiteY0" fmla="*/ 0 h 1482213"/>
              <a:gd name="connsiteX1" fmla="*/ 2922120 w 3169160"/>
              <a:gd name="connsiteY1" fmla="*/ 0 h 1482213"/>
              <a:gd name="connsiteX2" fmla="*/ 3169160 w 3169160"/>
              <a:gd name="connsiteY2" fmla="*/ 247040 h 1482213"/>
              <a:gd name="connsiteX3" fmla="*/ 3169160 w 3169160"/>
              <a:gd name="connsiteY3" fmla="*/ 1235173 h 1482213"/>
              <a:gd name="connsiteX4" fmla="*/ 2922120 w 3169160"/>
              <a:gd name="connsiteY4" fmla="*/ 1482213 h 1482213"/>
              <a:gd name="connsiteX5" fmla="*/ 247040 w 3169160"/>
              <a:gd name="connsiteY5" fmla="*/ 1482213 h 1482213"/>
              <a:gd name="connsiteX6" fmla="*/ 0 w 3169160"/>
              <a:gd name="connsiteY6" fmla="*/ 1235173 h 1482213"/>
              <a:gd name="connsiteX7" fmla="*/ 0 w 3169160"/>
              <a:gd name="connsiteY7" fmla="*/ 247040 h 1482213"/>
              <a:gd name="connsiteX8" fmla="*/ 247040 w 3169160"/>
              <a:gd name="connsiteY8" fmla="*/ 0 h 1482213"/>
            </a:gdLst>
            <a:rect l="l" t="t" r="r" b="b"/>
            <a:pathLst>
              <a:path w="3169160" h="1482213">
                <a:moveTo>
                  <a:pt x="247040" y="0"/>
                </a:moveTo>
                <a:lnTo>
                  <a:pt x="2922120" y="0"/>
                </a:lnTo>
                <a:cubicBezTo>
                  <a:pt x="3058556" y="0"/>
                  <a:pt x="3169160" y="110604"/>
                  <a:pt x="3169160" y="247040"/>
                </a:cubicBezTo>
                <a:lnTo>
                  <a:pt x="3169160" y="1235173"/>
                </a:lnTo>
                <a:cubicBezTo>
                  <a:pt x="3169160" y="1371609"/>
                  <a:pt x="3058556" y="1482213"/>
                  <a:pt x="2922120" y="1482213"/>
                </a:cubicBezTo>
                <a:lnTo>
                  <a:pt x="247040" y="1482213"/>
                </a:lnTo>
                <a:cubicBezTo>
                  <a:pt x="110604" y="1482213"/>
                  <a:pt x="0" y="1371609"/>
                  <a:pt x="0" y="1235173"/>
                </a:cubicBezTo>
                <a:lnTo>
                  <a:pt x="0" y="247040"/>
                </a:lnTo>
                <a:cubicBezTo>
                  <a:pt x="0" y="110604"/>
                  <a:pt x="110604" y="0"/>
                  <a:pt x="247040" y="0"/>
                </a:cubicBezTo>
                <a:close/>
              </a:path>
            </a:pathLst>
          </a:custGeom>
          <a:solidFill xmlns:a="http://schemas.openxmlformats.org/drawingml/2006/main">
            <a:schemeClr val="bg1">
              <a:lumMod val="95000"/>
              <a:alpha val="25000"/>
            </a:schemeClr>
          </a:solidFill>
          <a:effectLst xmlns:a="http://schemas.openxmlformats.org/drawingml/2006/main">
            <a:outerShdw blurRad="812800" dist="330200" dir="5400000" sx="90000" sy="90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35.xml><?xml version="1.0" encoding="utf-8"?>
<p:sldLayout xmlns:p="http://schemas.openxmlformats.org/presentationml/2006/main" preserve="1" userDrawn="1">
  <p:cSld name="34_Title and Content">
    <p:spTree>
      <p:nvGrpSpPr>
        <p:cNvPr id="1" name=""/>
        <p:cNvGrpSpPr/>
        <p:nvPr/>
      </p:nvGrpSpPr>
      <p:grpSpPr>
        <a:xfrm xmlns:a="http://schemas.openxmlformats.org/drawingml/2006/main"/>
      </p:grpSpPr>
      <p:sp>
        <p:nvSpPr>
          <p:cNvPr id="6" name="Picture Placeholder 5">
            <a:extLst xmlns:a="http://schemas.openxmlformats.org/drawingml/2006/main">
              <a:ext uri="{FF2B5EF4-FFF2-40B4-BE49-F238E27FC236}">
                <a16:creationId xmlns:a16="http://schemas.microsoft.com/office/drawing/2014/main" id="{30CD9F22-77F1-4C4E-8772-94FB9D602845}"/>
              </a:ext>
            </a:extLst>
          </p:cNvPr>
          <p:cNvSpPr>
            <a:spLocks xmlns:a="http://schemas.openxmlformats.org/drawingml/2006/main" noGrp="1"/>
          </p:cNvSpPr>
          <p:nvPr>
            <p:ph type="pic" idx="11" hasCustomPrompt="1"/>
          </p:nvPr>
        </p:nvSpPr>
        <p:spPr>
          <a:xfrm xmlns:a="http://schemas.openxmlformats.org/drawingml/2006/main">
            <a:off x="1482874" y="620713"/>
            <a:ext cx="4216922" cy="6237287"/>
          </a:xfrm>
          <a:custGeom xmlns:a="http://schemas.openxmlformats.org/drawingml/2006/main">
            <a:gdLst>
              <a:gd name="connsiteX0" fmla="*/ 0 w 3955884"/>
              <a:gd name="connsiteY0" fmla="*/ 0 h 5851183"/>
              <a:gd name="connsiteX1" fmla="*/ 3955884 w 3955884"/>
              <a:gd name="connsiteY1" fmla="*/ 0 h 5851183"/>
              <a:gd name="connsiteX2" fmla="*/ 3955884 w 3955884"/>
              <a:gd name="connsiteY2" fmla="*/ 5851183 h 5851183"/>
              <a:gd name="connsiteX3" fmla="*/ 0 w 3955884"/>
              <a:gd name="connsiteY3" fmla="*/ 5851183 h 5851183"/>
            </a:gdLst>
            <a:rect l="l" t="t" r="r" b="b"/>
            <a:pathLst>
              <a:path w="3955884" h="5851183">
                <a:moveTo>
                  <a:pt x="0" y="0"/>
                </a:moveTo>
                <a:lnTo>
                  <a:pt x="3955884" y="0"/>
                </a:lnTo>
                <a:lnTo>
                  <a:pt x="3955884" y="5851183"/>
                </a:lnTo>
                <a:lnTo>
                  <a:pt x="0" y="5851183"/>
                </a:lnTo>
                <a:close/>
              </a:path>
            </a:pathLst>
          </a:custGeom>
          <a:noFill xmlns:a="http://schemas.openxmlformats.org/drawingml/2006/main"/>
          <a:effectLst xmlns:a="http://schemas.openxmlformats.org/drawingml/2006/main">
            <a:outerShdw blurRad="939800" dist="698500" dir="5400000" sx="93000" sy="93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2" name="Picture Placeholder 1">
            <a:extLst xmlns:a="http://schemas.openxmlformats.org/drawingml/2006/main">
              <a:ext uri="{FF2B5EF4-FFF2-40B4-BE49-F238E27FC236}">
                <a16:creationId xmlns:a16="http://schemas.microsoft.com/office/drawing/2014/main" id="{6001AC19-B235-498E-B3A2-DBDEA06231A4}"/>
              </a:ext>
            </a:extLst>
          </p:cNvPr>
          <p:cNvSpPr>
            <a:spLocks xmlns:a="http://schemas.openxmlformats.org/drawingml/2006/main" noGrp="1"/>
          </p:cNvSpPr>
          <p:nvPr>
            <p:ph type="pic" idx="10" hasCustomPrompt="1"/>
          </p:nvPr>
        </p:nvSpPr>
        <p:spPr>
          <a:xfrm xmlns:a="http://schemas.openxmlformats.org/drawingml/2006/main">
            <a:off x="7930640" y="1900656"/>
            <a:ext cx="3169160" cy="1482213"/>
          </a:xfrm>
          <a:custGeom xmlns:a="http://schemas.openxmlformats.org/drawingml/2006/main">
            <a:gdLst>
              <a:gd name="connsiteX0" fmla="*/ 247040 w 3169160"/>
              <a:gd name="connsiteY0" fmla="*/ 0 h 1482213"/>
              <a:gd name="connsiteX1" fmla="*/ 2922120 w 3169160"/>
              <a:gd name="connsiteY1" fmla="*/ 0 h 1482213"/>
              <a:gd name="connsiteX2" fmla="*/ 3169160 w 3169160"/>
              <a:gd name="connsiteY2" fmla="*/ 247040 h 1482213"/>
              <a:gd name="connsiteX3" fmla="*/ 3169160 w 3169160"/>
              <a:gd name="connsiteY3" fmla="*/ 1235173 h 1482213"/>
              <a:gd name="connsiteX4" fmla="*/ 2922120 w 3169160"/>
              <a:gd name="connsiteY4" fmla="*/ 1482213 h 1482213"/>
              <a:gd name="connsiteX5" fmla="*/ 247040 w 3169160"/>
              <a:gd name="connsiteY5" fmla="*/ 1482213 h 1482213"/>
              <a:gd name="connsiteX6" fmla="*/ 0 w 3169160"/>
              <a:gd name="connsiteY6" fmla="*/ 1235173 h 1482213"/>
              <a:gd name="connsiteX7" fmla="*/ 0 w 3169160"/>
              <a:gd name="connsiteY7" fmla="*/ 247040 h 1482213"/>
              <a:gd name="connsiteX8" fmla="*/ 247040 w 3169160"/>
              <a:gd name="connsiteY8" fmla="*/ 0 h 1482213"/>
            </a:gdLst>
            <a:rect l="l" t="t" r="r" b="b"/>
            <a:pathLst>
              <a:path w="3169160" h="1482213">
                <a:moveTo>
                  <a:pt x="247040" y="0"/>
                </a:moveTo>
                <a:lnTo>
                  <a:pt x="2922120" y="0"/>
                </a:lnTo>
                <a:cubicBezTo>
                  <a:pt x="3058556" y="0"/>
                  <a:pt x="3169160" y="110604"/>
                  <a:pt x="3169160" y="247040"/>
                </a:cubicBezTo>
                <a:lnTo>
                  <a:pt x="3169160" y="1235173"/>
                </a:lnTo>
                <a:cubicBezTo>
                  <a:pt x="3169160" y="1371609"/>
                  <a:pt x="3058556" y="1482213"/>
                  <a:pt x="2922120" y="1482213"/>
                </a:cubicBezTo>
                <a:lnTo>
                  <a:pt x="247040" y="1482213"/>
                </a:lnTo>
                <a:cubicBezTo>
                  <a:pt x="110604" y="1482213"/>
                  <a:pt x="0" y="1371609"/>
                  <a:pt x="0" y="1235173"/>
                </a:cubicBezTo>
                <a:lnTo>
                  <a:pt x="0" y="247040"/>
                </a:lnTo>
                <a:cubicBezTo>
                  <a:pt x="0" y="110604"/>
                  <a:pt x="110604" y="0"/>
                  <a:pt x="247040" y="0"/>
                </a:cubicBezTo>
                <a:close/>
              </a:path>
            </a:pathLst>
          </a:custGeom>
          <a:solidFill xmlns:a="http://schemas.openxmlformats.org/drawingml/2006/main">
            <a:schemeClr val="bg1">
              <a:lumMod val="95000"/>
              <a:alpha val="25000"/>
            </a:schemeClr>
          </a:solidFill>
          <a:effectLst xmlns:a="http://schemas.openxmlformats.org/drawingml/2006/main">
            <a:outerShdw blurRad="812800" dist="330200" dir="5400000" sx="90000" sy="90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36.xml><?xml version="1.0" encoding="utf-8"?>
<p:sldLayout xmlns:p="http://schemas.openxmlformats.org/presentationml/2006/main" preserve="1" userDrawn="1">
  <p:cSld name="36_Title and Content">
    <p:spTree>
      <p:nvGrpSpPr>
        <p:cNvPr id="1" name=""/>
        <p:cNvGrpSpPr/>
        <p:nvPr/>
      </p:nvGrpSpPr>
      <p:grpSpPr>
        <a:xfrm xmlns:a="http://schemas.openxmlformats.org/drawingml/2006/main"/>
      </p:grpSpPr>
      <p:sp>
        <p:nvSpPr>
          <p:cNvPr id="7" name="Picture Placeholder 6">
            <a:extLst xmlns:a="http://schemas.openxmlformats.org/drawingml/2006/main">
              <a:ext uri="{FF2B5EF4-FFF2-40B4-BE49-F238E27FC236}">
                <a16:creationId xmlns:a16="http://schemas.microsoft.com/office/drawing/2014/main" id="{765DB5A5-D2BA-491B-9365-48E0DAFA7AA5}"/>
              </a:ext>
            </a:extLst>
          </p:cNvPr>
          <p:cNvSpPr>
            <a:spLocks xmlns:a="http://schemas.openxmlformats.org/drawingml/2006/main" noGrp="1"/>
          </p:cNvSpPr>
          <p:nvPr>
            <p:ph type="pic" idx="11" hasCustomPrompt="1"/>
          </p:nvPr>
        </p:nvSpPr>
        <p:spPr>
          <a:xfrm xmlns:a="http://schemas.openxmlformats.org/drawingml/2006/main">
            <a:off x="1991032" y="1782801"/>
            <a:ext cx="2979174" cy="3292400"/>
          </a:xfrm>
          <a:custGeom xmlns:a="http://schemas.openxmlformats.org/drawingml/2006/main">
            <a:gdLst>
              <a:gd name="connsiteX0" fmla="*/ 496539 w 2979174"/>
              <a:gd name="connsiteY0" fmla="*/ 0 h 3292400"/>
              <a:gd name="connsiteX1" fmla="*/ 2482635 w 2979174"/>
              <a:gd name="connsiteY1" fmla="*/ 0 h 3292400"/>
              <a:gd name="connsiteX2" fmla="*/ 2979174 w 2979174"/>
              <a:gd name="connsiteY2" fmla="*/ 496539 h 3292400"/>
              <a:gd name="connsiteX3" fmla="*/ 2979174 w 2979174"/>
              <a:gd name="connsiteY3" fmla="*/ 2795861 h 3292400"/>
              <a:gd name="connsiteX4" fmla="*/ 2482635 w 2979174"/>
              <a:gd name="connsiteY4" fmla="*/ 3292400 h 3292400"/>
              <a:gd name="connsiteX5" fmla="*/ 496539 w 2979174"/>
              <a:gd name="connsiteY5" fmla="*/ 3292400 h 3292400"/>
              <a:gd name="connsiteX6" fmla="*/ 0 w 2979174"/>
              <a:gd name="connsiteY6" fmla="*/ 2795861 h 3292400"/>
              <a:gd name="connsiteX7" fmla="*/ 0 w 2979174"/>
              <a:gd name="connsiteY7" fmla="*/ 496539 h 3292400"/>
              <a:gd name="connsiteX8" fmla="*/ 496539 w 2979174"/>
              <a:gd name="connsiteY8" fmla="*/ 0 h 3292400"/>
            </a:gdLst>
            <a:rect l="l" t="t" r="r" b="b"/>
            <a:pathLst>
              <a:path w="2979174" h="3292400">
                <a:moveTo>
                  <a:pt x="496539" y="0"/>
                </a:moveTo>
                <a:lnTo>
                  <a:pt x="2482635" y="0"/>
                </a:lnTo>
                <a:cubicBezTo>
                  <a:pt x="2756866" y="0"/>
                  <a:pt x="2979174" y="222308"/>
                  <a:pt x="2979174" y="496539"/>
                </a:cubicBezTo>
                <a:lnTo>
                  <a:pt x="2979174" y="2795861"/>
                </a:lnTo>
                <a:cubicBezTo>
                  <a:pt x="2979174" y="3070092"/>
                  <a:pt x="2756866" y="3292400"/>
                  <a:pt x="2482635" y="3292400"/>
                </a:cubicBezTo>
                <a:lnTo>
                  <a:pt x="496539" y="3292400"/>
                </a:lnTo>
                <a:cubicBezTo>
                  <a:pt x="222308" y="3292400"/>
                  <a:pt x="0" y="3070092"/>
                  <a:pt x="0" y="2795861"/>
                </a:cubicBezTo>
                <a:lnTo>
                  <a:pt x="0" y="496539"/>
                </a:lnTo>
                <a:cubicBezTo>
                  <a:pt x="0" y="222308"/>
                  <a:pt x="222308" y="0"/>
                  <a:pt x="496539" y="0"/>
                </a:cubicBezTo>
                <a:close/>
              </a:path>
            </a:pathLst>
          </a:custGeom>
          <a:solidFill xmlns:a="http://schemas.openxmlformats.org/drawingml/2006/main">
            <a:schemeClr val="bg1">
              <a:lumMod val="95000"/>
              <a:alpha val="25000"/>
            </a:schemeClr>
          </a:solidFill>
          <a:ln xmlns:a="http://schemas.openxmlformats.org/drawingml/2006/main" w="114300">
            <a:solidFill>
              <a:schemeClr val="bg1"/>
            </a:solidFill>
          </a:ln>
          <a:effectLst xmlns:a="http://schemas.openxmlformats.org/drawingml/2006/main">
            <a:outerShdw blurRad="1016000" dist="685800" dir="5400000" sx="88000" sy="88000" algn="t" rotWithShape="0">
              <a:prstClr val="black">
                <a:alpha val="19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2" name="Rectángulo 1">
            <a:extLst xmlns:a="http://schemas.openxmlformats.org/drawingml/2006/main">
              <a:ext uri="{FF2B5EF4-FFF2-40B4-BE49-F238E27FC236}">
                <a16:creationId xmlns:a16="http://schemas.microsoft.com/office/drawing/2014/main" id="{D4A2A002-2E9E-2488-046D-284EE42EA9BE}"/>
              </a:ext>
            </a:extLst>
          </p:cNvPr>
          <p:cNvSpPr>
            <a:spLocks xmlns:a="http://schemas.openxmlformats.org/drawingml/2006/main" noGrp="1"/>
          </p:cNvSpPr>
          <p:nvPr/>
        </p:nvSpPr>
        <p:spPr>
          <a:xfrm xmlns:a="http://schemas.openxmlformats.org/drawingml/2006/main">
            <a:off x="77821" y="5817140"/>
            <a:ext cx="11537005" cy="787941"/>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9">
            <a:extLst xmlns:a="http://schemas.openxmlformats.org/drawingml/2006/main">
              <a:ext uri="{FF2B5EF4-FFF2-40B4-BE49-F238E27FC236}">
                <a16:creationId xmlns:a16="http://schemas.microsoft.com/office/drawing/2014/main" id="{02B74960-0579-2D29-BAA4-4C66EB7D0AEE}"/>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bg1"/>
                </a:solidFill>
                <a:latin typeface="+mj-lt"/>
                <a:ea typeface="+mj-lt"/>
                <a:cs typeface="+mj-lt"/>
              </a:rPr>
              <a:t>‹#›</a:t>
            </a:fld>
            <a:endParaRPr sz="4400" i="0">
              <a:solidFill>
                <a:schemeClr val="bg1"/>
              </a:solidFill>
              <a:latin typeface="+mj-lt"/>
              <a:ea typeface="+mj-lt"/>
              <a:cs typeface="+mj-lt"/>
            </a:endParaRPr>
          </a:p>
        </p:txBody>
      </p:sp>
      <p:pic>
        <p:nvPicPr>
          <p:cNvPr id="12" name="Imagen 4"/>
          <p:cNvPicPr>
            <a:picLocks xmlns:a="http://schemas.openxmlformats.org/drawingml/2006/main" noChangeAspect="1"/>
          </p:cNvPicPr>
          <p:nvPr/>
        </p:nvPicPr>
        <p:blipFill>
          <a:blip xmlns:r="http://schemas.openxmlformats.org/officeDocument/2006/relationships" xmlns:a="http://schemas.openxmlformats.org/drawingml/2006/main" r:embed="R4b4ac730d08f4d06"/>
          <a:stretch xmlns:a="http://schemas.openxmlformats.org/drawingml/2006/main">
            <a:fillRect l="0" t="0" r="0" b="0"/>
          </a:stretch>
        </p:blipFill>
        <p:spPr>
          <a:xfrm xmlns:a="http://schemas.openxmlformats.org/drawingml/2006/main">
            <a:off x="291707" y="6182190"/>
            <a:ext cx="1399441" cy="291970"/>
          </a:xfrm>
          <a:prstGeom xmlns:a="http://schemas.openxmlformats.org/drawingml/2006/main" prst="rect">
            <a:avLst/>
          </a:prstGeom>
        </p:spPr>
      </p:pic>
      <p:sp>
        <p:nvSpPr>
          <p:cNvPr id="6" name="TextBox 7">
            <a:extLst xmlns:a="http://schemas.openxmlformats.org/drawingml/2006/main">
              <a:ext uri="{FF2B5EF4-FFF2-40B4-BE49-F238E27FC236}">
                <a16:creationId xmlns:a16="http://schemas.microsoft.com/office/drawing/2014/main" id="{44AE0D6E-E41E-FC8D-31E3-F7E61868B815}"/>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bg1"/>
                </a:solidFill>
                <a:latin typeface="Segoe UI"/>
                <a:ea typeface="Segoe UI"/>
                <a:cs typeface="Segoe UI"/>
              </a:rPr>
              <a:t>#BizzSummit2026</a:t>
            </a:r>
            <a:endParaRPr sz="1100" b="0">
              <a:solidFill>
                <a:schemeClr val="bg1"/>
              </a:solidFill>
              <a:latin typeface="Segoe UI"/>
              <a:ea typeface="Segoe UI"/>
              <a:cs typeface="Segoe UI"/>
            </a:endParaRPr>
          </a:p>
        </p:txBody>
      </p:sp>
    </p:spTree>
  </p:cSld>
</p:sldLayout>
</file>

<file path=ppt/slideLayouts/slideLayout37.xml><?xml version="1.0" encoding="utf-8"?>
<p:sldLayout xmlns:p="http://schemas.openxmlformats.org/presentationml/2006/main" preserve="1" userDrawn="1">
  <p:cSld name="37_Title and Content">
    <p:spTree>
      <p:nvGrpSpPr>
        <p:cNvPr id="1" name=""/>
        <p:cNvGrpSpPr/>
        <p:nvPr/>
      </p:nvGrpSpPr>
      <p:grpSpPr>
        <a:xfrm xmlns:a="http://schemas.openxmlformats.org/drawingml/2006/main"/>
      </p:grpSpPr>
      <p:sp>
        <p:nvSpPr>
          <p:cNvPr id="10" name="Picture Placeholder 9">
            <a:extLst xmlns:a="http://schemas.openxmlformats.org/drawingml/2006/main">
              <a:ext uri="{FF2B5EF4-FFF2-40B4-BE49-F238E27FC236}">
                <a16:creationId xmlns:a16="http://schemas.microsoft.com/office/drawing/2014/main" id="{29FFCC15-C88A-4C22-BCB5-A5A5FF520111}"/>
              </a:ext>
            </a:extLst>
          </p:cNvPr>
          <p:cNvSpPr>
            <a:spLocks xmlns:a="http://schemas.openxmlformats.org/drawingml/2006/main" noGrp="1"/>
          </p:cNvSpPr>
          <p:nvPr>
            <p:ph type="pic" idx="13" hasCustomPrompt="1"/>
          </p:nvPr>
        </p:nvSpPr>
        <p:spPr>
          <a:xfrm xmlns:a="http://schemas.openxmlformats.org/drawingml/2006/main">
            <a:off x="4800602" y="2189311"/>
            <a:ext cx="2590799" cy="2782066"/>
          </a:xfrm>
          <a:prstGeom xmlns:a="http://schemas.openxmlformats.org/drawingml/2006/main" prst="roundRect">
            <a:avLst>
              <a:gd name="adj" fmla="val 11543"/>
            </a:avLst>
          </a:prstGeom>
          <a:noFill xmlns:a="http://schemas.openxmlformats.org/drawingml/2006/main"/>
          <a:effectLst xmlns:a="http://schemas.openxmlformats.org/drawingml/2006/main">
            <a:outerShdw blurRad="863600" dist="520700" dir="5400000" sx="88000" sy="88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1" name="Picture Placeholder 10">
            <a:extLst xmlns:a="http://schemas.openxmlformats.org/drawingml/2006/main">
              <a:ext uri="{FF2B5EF4-FFF2-40B4-BE49-F238E27FC236}">
                <a16:creationId xmlns:a16="http://schemas.microsoft.com/office/drawing/2014/main" id="{408CC1F1-D016-483F-937F-FE33BCB6BFF3}"/>
              </a:ext>
            </a:extLst>
          </p:cNvPr>
          <p:cNvSpPr>
            <a:spLocks xmlns:a="http://schemas.openxmlformats.org/drawingml/2006/main" noGrp="1"/>
          </p:cNvSpPr>
          <p:nvPr>
            <p:ph type="pic" idx="14" hasCustomPrompt="1"/>
          </p:nvPr>
        </p:nvSpPr>
        <p:spPr>
          <a:xfrm xmlns:a="http://schemas.openxmlformats.org/drawingml/2006/main">
            <a:off x="8079657" y="2189311"/>
            <a:ext cx="2590799" cy="2782066"/>
          </a:xfrm>
          <a:prstGeom xmlns:a="http://schemas.openxmlformats.org/drawingml/2006/main" prst="roundRect">
            <a:avLst>
              <a:gd name="adj" fmla="val 11543"/>
            </a:avLst>
          </a:prstGeom>
          <a:noFill xmlns:a="http://schemas.openxmlformats.org/drawingml/2006/main"/>
          <a:effectLst xmlns:a="http://schemas.openxmlformats.org/drawingml/2006/main">
            <a:outerShdw blurRad="863600" dist="520700" dir="5400000" sx="88000" sy="88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7" name="Picture Placeholder 6">
            <a:extLst xmlns:a="http://schemas.openxmlformats.org/drawingml/2006/main">
              <a:ext uri="{FF2B5EF4-FFF2-40B4-BE49-F238E27FC236}">
                <a16:creationId xmlns:a16="http://schemas.microsoft.com/office/drawing/2014/main" id="{103EDA27-4D59-4A54-B45A-2451E41A9726}"/>
              </a:ext>
            </a:extLst>
          </p:cNvPr>
          <p:cNvSpPr>
            <a:spLocks xmlns:a="http://schemas.openxmlformats.org/drawingml/2006/main" noGrp="1"/>
          </p:cNvSpPr>
          <p:nvPr>
            <p:ph type="pic" idx="10" hasCustomPrompt="1"/>
          </p:nvPr>
        </p:nvSpPr>
        <p:spPr>
          <a:xfrm xmlns:a="http://schemas.openxmlformats.org/drawingml/2006/main">
            <a:off x="1521543" y="2189311"/>
            <a:ext cx="2590799" cy="2782066"/>
          </a:xfrm>
          <a:prstGeom xmlns:a="http://schemas.openxmlformats.org/drawingml/2006/main" prst="roundRect">
            <a:avLst>
              <a:gd name="adj" fmla="val 11543"/>
            </a:avLst>
          </a:prstGeom>
          <a:noFill xmlns:a="http://schemas.openxmlformats.org/drawingml/2006/main"/>
          <a:effectLst xmlns:a="http://schemas.openxmlformats.org/drawingml/2006/main">
            <a:outerShdw blurRad="863600" dist="520700" dir="5400000" sx="88000" sy="88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38.xml><?xml version="1.0" encoding="utf-8"?>
<p:sldLayout xmlns:p="http://schemas.openxmlformats.org/presentationml/2006/main" preserve="1" userDrawn="1">
  <p:cSld name="38_Title and Content">
    <p:spTree>
      <p:nvGrpSpPr>
        <p:cNvPr id="1" name=""/>
        <p:cNvGrpSpPr/>
        <p:nvPr/>
      </p:nvGrpSpPr>
      <p:grpSpPr>
        <a:xfrm xmlns:a="http://schemas.openxmlformats.org/drawingml/2006/main"/>
      </p:grpSpPr>
      <p:sp>
        <p:nvSpPr>
          <p:cNvPr id="9" name="Picture Placeholder 8">
            <a:extLst xmlns:a="http://schemas.openxmlformats.org/drawingml/2006/main">
              <a:ext uri="{FF2B5EF4-FFF2-40B4-BE49-F238E27FC236}">
                <a16:creationId xmlns:a16="http://schemas.microsoft.com/office/drawing/2014/main" id="{7173ED80-B374-4419-8404-CD8A0778B5E9}"/>
              </a:ext>
            </a:extLst>
          </p:cNvPr>
          <p:cNvSpPr>
            <a:spLocks xmlns:a="http://schemas.openxmlformats.org/drawingml/2006/main" noGrp="1"/>
          </p:cNvSpPr>
          <p:nvPr>
            <p:ph type="pic" idx="11" hasCustomPrompt="1"/>
          </p:nvPr>
        </p:nvSpPr>
        <p:spPr>
          <a:xfrm xmlns:a="http://schemas.openxmlformats.org/drawingml/2006/main">
            <a:off x="4089673" y="2777021"/>
            <a:ext cx="1532542" cy="1532542"/>
          </a:xfrm>
          <a:custGeom xmlns:a="http://schemas.openxmlformats.org/drawingml/2006/main">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xmlns:a="http://schemas.openxmlformats.org/drawingml/2006/main">
            <a:schemeClr val="bg1">
              <a:lumMod val="95000"/>
              <a:alpha val="25000"/>
            </a:schemeClr>
          </a:solidFill>
          <a:effectLst xmlns:a="http://schemas.openxmlformats.org/drawingml/2006/main">
            <a:outerShdw blurRad="660400" dist="228600" dir="5400000" sx="90000" sy="90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0" name="Picture Placeholder 9">
            <a:extLst xmlns:a="http://schemas.openxmlformats.org/drawingml/2006/main">
              <a:ext uri="{FF2B5EF4-FFF2-40B4-BE49-F238E27FC236}">
                <a16:creationId xmlns:a16="http://schemas.microsoft.com/office/drawing/2014/main" id="{C3DC9800-5BAC-4E22-9DBE-6456DDB46E0D}"/>
              </a:ext>
            </a:extLst>
          </p:cNvPr>
          <p:cNvSpPr>
            <a:spLocks xmlns:a="http://schemas.openxmlformats.org/drawingml/2006/main" noGrp="1"/>
          </p:cNvSpPr>
          <p:nvPr>
            <p:ph type="pic" idx="12" hasCustomPrompt="1"/>
          </p:nvPr>
        </p:nvSpPr>
        <p:spPr>
          <a:xfrm xmlns:a="http://schemas.openxmlformats.org/drawingml/2006/main">
            <a:off x="6569789" y="2777021"/>
            <a:ext cx="1532542" cy="1532542"/>
          </a:xfrm>
          <a:custGeom xmlns:a="http://schemas.openxmlformats.org/drawingml/2006/main">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xmlns:a="http://schemas.openxmlformats.org/drawingml/2006/main">
            <a:schemeClr val="bg1">
              <a:lumMod val="95000"/>
              <a:alpha val="25000"/>
            </a:schemeClr>
          </a:solidFill>
          <a:effectLst xmlns:a="http://schemas.openxmlformats.org/drawingml/2006/main">
            <a:outerShdw blurRad="660400" dist="228600" dir="5400000" sx="90000" sy="90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1" name="Picture Placeholder 10">
            <a:extLst xmlns:a="http://schemas.openxmlformats.org/drawingml/2006/main">
              <a:ext uri="{FF2B5EF4-FFF2-40B4-BE49-F238E27FC236}">
                <a16:creationId xmlns:a16="http://schemas.microsoft.com/office/drawing/2014/main" id="{88D0AB14-C688-439C-B831-BD201034C73C}"/>
              </a:ext>
            </a:extLst>
          </p:cNvPr>
          <p:cNvSpPr>
            <a:spLocks xmlns:a="http://schemas.openxmlformats.org/drawingml/2006/main" noGrp="1"/>
          </p:cNvSpPr>
          <p:nvPr>
            <p:ph type="pic" idx="13" hasCustomPrompt="1"/>
          </p:nvPr>
        </p:nvSpPr>
        <p:spPr>
          <a:xfrm xmlns:a="http://schemas.openxmlformats.org/drawingml/2006/main">
            <a:off x="9049904" y="2010750"/>
            <a:ext cx="1532542" cy="1532542"/>
          </a:xfrm>
          <a:custGeom xmlns:a="http://schemas.openxmlformats.org/drawingml/2006/main">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xmlns:a="http://schemas.openxmlformats.org/drawingml/2006/main">
            <a:schemeClr val="bg1">
              <a:lumMod val="95000"/>
              <a:alpha val="25000"/>
            </a:schemeClr>
          </a:solidFill>
          <a:effectLst xmlns:a="http://schemas.openxmlformats.org/drawingml/2006/main">
            <a:outerShdw blurRad="660400" dist="228600" dir="5400000" sx="90000" sy="90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8" name="Picture Placeholder 7">
            <a:extLst xmlns:a="http://schemas.openxmlformats.org/drawingml/2006/main">
              <a:ext uri="{FF2B5EF4-FFF2-40B4-BE49-F238E27FC236}">
                <a16:creationId xmlns:a16="http://schemas.microsoft.com/office/drawing/2014/main" id="{29F9B94F-6A18-4B82-8197-85516EC89062}"/>
              </a:ext>
            </a:extLst>
          </p:cNvPr>
          <p:cNvSpPr>
            <a:spLocks xmlns:a="http://schemas.openxmlformats.org/drawingml/2006/main" noGrp="1"/>
          </p:cNvSpPr>
          <p:nvPr>
            <p:ph type="pic" idx="10" hasCustomPrompt="1"/>
          </p:nvPr>
        </p:nvSpPr>
        <p:spPr>
          <a:xfrm xmlns:a="http://schemas.openxmlformats.org/drawingml/2006/main">
            <a:off x="1609556" y="2010750"/>
            <a:ext cx="1532542" cy="1532542"/>
          </a:xfrm>
          <a:custGeom xmlns:a="http://schemas.openxmlformats.org/drawingml/2006/main">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xmlns:a="http://schemas.openxmlformats.org/drawingml/2006/main">
            <a:schemeClr val="bg1">
              <a:lumMod val="95000"/>
              <a:alpha val="25000"/>
            </a:schemeClr>
          </a:solidFill>
          <a:effectLst xmlns:a="http://schemas.openxmlformats.org/drawingml/2006/main">
            <a:outerShdw blurRad="660400" dist="228600" dir="5400000" sx="90000" sy="90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39.xml><?xml version="1.0" encoding="utf-8"?>
<p:sldLayout xmlns:p="http://schemas.openxmlformats.org/presentationml/2006/main" preserve="1" userDrawn="1">
  <p:cSld name="39_Title and Content">
    <p:spTree>
      <p:nvGrpSpPr>
        <p:cNvPr id="1" name=""/>
        <p:cNvGrpSpPr/>
        <p:nvPr/>
      </p:nvGrpSpPr>
      <p:grpSpPr>
        <a:xfrm xmlns:a="http://schemas.openxmlformats.org/drawingml/2006/main"/>
      </p:grpSpPr>
      <p:sp>
        <p:nvSpPr>
          <p:cNvPr id="8" name="Picture Placeholder 7">
            <a:extLst xmlns:a="http://schemas.openxmlformats.org/drawingml/2006/main">
              <a:ext uri="{FF2B5EF4-FFF2-40B4-BE49-F238E27FC236}">
                <a16:creationId xmlns:a16="http://schemas.microsoft.com/office/drawing/2014/main" id="{DC131B47-FF61-4D00-ADA3-3AD669CDA862}"/>
              </a:ext>
            </a:extLst>
          </p:cNvPr>
          <p:cNvSpPr>
            <a:spLocks xmlns:a="http://schemas.openxmlformats.org/drawingml/2006/main" noGrp="1"/>
          </p:cNvSpPr>
          <p:nvPr>
            <p:ph type="pic" idx="10" hasCustomPrompt="1"/>
          </p:nvPr>
        </p:nvSpPr>
        <p:spPr>
          <a:xfrm xmlns:a="http://schemas.openxmlformats.org/drawingml/2006/main">
            <a:off x="7093975" y="800477"/>
            <a:ext cx="3809780" cy="3809780"/>
          </a:xfrm>
          <a:custGeom xmlns:a="http://schemas.openxmlformats.org/drawingml/2006/main">
            <a:gdLst>
              <a:gd name="connsiteX0" fmla="*/ 1904890 w 3809780"/>
              <a:gd name="connsiteY0" fmla="*/ 0 h 3809780"/>
              <a:gd name="connsiteX1" fmla="*/ 3809780 w 3809780"/>
              <a:gd name="connsiteY1" fmla="*/ 1904890 h 3809780"/>
              <a:gd name="connsiteX2" fmla="*/ 1904890 w 3809780"/>
              <a:gd name="connsiteY2" fmla="*/ 3809780 h 3809780"/>
              <a:gd name="connsiteX3" fmla="*/ 0 w 3809780"/>
              <a:gd name="connsiteY3" fmla="*/ 1904890 h 3809780"/>
              <a:gd name="connsiteX4" fmla="*/ 1904890 w 3809780"/>
              <a:gd name="connsiteY4" fmla="*/ 0 h 3809780"/>
            </a:gdLst>
            <a:rect l="l" t="t" r="r" b="b"/>
            <a:pathLst>
              <a:path w="3809780" h="3809780">
                <a:moveTo>
                  <a:pt x="1904890" y="0"/>
                </a:moveTo>
                <a:cubicBezTo>
                  <a:pt x="2956932" y="0"/>
                  <a:pt x="3809780" y="852848"/>
                  <a:pt x="3809780" y="1904890"/>
                </a:cubicBezTo>
                <a:cubicBezTo>
                  <a:pt x="3809780" y="2956932"/>
                  <a:pt x="2956932" y="3809780"/>
                  <a:pt x="1904890" y="3809780"/>
                </a:cubicBezTo>
                <a:cubicBezTo>
                  <a:pt x="852848" y="3809780"/>
                  <a:pt x="0" y="2956932"/>
                  <a:pt x="0" y="1904890"/>
                </a:cubicBezTo>
                <a:cubicBezTo>
                  <a:pt x="0" y="852848"/>
                  <a:pt x="852848" y="0"/>
                  <a:pt x="1904890" y="0"/>
                </a:cubicBezTo>
                <a:close/>
              </a:path>
            </a:pathLst>
          </a:custGeom>
          <a:solidFill xmlns:a="http://schemas.openxmlformats.org/drawingml/2006/main">
            <a:schemeClr val="bg1">
              <a:lumMod val="95000"/>
              <a:alpha val="25000"/>
            </a:schemeClr>
          </a:solidFill>
          <a:ln xmlns:a="http://schemas.openxmlformats.org/drawingml/2006/main" w="101600">
            <a:solidFill>
              <a:schemeClr val="bg1"/>
            </a:solidFill>
          </a:ln>
          <a:effectLst xmlns:a="http://schemas.openxmlformats.org/drawingml/2006/main">
            <a:outerShdw blurRad="1270000" dist="495300" sx="92000" sy="92000" algn="l"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1" name="Picture Placeholder 10">
            <a:extLst xmlns:a="http://schemas.openxmlformats.org/drawingml/2006/main">
              <a:ext uri="{FF2B5EF4-FFF2-40B4-BE49-F238E27FC236}">
                <a16:creationId xmlns:a16="http://schemas.microsoft.com/office/drawing/2014/main" id="{4B5F07A4-0776-45FA-A845-0E5A900A4D20}"/>
              </a:ext>
            </a:extLst>
          </p:cNvPr>
          <p:cNvSpPr>
            <a:spLocks xmlns:a="http://schemas.openxmlformats.org/drawingml/2006/main" noGrp="1"/>
          </p:cNvSpPr>
          <p:nvPr>
            <p:ph type="pic" idx="11" hasCustomPrompt="1"/>
          </p:nvPr>
        </p:nvSpPr>
        <p:spPr>
          <a:xfrm xmlns:a="http://schemas.openxmlformats.org/drawingml/2006/main">
            <a:off x="8008042" y="3331310"/>
            <a:ext cx="2726214" cy="2726214"/>
          </a:xfrm>
          <a:custGeom xmlns:a="http://schemas.openxmlformats.org/drawingml/2006/main">
            <a:gdLst>
              <a:gd name="connsiteX0" fmla="*/ 1363107 w 2726214"/>
              <a:gd name="connsiteY0" fmla="*/ 0 h 2726214"/>
              <a:gd name="connsiteX1" fmla="*/ 2726214 w 2726214"/>
              <a:gd name="connsiteY1" fmla="*/ 1363107 h 2726214"/>
              <a:gd name="connsiteX2" fmla="*/ 1363107 w 2726214"/>
              <a:gd name="connsiteY2" fmla="*/ 2726214 h 2726214"/>
              <a:gd name="connsiteX3" fmla="*/ 0 w 2726214"/>
              <a:gd name="connsiteY3" fmla="*/ 1363107 h 2726214"/>
              <a:gd name="connsiteX4" fmla="*/ 1363107 w 2726214"/>
              <a:gd name="connsiteY4" fmla="*/ 0 h 2726214"/>
            </a:gdLst>
            <a:rect l="l" t="t" r="r" b="b"/>
            <a:pathLst>
              <a:path w="2726214" h="2726214">
                <a:moveTo>
                  <a:pt x="1363107" y="0"/>
                </a:moveTo>
                <a:cubicBezTo>
                  <a:pt x="2115930" y="0"/>
                  <a:pt x="2726214" y="610284"/>
                  <a:pt x="2726214" y="1363107"/>
                </a:cubicBezTo>
                <a:cubicBezTo>
                  <a:pt x="2726214" y="2115930"/>
                  <a:pt x="2115930" y="2726214"/>
                  <a:pt x="1363107" y="2726214"/>
                </a:cubicBezTo>
                <a:cubicBezTo>
                  <a:pt x="610284" y="2726214"/>
                  <a:pt x="0" y="2115930"/>
                  <a:pt x="0" y="1363107"/>
                </a:cubicBezTo>
                <a:cubicBezTo>
                  <a:pt x="0" y="610284"/>
                  <a:pt x="610284" y="0"/>
                  <a:pt x="1363107" y="0"/>
                </a:cubicBezTo>
                <a:close/>
              </a:path>
            </a:pathLst>
          </a:custGeom>
          <a:solidFill xmlns:a="http://schemas.openxmlformats.org/drawingml/2006/main">
            <a:schemeClr val="bg1">
              <a:lumMod val="95000"/>
              <a:alpha val="25000"/>
            </a:schemeClr>
          </a:solidFill>
          <a:ln xmlns:a="http://schemas.openxmlformats.org/drawingml/2006/main" w="101600">
            <a:solidFill>
              <a:schemeClr val="bg1"/>
            </a:solidFill>
          </a:ln>
          <a:effectLst xmlns:a="http://schemas.openxmlformats.org/drawingml/2006/main">
            <a:outerShdw blurRad="1270000" dist="495300" sx="92000" sy="92000" algn="l"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4" name="Picture Placeholder 13">
            <a:extLst xmlns:a="http://schemas.openxmlformats.org/drawingml/2006/main">
              <a:ext uri="{FF2B5EF4-FFF2-40B4-BE49-F238E27FC236}">
                <a16:creationId xmlns:a16="http://schemas.microsoft.com/office/drawing/2014/main" id="{7DAD8A09-4230-4688-8CA9-58CF4ED8E303}"/>
              </a:ext>
            </a:extLst>
          </p:cNvPr>
          <p:cNvSpPr>
            <a:spLocks xmlns:a="http://schemas.openxmlformats.org/drawingml/2006/main" noGrp="1"/>
          </p:cNvSpPr>
          <p:nvPr>
            <p:ph type="pic" idx="12" hasCustomPrompt="1"/>
          </p:nvPr>
        </p:nvSpPr>
        <p:spPr>
          <a:xfrm xmlns:a="http://schemas.openxmlformats.org/drawingml/2006/main">
            <a:off x="6377050" y="2927973"/>
            <a:ext cx="2011680" cy="2011680"/>
          </a:xfrm>
          <a:custGeom xmlns:a="http://schemas.openxmlformats.org/drawingml/2006/main">
            <a:gdLst>
              <a:gd name="connsiteX0" fmla="*/ 1005840 w 2011680"/>
              <a:gd name="connsiteY0" fmla="*/ 0 h 2011680"/>
              <a:gd name="connsiteX1" fmla="*/ 2011680 w 2011680"/>
              <a:gd name="connsiteY1" fmla="*/ 1005840 h 2011680"/>
              <a:gd name="connsiteX2" fmla="*/ 1005840 w 2011680"/>
              <a:gd name="connsiteY2" fmla="*/ 2011680 h 2011680"/>
              <a:gd name="connsiteX3" fmla="*/ 0 w 2011680"/>
              <a:gd name="connsiteY3" fmla="*/ 1005840 h 2011680"/>
              <a:gd name="connsiteX4" fmla="*/ 1005840 w 2011680"/>
              <a:gd name="connsiteY4" fmla="*/ 0 h 2011680"/>
            </a:gdLst>
            <a:rect l="l" t="t" r="r" b="b"/>
            <a:pathLst>
              <a:path w="2011680" h="2011680">
                <a:moveTo>
                  <a:pt x="1005840" y="0"/>
                </a:moveTo>
                <a:cubicBezTo>
                  <a:pt x="1561350" y="0"/>
                  <a:pt x="2011680" y="450330"/>
                  <a:pt x="2011680" y="1005840"/>
                </a:cubicBezTo>
                <a:cubicBezTo>
                  <a:pt x="2011680" y="1561350"/>
                  <a:pt x="1561350" y="2011680"/>
                  <a:pt x="1005840" y="2011680"/>
                </a:cubicBezTo>
                <a:cubicBezTo>
                  <a:pt x="450330" y="2011680"/>
                  <a:pt x="0" y="1561350"/>
                  <a:pt x="0" y="1005840"/>
                </a:cubicBezTo>
                <a:cubicBezTo>
                  <a:pt x="0" y="450330"/>
                  <a:pt x="450330" y="0"/>
                  <a:pt x="1005840" y="0"/>
                </a:cubicBezTo>
                <a:close/>
              </a:path>
            </a:pathLst>
          </a:custGeom>
          <a:solidFill xmlns:a="http://schemas.openxmlformats.org/drawingml/2006/main">
            <a:schemeClr val="bg1">
              <a:lumMod val="95000"/>
              <a:alpha val="25000"/>
            </a:schemeClr>
          </a:solidFill>
          <a:ln xmlns:a="http://schemas.openxmlformats.org/drawingml/2006/main" w="101600">
            <a:solidFill>
              <a:schemeClr val="bg1"/>
            </a:solidFill>
          </a:ln>
          <a:effectLst xmlns:a="http://schemas.openxmlformats.org/drawingml/2006/main">
            <a:outerShdw blurRad="1270000" dist="495300" sx="92000" sy="92000" algn="l"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7" name="Picture Placeholder 16">
            <a:extLst xmlns:a="http://schemas.openxmlformats.org/drawingml/2006/main">
              <a:ext uri="{FF2B5EF4-FFF2-40B4-BE49-F238E27FC236}">
                <a16:creationId xmlns:a16="http://schemas.microsoft.com/office/drawing/2014/main" id="{796EFDEC-7C6F-49CC-8632-AA9A0C2AB9FC}"/>
              </a:ext>
            </a:extLst>
          </p:cNvPr>
          <p:cNvSpPr>
            <a:spLocks xmlns:a="http://schemas.openxmlformats.org/drawingml/2006/main" noGrp="1"/>
          </p:cNvSpPr>
          <p:nvPr>
            <p:ph type="pic" idx="13" hasCustomPrompt="1"/>
          </p:nvPr>
        </p:nvSpPr>
        <p:spPr>
          <a:xfrm xmlns:a="http://schemas.openxmlformats.org/drawingml/2006/main">
            <a:off x="5655620" y="3788670"/>
            <a:ext cx="1430446" cy="1430446"/>
          </a:xfrm>
          <a:custGeom xmlns:a="http://schemas.openxmlformats.org/drawingml/2006/main">
            <a:gdLst>
              <a:gd name="connsiteX0" fmla="*/ 715223 w 1430446"/>
              <a:gd name="connsiteY0" fmla="*/ 0 h 1430446"/>
              <a:gd name="connsiteX1" fmla="*/ 1430446 w 1430446"/>
              <a:gd name="connsiteY1" fmla="*/ 715223 h 1430446"/>
              <a:gd name="connsiteX2" fmla="*/ 715223 w 1430446"/>
              <a:gd name="connsiteY2" fmla="*/ 1430446 h 1430446"/>
              <a:gd name="connsiteX3" fmla="*/ 0 w 1430446"/>
              <a:gd name="connsiteY3" fmla="*/ 715223 h 1430446"/>
              <a:gd name="connsiteX4" fmla="*/ 715223 w 1430446"/>
              <a:gd name="connsiteY4" fmla="*/ 0 h 1430446"/>
            </a:gdLst>
            <a:rect l="l" t="t" r="r" b="b"/>
            <a:pathLst>
              <a:path w="1430446" h="1430446">
                <a:moveTo>
                  <a:pt x="715223" y="0"/>
                </a:moveTo>
                <a:cubicBezTo>
                  <a:pt x="1110230" y="0"/>
                  <a:pt x="1430446" y="320216"/>
                  <a:pt x="1430446" y="715223"/>
                </a:cubicBezTo>
                <a:cubicBezTo>
                  <a:pt x="1430446" y="1110230"/>
                  <a:pt x="1110230" y="1430446"/>
                  <a:pt x="715223" y="1430446"/>
                </a:cubicBezTo>
                <a:cubicBezTo>
                  <a:pt x="320216" y="1430446"/>
                  <a:pt x="0" y="1110230"/>
                  <a:pt x="0" y="715223"/>
                </a:cubicBezTo>
                <a:cubicBezTo>
                  <a:pt x="0" y="320216"/>
                  <a:pt x="320216" y="0"/>
                  <a:pt x="715223" y="0"/>
                </a:cubicBezTo>
                <a:close/>
              </a:path>
            </a:pathLst>
          </a:custGeom>
          <a:solidFill xmlns:a="http://schemas.openxmlformats.org/drawingml/2006/main">
            <a:schemeClr val="bg1">
              <a:lumMod val="95000"/>
              <a:alpha val="25000"/>
            </a:schemeClr>
          </a:solidFill>
          <a:ln xmlns:a="http://schemas.openxmlformats.org/drawingml/2006/main" w="101600">
            <a:solidFill>
              <a:schemeClr val="bg1"/>
            </a:solidFill>
          </a:ln>
          <a:effectLst xmlns:a="http://schemas.openxmlformats.org/drawingml/2006/main">
            <a:outerShdw blurRad="1270000" dist="495300" sx="92000" sy="92000" algn="l"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40.xml><?xml version="1.0" encoding="utf-8"?>
<p:sldLayout xmlns:p="http://schemas.openxmlformats.org/presentationml/2006/main" preserve="1" userDrawn="1">
  <p:cSld name="40_Title and Content">
    <p:spTree>
      <p:nvGrpSpPr>
        <p:cNvPr id="1" name=""/>
        <p:cNvGrpSpPr/>
        <p:nvPr/>
      </p:nvGrpSpPr>
      <p:grpSpPr>
        <a:xfrm xmlns:a="http://schemas.openxmlformats.org/drawingml/2006/main"/>
      </p:grpSpPr>
      <p:sp>
        <p:nvSpPr>
          <p:cNvPr id="12" name="Picture Placeholder 11">
            <a:extLst xmlns:a="http://schemas.openxmlformats.org/drawingml/2006/main">
              <a:ext uri="{FF2B5EF4-FFF2-40B4-BE49-F238E27FC236}">
                <a16:creationId xmlns:a16="http://schemas.microsoft.com/office/drawing/2014/main" id="{F598A733-FD9B-4714-9169-6B85CF599B9F}"/>
              </a:ext>
            </a:extLst>
          </p:cNvPr>
          <p:cNvSpPr>
            <a:spLocks xmlns:a="http://schemas.openxmlformats.org/drawingml/2006/main" noGrp="1"/>
          </p:cNvSpPr>
          <p:nvPr>
            <p:ph type="pic" idx="11" hasCustomPrompt="1"/>
          </p:nvPr>
        </p:nvSpPr>
        <p:spPr>
          <a:xfrm xmlns:a="http://schemas.openxmlformats.org/drawingml/2006/main">
            <a:off x="4357072" y="2222123"/>
            <a:ext cx="2512996" cy="1750380"/>
          </a:xfrm>
          <a:custGeom xmlns:a="http://schemas.openxmlformats.org/drawingml/2006/main">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xmlns:a="http://schemas.openxmlformats.org/drawingml/2006/main">
            <a:schemeClr val="bg1">
              <a:lumMod val="95000"/>
              <a:alpha val="25000"/>
            </a:schemeClr>
          </a:solidFill>
          <a:effectLst xmlns:a="http://schemas.openxmlformats.org/drawingml/2006/main">
            <a:outerShdw blurRad="368300" dist="203200" dir="5400000" sx="95000" sy="95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3" name="Picture Placeholder 12">
            <a:extLst xmlns:a="http://schemas.openxmlformats.org/drawingml/2006/main">
              <a:ext uri="{FF2B5EF4-FFF2-40B4-BE49-F238E27FC236}">
                <a16:creationId xmlns:a16="http://schemas.microsoft.com/office/drawing/2014/main" id="{32FE5C27-34FF-4758-91B5-9A4F63C50CFE}"/>
              </a:ext>
            </a:extLst>
          </p:cNvPr>
          <p:cNvSpPr>
            <a:spLocks xmlns:a="http://schemas.openxmlformats.org/drawingml/2006/main" noGrp="1"/>
          </p:cNvSpPr>
          <p:nvPr>
            <p:ph type="pic" idx="12" hasCustomPrompt="1"/>
          </p:nvPr>
        </p:nvSpPr>
        <p:spPr>
          <a:xfrm xmlns:a="http://schemas.openxmlformats.org/drawingml/2006/main">
            <a:off x="7238004" y="2222123"/>
            <a:ext cx="2512996" cy="1750380"/>
          </a:xfrm>
          <a:custGeom xmlns:a="http://schemas.openxmlformats.org/drawingml/2006/main">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xmlns:a="http://schemas.openxmlformats.org/drawingml/2006/main">
            <a:schemeClr val="bg1">
              <a:lumMod val="95000"/>
              <a:alpha val="25000"/>
            </a:schemeClr>
          </a:solidFill>
          <a:effectLst xmlns:a="http://schemas.openxmlformats.org/drawingml/2006/main">
            <a:outerShdw blurRad="368300" dist="203200" dir="5400000" sx="95000" sy="95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4" name="Picture Placeholder 13">
            <a:extLst xmlns:a="http://schemas.openxmlformats.org/drawingml/2006/main">
              <a:ext uri="{FF2B5EF4-FFF2-40B4-BE49-F238E27FC236}">
                <a16:creationId xmlns:a16="http://schemas.microsoft.com/office/drawing/2014/main" id="{9F3E7F81-C528-400C-BF99-A219419A9612}"/>
              </a:ext>
            </a:extLst>
          </p:cNvPr>
          <p:cNvSpPr>
            <a:spLocks xmlns:a="http://schemas.openxmlformats.org/drawingml/2006/main" noGrp="1"/>
          </p:cNvSpPr>
          <p:nvPr>
            <p:ph type="pic" idx="13" hasCustomPrompt="1"/>
          </p:nvPr>
        </p:nvSpPr>
        <p:spPr>
          <a:xfrm xmlns:a="http://schemas.openxmlformats.org/drawingml/2006/main">
            <a:off x="5173638" y="4292035"/>
            <a:ext cx="2512996" cy="1750380"/>
          </a:xfrm>
          <a:custGeom xmlns:a="http://schemas.openxmlformats.org/drawingml/2006/main">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xmlns:a="http://schemas.openxmlformats.org/drawingml/2006/main">
            <a:schemeClr val="bg1">
              <a:lumMod val="95000"/>
              <a:alpha val="25000"/>
            </a:schemeClr>
          </a:solidFill>
          <a:effectLst xmlns:a="http://schemas.openxmlformats.org/drawingml/2006/main">
            <a:outerShdw blurRad="368300" dist="203200" dir="5400000" sx="95000" sy="95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5" name="Picture Placeholder 14">
            <a:extLst xmlns:a="http://schemas.openxmlformats.org/drawingml/2006/main">
              <a:ext uri="{FF2B5EF4-FFF2-40B4-BE49-F238E27FC236}">
                <a16:creationId xmlns:a16="http://schemas.microsoft.com/office/drawing/2014/main" id="{C5E0642B-57C5-40B1-B690-FEE96400ADE4}"/>
              </a:ext>
            </a:extLst>
          </p:cNvPr>
          <p:cNvSpPr>
            <a:spLocks xmlns:a="http://schemas.openxmlformats.org/drawingml/2006/main" noGrp="1"/>
          </p:cNvSpPr>
          <p:nvPr>
            <p:ph type="pic" idx="14" hasCustomPrompt="1"/>
          </p:nvPr>
        </p:nvSpPr>
        <p:spPr>
          <a:xfrm xmlns:a="http://schemas.openxmlformats.org/drawingml/2006/main">
            <a:off x="8054570" y="4292035"/>
            <a:ext cx="2512996" cy="1750380"/>
          </a:xfrm>
          <a:custGeom xmlns:a="http://schemas.openxmlformats.org/drawingml/2006/main">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xmlns:a="http://schemas.openxmlformats.org/drawingml/2006/main">
            <a:schemeClr val="bg1">
              <a:lumMod val="95000"/>
              <a:alpha val="25000"/>
            </a:schemeClr>
          </a:solidFill>
          <a:effectLst xmlns:a="http://schemas.openxmlformats.org/drawingml/2006/main">
            <a:outerShdw blurRad="368300" dist="203200" dir="5400000" sx="95000" sy="95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6" name="Picture Placeholder 15">
            <a:extLst xmlns:a="http://schemas.openxmlformats.org/drawingml/2006/main">
              <a:ext uri="{FF2B5EF4-FFF2-40B4-BE49-F238E27FC236}">
                <a16:creationId xmlns:a16="http://schemas.microsoft.com/office/drawing/2014/main" id="{10308F0C-C637-4C1A-82ED-6C8B0997EC1C}"/>
              </a:ext>
            </a:extLst>
          </p:cNvPr>
          <p:cNvSpPr>
            <a:spLocks xmlns:a="http://schemas.openxmlformats.org/drawingml/2006/main" noGrp="1"/>
          </p:cNvSpPr>
          <p:nvPr>
            <p:ph type="pic" idx="15" hasCustomPrompt="1"/>
          </p:nvPr>
        </p:nvSpPr>
        <p:spPr>
          <a:xfrm xmlns:a="http://schemas.openxmlformats.org/drawingml/2006/main">
            <a:off x="10935502" y="4292035"/>
            <a:ext cx="2512996" cy="1750380"/>
          </a:xfrm>
          <a:custGeom xmlns:a="http://schemas.openxmlformats.org/drawingml/2006/main">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xmlns:a="http://schemas.openxmlformats.org/drawingml/2006/main">
            <a:schemeClr val="bg1">
              <a:lumMod val="95000"/>
              <a:alpha val="25000"/>
            </a:schemeClr>
          </a:solidFill>
          <a:effectLst xmlns:a="http://schemas.openxmlformats.org/drawingml/2006/main">
            <a:outerShdw blurRad="368300" dist="203200" dir="5400000" sx="95000" sy="95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1" name="Picture Placeholder 10">
            <a:extLst xmlns:a="http://schemas.openxmlformats.org/drawingml/2006/main">
              <a:ext uri="{FF2B5EF4-FFF2-40B4-BE49-F238E27FC236}">
                <a16:creationId xmlns:a16="http://schemas.microsoft.com/office/drawing/2014/main" id="{7AD54F54-1E21-48FB-855F-3C1CBF97EB45}"/>
              </a:ext>
            </a:extLst>
          </p:cNvPr>
          <p:cNvSpPr>
            <a:spLocks xmlns:a="http://schemas.openxmlformats.org/drawingml/2006/main" noGrp="1"/>
          </p:cNvSpPr>
          <p:nvPr>
            <p:ph type="pic" idx="10" hasCustomPrompt="1"/>
          </p:nvPr>
        </p:nvSpPr>
        <p:spPr>
          <a:xfrm xmlns:a="http://schemas.openxmlformats.org/drawingml/2006/main">
            <a:off x="1092200" y="1954697"/>
            <a:ext cx="2896936" cy="2017806"/>
          </a:xfrm>
          <a:custGeom xmlns:a="http://schemas.openxmlformats.org/drawingml/2006/main">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xmlns:a="http://schemas.openxmlformats.org/drawingml/2006/main">
            <a:schemeClr val="bg1">
              <a:lumMod val="95000"/>
              <a:alpha val="25000"/>
            </a:schemeClr>
          </a:solidFill>
          <a:effectLst xmlns:a="http://schemas.openxmlformats.org/drawingml/2006/main">
            <a:outerShdw blurRad="1270000" dist="647700" dir="5400000" sx="93000" sy="93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41.xml><?xml version="1.0" encoding="utf-8"?>
<p:sldLayout xmlns:p="http://schemas.openxmlformats.org/presentationml/2006/main" preserve="1" userDrawn="1">
  <p:cSld name="42_Title and Content">
    <p:spTree>
      <p:nvGrpSpPr>
        <p:cNvPr id="1" name=""/>
        <p:cNvGrpSpPr/>
        <p:nvPr/>
      </p:nvGrpSpPr>
      <p:grpSpPr>
        <a:xfrm xmlns:a="http://schemas.openxmlformats.org/drawingml/2006/main"/>
      </p:grpSpPr>
      <p:sp>
        <p:nvSpPr>
          <p:cNvPr id="9" name="Picture Placeholder 8">
            <a:extLst xmlns:a="http://schemas.openxmlformats.org/drawingml/2006/main">
              <a:ext uri="{FF2B5EF4-FFF2-40B4-BE49-F238E27FC236}">
                <a16:creationId xmlns:a16="http://schemas.microsoft.com/office/drawing/2014/main" id="{500A3230-AFE8-42D2-94F1-6507B02F9790}"/>
              </a:ext>
            </a:extLst>
          </p:cNvPr>
          <p:cNvSpPr>
            <a:spLocks xmlns:a="http://schemas.openxmlformats.org/drawingml/2006/main" noGrp="1"/>
          </p:cNvSpPr>
          <p:nvPr>
            <p:ph type="pic" idx="11" hasCustomPrompt="1"/>
          </p:nvPr>
        </p:nvSpPr>
        <p:spPr>
          <a:xfrm xmlns:a="http://schemas.openxmlformats.org/drawingml/2006/main">
            <a:off x="2322860" y="3626821"/>
            <a:ext cx="1461740" cy="983151"/>
          </a:xfrm>
          <a:custGeom xmlns:a="http://schemas.openxmlformats.org/drawingml/2006/main">
            <a:gdLst>
              <a:gd name="connsiteX0" fmla="*/ 163862 w 1461740"/>
              <a:gd name="connsiteY0" fmla="*/ 0 h 983151"/>
              <a:gd name="connsiteX1" fmla="*/ 1297878 w 1461740"/>
              <a:gd name="connsiteY1" fmla="*/ 0 h 983151"/>
              <a:gd name="connsiteX2" fmla="*/ 1461740 w 1461740"/>
              <a:gd name="connsiteY2" fmla="*/ 163862 h 983151"/>
              <a:gd name="connsiteX3" fmla="*/ 1461740 w 1461740"/>
              <a:gd name="connsiteY3" fmla="*/ 819289 h 983151"/>
              <a:gd name="connsiteX4" fmla="*/ 1297878 w 1461740"/>
              <a:gd name="connsiteY4" fmla="*/ 983151 h 983151"/>
              <a:gd name="connsiteX5" fmla="*/ 163862 w 1461740"/>
              <a:gd name="connsiteY5" fmla="*/ 983151 h 983151"/>
              <a:gd name="connsiteX6" fmla="*/ 0 w 1461740"/>
              <a:gd name="connsiteY6" fmla="*/ 819289 h 983151"/>
              <a:gd name="connsiteX7" fmla="*/ 0 w 1461740"/>
              <a:gd name="connsiteY7" fmla="*/ 163862 h 983151"/>
              <a:gd name="connsiteX8" fmla="*/ 163862 w 1461740"/>
              <a:gd name="connsiteY8" fmla="*/ 0 h 983151"/>
            </a:gdLst>
            <a:rect l="l" t="t" r="r" b="b"/>
            <a:pathLst>
              <a:path w="1461740" h="983151">
                <a:moveTo>
                  <a:pt x="163862" y="0"/>
                </a:moveTo>
                <a:lnTo>
                  <a:pt x="1297878" y="0"/>
                </a:lnTo>
                <a:cubicBezTo>
                  <a:pt x="1388376" y="0"/>
                  <a:pt x="1461740" y="73364"/>
                  <a:pt x="1461740" y="163862"/>
                </a:cubicBezTo>
                <a:lnTo>
                  <a:pt x="1461740" y="819289"/>
                </a:lnTo>
                <a:cubicBezTo>
                  <a:pt x="1461740" y="909787"/>
                  <a:pt x="1388376" y="983151"/>
                  <a:pt x="1297878" y="983151"/>
                </a:cubicBezTo>
                <a:lnTo>
                  <a:pt x="163862" y="983151"/>
                </a:lnTo>
                <a:cubicBezTo>
                  <a:pt x="73364" y="983151"/>
                  <a:pt x="0" y="909787"/>
                  <a:pt x="0" y="819289"/>
                </a:cubicBezTo>
                <a:lnTo>
                  <a:pt x="0" y="163862"/>
                </a:lnTo>
                <a:cubicBezTo>
                  <a:pt x="0" y="73364"/>
                  <a:pt x="73364" y="0"/>
                  <a:pt x="163862" y="0"/>
                </a:cubicBezTo>
                <a:close/>
              </a:path>
            </a:pathLst>
          </a:custGeom>
          <a:solidFill xmlns:a="http://schemas.openxmlformats.org/drawingml/2006/main">
            <a:schemeClr val="bg1">
              <a:lumMod val="95000"/>
              <a:alpha val="25000"/>
            </a:schemeClr>
          </a:solidFill>
          <a:effectLst xmlns:a="http://schemas.openxmlformats.org/drawingml/2006/main">
            <a:outerShdw blurRad="444500" dist="215900" dir="5400000" sx="88000" sy="88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0" name="Picture Placeholder 9">
            <a:extLst xmlns:a="http://schemas.openxmlformats.org/drawingml/2006/main">
              <a:ext uri="{FF2B5EF4-FFF2-40B4-BE49-F238E27FC236}">
                <a16:creationId xmlns:a16="http://schemas.microsoft.com/office/drawing/2014/main" id="{401FFF2C-5A6C-46B4-BC02-BB34895F1A45}"/>
              </a:ext>
            </a:extLst>
          </p:cNvPr>
          <p:cNvSpPr>
            <a:spLocks xmlns:a="http://schemas.openxmlformats.org/drawingml/2006/main" noGrp="1"/>
          </p:cNvSpPr>
          <p:nvPr>
            <p:ph type="pic" idx="12" hasCustomPrompt="1"/>
          </p:nvPr>
        </p:nvSpPr>
        <p:spPr>
          <a:xfrm xmlns:a="http://schemas.openxmlformats.org/drawingml/2006/main">
            <a:off x="2322860" y="5005614"/>
            <a:ext cx="1461740" cy="983151"/>
          </a:xfrm>
          <a:custGeom xmlns:a="http://schemas.openxmlformats.org/drawingml/2006/main">
            <a:gdLst>
              <a:gd name="connsiteX0" fmla="*/ 163862 w 1461740"/>
              <a:gd name="connsiteY0" fmla="*/ 0 h 983151"/>
              <a:gd name="connsiteX1" fmla="*/ 1297878 w 1461740"/>
              <a:gd name="connsiteY1" fmla="*/ 0 h 983151"/>
              <a:gd name="connsiteX2" fmla="*/ 1461740 w 1461740"/>
              <a:gd name="connsiteY2" fmla="*/ 163862 h 983151"/>
              <a:gd name="connsiteX3" fmla="*/ 1461740 w 1461740"/>
              <a:gd name="connsiteY3" fmla="*/ 819289 h 983151"/>
              <a:gd name="connsiteX4" fmla="*/ 1297878 w 1461740"/>
              <a:gd name="connsiteY4" fmla="*/ 983151 h 983151"/>
              <a:gd name="connsiteX5" fmla="*/ 163862 w 1461740"/>
              <a:gd name="connsiteY5" fmla="*/ 983151 h 983151"/>
              <a:gd name="connsiteX6" fmla="*/ 0 w 1461740"/>
              <a:gd name="connsiteY6" fmla="*/ 819289 h 983151"/>
              <a:gd name="connsiteX7" fmla="*/ 0 w 1461740"/>
              <a:gd name="connsiteY7" fmla="*/ 163862 h 983151"/>
              <a:gd name="connsiteX8" fmla="*/ 163862 w 1461740"/>
              <a:gd name="connsiteY8" fmla="*/ 0 h 983151"/>
            </a:gdLst>
            <a:rect l="l" t="t" r="r" b="b"/>
            <a:pathLst>
              <a:path w="1461740" h="983151">
                <a:moveTo>
                  <a:pt x="163862" y="0"/>
                </a:moveTo>
                <a:lnTo>
                  <a:pt x="1297878" y="0"/>
                </a:lnTo>
                <a:cubicBezTo>
                  <a:pt x="1388376" y="0"/>
                  <a:pt x="1461740" y="73364"/>
                  <a:pt x="1461740" y="163862"/>
                </a:cubicBezTo>
                <a:lnTo>
                  <a:pt x="1461740" y="819289"/>
                </a:lnTo>
                <a:cubicBezTo>
                  <a:pt x="1461740" y="909787"/>
                  <a:pt x="1388376" y="983151"/>
                  <a:pt x="1297878" y="983151"/>
                </a:cubicBezTo>
                <a:lnTo>
                  <a:pt x="163862" y="983151"/>
                </a:lnTo>
                <a:cubicBezTo>
                  <a:pt x="73364" y="983151"/>
                  <a:pt x="0" y="909787"/>
                  <a:pt x="0" y="819289"/>
                </a:cubicBezTo>
                <a:lnTo>
                  <a:pt x="0" y="163862"/>
                </a:lnTo>
                <a:cubicBezTo>
                  <a:pt x="0" y="73364"/>
                  <a:pt x="73364" y="0"/>
                  <a:pt x="163862" y="0"/>
                </a:cubicBezTo>
                <a:close/>
              </a:path>
            </a:pathLst>
          </a:custGeom>
          <a:solidFill xmlns:a="http://schemas.openxmlformats.org/drawingml/2006/main">
            <a:schemeClr val="bg1">
              <a:lumMod val="95000"/>
              <a:alpha val="25000"/>
            </a:schemeClr>
          </a:solidFill>
          <a:effectLst xmlns:a="http://schemas.openxmlformats.org/drawingml/2006/main">
            <a:outerShdw blurRad="444500" dist="215900" dir="5400000" sx="88000" sy="88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8" name="Picture Placeholder 7">
            <a:extLst xmlns:a="http://schemas.openxmlformats.org/drawingml/2006/main">
              <a:ext uri="{FF2B5EF4-FFF2-40B4-BE49-F238E27FC236}">
                <a16:creationId xmlns:a16="http://schemas.microsoft.com/office/drawing/2014/main" id="{C235FA3E-BD9C-42B8-92A9-CE7DEE441DEC}"/>
              </a:ext>
            </a:extLst>
          </p:cNvPr>
          <p:cNvSpPr>
            <a:spLocks xmlns:a="http://schemas.openxmlformats.org/drawingml/2006/main" noGrp="1"/>
          </p:cNvSpPr>
          <p:nvPr>
            <p:ph type="pic" idx="10" hasCustomPrompt="1"/>
          </p:nvPr>
        </p:nvSpPr>
        <p:spPr>
          <a:xfrm xmlns:a="http://schemas.openxmlformats.org/drawingml/2006/main">
            <a:off x="2322860" y="2248029"/>
            <a:ext cx="1461740" cy="983151"/>
          </a:xfrm>
          <a:custGeom xmlns:a="http://schemas.openxmlformats.org/drawingml/2006/main">
            <a:gdLst>
              <a:gd name="connsiteX0" fmla="*/ 163862 w 1461740"/>
              <a:gd name="connsiteY0" fmla="*/ 0 h 983151"/>
              <a:gd name="connsiteX1" fmla="*/ 1297878 w 1461740"/>
              <a:gd name="connsiteY1" fmla="*/ 0 h 983151"/>
              <a:gd name="connsiteX2" fmla="*/ 1461740 w 1461740"/>
              <a:gd name="connsiteY2" fmla="*/ 163862 h 983151"/>
              <a:gd name="connsiteX3" fmla="*/ 1461740 w 1461740"/>
              <a:gd name="connsiteY3" fmla="*/ 819289 h 983151"/>
              <a:gd name="connsiteX4" fmla="*/ 1297878 w 1461740"/>
              <a:gd name="connsiteY4" fmla="*/ 983151 h 983151"/>
              <a:gd name="connsiteX5" fmla="*/ 163862 w 1461740"/>
              <a:gd name="connsiteY5" fmla="*/ 983151 h 983151"/>
              <a:gd name="connsiteX6" fmla="*/ 0 w 1461740"/>
              <a:gd name="connsiteY6" fmla="*/ 819289 h 983151"/>
              <a:gd name="connsiteX7" fmla="*/ 0 w 1461740"/>
              <a:gd name="connsiteY7" fmla="*/ 163862 h 983151"/>
              <a:gd name="connsiteX8" fmla="*/ 163862 w 1461740"/>
              <a:gd name="connsiteY8" fmla="*/ 0 h 983151"/>
            </a:gdLst>
            <a:rect l="l" t="t" r="r" b="b"/>
            <a:pathLst>
              <a:path w="1461740" h="983151">
                <a:moveTo>
                  <a:pt x="163862" y="0"/>
                </a:moveTo>
                <a:lnTo>
                  <a:pt x="1297878" y="0"/>
                </a:lnTo>
                <a:cubicBezTo>
                  <a:pt x="1388376" y="0"/>
                  <a:pt x="1461740" y="73364"/>
                  <a:pt x="1461740" y="163862"/>
                </a:cubicBezTo>
                <a:lnTo>
                  <a:pt x="1461740" y="819289"/>
                </a:lnTo>
                <a:cubicBezTo>
                  <a:pt x="1461740" y="909787"/>
                  <a:pt x="1388376" y="983151"/>
                  <a:pt x="1297878" y="983151"/>
                </a:cubicBezTo>
                <a:lnTo>
                  <a:pt x="163862" y="983151"/>
                </a:lnTo>
                <a:cubicBezTo>
                  <a:pt x="73364" y="983151"/>
                  <a:pt x="0" y="909787"/>
                  <a:pt x="0" y="819289"/>
                </a:cubicBezTo>
                <a:lnTo>
                  <a:pt x="0" y="163862"/>
                </a:lnTo>
                <a:cubicBezTo>
                  <a:pt x="0" y="73364"/>
                  <a:pt x="73364" y="0"/>
                  <a:pt x="163862" y="0"/>
                </a:cubicBezTo>
                <a:close/>
              </a:path>
            </a:pathLst>
          </a:custGeom>
          <a:solidFill xmlns:a="http://schemas.openxmlformats.org/drawingml/2006/main">
            <a:schemeClr val="bg1">
              <a:lumMod val="95000"/>
              <a:alpha val="25000"/>
            </a:schemeClr>
          </a:solidFill>
          <a:effectLst xmlns:a="http://schemas.openxmlformats.org/drawingml/2006/main">
            <a:outerShdw blurRad="444500" dist="215900" dir="5400000" sx="88000" sy="88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42.xml><?xml version="1.0" encoding="utf-8"?>
<p:sldLayout xmlns:p="http://schemas.openxmlformats.org/presentationml/2006/main" preserve="1" userDrawn="1">
  <p:cSld name="44_Title and Content">
    <p:spTree>
      <p:nvGrpSpPr>
        <p:cNvPr id="1" name=""/>
        <p:cNvGrpSpPr/>
        <p:nvPr/>
      </p:nvGrpSpPr>
      <p:grpSpPr>
        <a:xfrm xmlns:a="http://schemas.openxmlformats.org/drawingml/2006/main"/>
      </p:grpSpPr>
      <p:sp>
        <p:nvSpPr>
          <p:cNvPr id="7" name="Picture Placeholder 6">
            <a:extLst xmlns:a="http://schemas.openxmlformats.org/drawingml/2006/main">
              <a:ext uri="{FF2B5EF4-FFF2-40B4-BE49-F238E27FC236}">
                <a16:creationId xmlns:a16="http://schemas.microsoft.com/office/drawing/2014/main" id="{6A6611AC-C718-4783-AF01-EB5015685BF1}"/>
              </a:ext>
            </a:extLst>
          </p:cNvPr>
          <p:cNvSpPr>
            <a:spLocks xmlns:a="http://schemas.openxmlformats.org/drawingml/2006/main" noGrp="1"/>
          </p:cNvSpPr>
          <p:nvPr>
            <p:ph type="pic" idx="10" hasCustomPrompt="1"/>
          </p:nvPr>
        </p:nvSpPr>
        <p:spPr>
          <a:xfrm xmlns:a="http://schemas.openxmlformats.org/drawingml/2006/main">
            <a:off x="1092199" y="1278230"/>
            <a:ext cx="4826125" cy="4687532"/>
          </a:xfrm>
          <a:custGeom xmlns:a="http://schemas.openxmlformats.org/drawingml/2006/main">
            <a:gdLst>
              <a:gd name="connsiteX0" fmla="*/ 2134521 w 4826125"/>
              <a:gd name="connsiteY0" fmla="*/ 505 h 4687532"/>
              <a:gd name="connsiteX1" fmla="*/ 3671495 w 4826125"/>
              <a:gd name="connsiteY1" fmla="*/ 412106 h 4687532"/>
              <a:gd name="connsiteX2" fmla="*/ 4518791 w 4826125"/>
              <a:gd name="connsiteY2" fmla="*/ 3941828 h 4687532"/>
              <a:gd name="connsiteX3" fmla="*/ 2800106 w 4826125"/>
              <a:gd name="connsiteY3" fmla="*/ 4391577 h 4687532"/>
              <a:gd name="connsiteX4" fmla="*/ 2189733 w 4826125"/>
              <a:gd name="connsiteY4" fmla="*/ 3082487 h 4687532"/>
              <a:gd name="connsiteX5" fmla="*/ 888680 w 4826125"/>
              <a:gd name="connsiteY5" fmla="*/ 2990130 h 4687532"/>
              <a:gd name="connsiteX6" fmla="*/ 9259 w 4826125"/>
              <a:gd name="connsiteY6" fmla="*/ 1809540 h 4687532"/>
              <a:gd name="connsiteX7" fmla="*/ 856551 w 4826125"/>
              <a:gd name="connsiteY7" fmla="*/ 311714 h 4687532"/>
              <a:gd name="connsiteX8" fmla="*/ 2134521 w 4826125"/>
              <a:gd name="connsiteY8" fmla="*/ 505 h 4687532"/>
            </a:gdLst>
            <a:rect l="l" t="t" r="r" b="b"/>
            <a:pathLst>
              <a:path w="4826125" h="4687532">
                <a:moveTo>
                  <a:pt x="2134521" y="505"/>
                </a:moveTo>
                <a:cubicBezTo>
                  <a:pt x="2627438" y="-8530"/>
                  <a:pt x="3163522" y="102904"/>
                  <a:pt x="3671495" y="412106"/>
                </a:cubicBezTo>
                <a:cubicBezTo>
                  <a:pt x="5141209" y="1307586"/>
                  <a:pt x="4940428" y="3166817"/>
                  <a:pt x="4518791" y="3941828"/>
                </a:cubicBezTo>
                <a:cubicBezTo>
                  <a:pt x="4165413" y="4592357"/>
                  <a:pt x="3418514" y="4993919"/>
                  <a:pt x="2800106" y="4391577"/>
                </a:cubicBezTo>
                <a:cubicBezTo>
                  <a:pt x="2410594" y="4010095"/>
                  <a:pt x="2703736" y="3484048"/>
                  <a:pt x="2189733" y="3082487"/>
                </a:cubicBezTo>
                <a:cubicBezTo>
                  <a:pt x="1904627" y="2857612"/>
                  <a:pt x="1495035" y="3247129"/>
                  <a:pt x="888680" y="2990130"/>
                </a:cubicBezTo>
                <a:cubicBezTo>
                  <a:pt x="426883" y="2809425"/>
                  <a:pt x="73509" y="2363694"/>
                  <a:pt x="9259" y="1809540"/>
                </a:cubicBezTo>
                <a:cubicBezTo>
                  <a:pt x="-63022" y="1191135"/>
                  <a:pt x="294365" y="532575"/>
                  <a:pt x="856551" y="311714"/>
                </a:cubicBezTo>
                <a:cubicBezTo>
                  <a:pt x="1191855" y="139042"/>
                  <a:pt x="1641605" y="9539"/>
                  <a:pt x="2134521" y="505"/>
                </a:cubicBezTo>
                <a:close/>
              </a:path>
            </a:pathLst>
          </a:custGeom>
          <a:solidFill xmlns:a="http://schemas.openxmlformats.org/drawingml/2006/main">
            <a:schemeClr val="bg1">
              <a:lumMod val="95000"/>
              <a:alpha val="25000"/>
            </a:schemeClr>
          </a:solidFill>
          <a:effectLst xmlns:a="http://schemas.openxmlformats.org/drawingml/2006/main">
            <a:outerShdw blurRad="952500" dist="533400" dir="5400000" sx="87000" sy="87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43.xml><?xml version="1.0" encoding="utf-8"?>
<p:sldLayout xmlns:p="http://schemas.openxmlformats.org/presentationml/2006/main" preserve="1" userDrawn="1">
  <p:cSld name="49_Title and Content">
    <p:spTree>
      <p:nvGrpSpPr>
        <p:cNvPr id="1" name=""/>
        <p:cNvGrpSpPr/>
        <p:nvPr/>
      </p:nvGrpSpPr>
      <p:grpSpPr>
        <a:xfrm xmlns:a="http://schemas.openxmlformats.org/drawingml/2006/main"/>
      </p:grpSpPr>
      <p:sp>
        <p:nvSpPr>
          <p:cNvPr id="7" name="Picture Placeholder 6">
            <a:extLst xmlns:a="http://schemas.openxmlformats.org/drawingml/2006/main">
              <a:ext uri="{FF2B5EF4-FFF2-40B4-BE49-F238E27FC236}">
                <a16:creationId xmlns:a16="http://schemas.microsoft.com/office/drawing/2014/main" id="{ACE5C81D-FAFF-41FA-B506-4F9C2A3C4165}"/>
              </a:ext>
            </a:extLst>
          </p:cNvPr>
          <p:cNvSpPr>
            <a:spLocks xmlns:a="http://schemas.openxmlformats.org/drawingml/2006/main" noGrp="1"/>
          </p:cNvSpPr>
          <p:nvPr>
            <p:ph type="pic" idx="10" hasCustomPrompt="1"/>
          </p:nvPr>
        </p:nvSpPr>
        <p:spPr>
          <a:xfrm xmlns:a="http://schemas.openxmlformats.org/drawingml/2006/main">
            <a:off x="6096001" y="2406790"/>
            <a:ext cx="2283519" cy="1590542"/>
          </a:xfrm>
          <a:custGeom xmlns:a="http://schemas.openxmlformats.org/drawingml/2006/main">
            <a:gdLst>
              <a:gd name="connsiteX0" fmla="*/ 265096 w 2283519"/>
              <a:gd name="connsiteY0" fmla="*/ 0 h 1590542"/>
              <a:gd name="connsiteX1" fmla="*/ 2018424 w 2283519"/>
              <a:gd name="connsiteY1" fmla="*/ 0 h 1590542"/>
              <a:gd name="connsiteX2" fmla="*/ 2283519 w 2283519"/>
              <a:gd name="connsiteY2" fmla="*/ 265096 h 1590542"/>
              <a:gd name="connsiteX3" fmla="*/ 2283519 w 2283519"/>
              <a:gd name="connsiteY3" fmla="*/ 1325447 h 1590542"/>
              <a:gd name="connsiteX4" fmla="*/ 2018424 w 2283519"/>
              <a:gd name="connsiteY4" fmla="*/ 1590542 h 1590542"/>
              <a:gd name="connsiteX5" fmla="*/ 265096 w 2283519"/>
              <a:gd name="connsiteY5" fmla="*/ 1590542 h 1590542"/>
              <a:gd name="connsiteX6" fmla="*/ 0 w 2283519"/>
              <a:gd name="connsiteY6" fmla="*/ 1325447 h 1590542"/>
              <a:gd name="connsiteX7" fmla="*/ 0 w 2283519"/>
              <a:gd name="connsiteY7" fmla="*/ 265096 h 1590542"/>
              <a:gd name="connsiteX8" fmla="*/ 265096 w 2283519"/>
              <a:gd name="connsiteY8" fmla="*/ 0 h 1590542"/>
            </a:gdLst>
            <a:rect l="l" t="t" r="r" b="b"/>
            <a:pathLst>
              <a:path w="2283519" h="1590542">
                <a:moveTo>
                  <a:pt x="265096" y="0"/>
                </a:moveTo>
                <a:lnTo>
                  <a:pt x="2018424" y="0"/>
                </a:lnTo>
                <a:cubicBezTo>
                  <a:pt x="2164832" y="0"/>
                  <a:pt x="2283519" y="118687"/>
                  <a:pt x="2283519" y="265096"/>
                </a:cubicBezTo>
                <a:lnTo>
                  <a:pt x="2283519" y="1325447"/>
                </a:lnTo>
                <a:cubicBezTo>
                  <a:pt x="2283519" y="1471855"/>
                  <a:pt x="2164832" y="1590542"/>
                  <a:pt x="2018424" y="1590542"/>
                </a:cubicBezTo>
                <a:lnTo>
                  <a:pt x="265096" y="1590542"/>
                </a:lnTo>
                <a:cubicBezTo>
                  <a:pt x="118687" y="1590542"/>
                  <a:pt x="0" y="1471855"/>
                  <a:pt x="0" y="1325447"/>
                </a:cubicBezTo>
                <a:lnTo>
                  <a:pt x="0" y="265096"/>
                </a:lnTo>
                <a:cubicBezTo>
                  <a:pt x="0" y="118687"/>
                  <a:pt x="118687" y="0"/>
                  <a:pt x="265096" y="0"/>
                </a:cubicBezTo>
                <a:close/>
              </a:path>
            </a:pathLst>
          </a:custGeom>
          <a:solidFill xmlns:a="http://schemas.openxmlformats.org/drawingml/2006/main">
            <a:schemeClr val="bg1">
              <a:lumMod val="95000"/>
              <a:alpha val="25000"/>
            </a:schemeClr>
          </a:solidFill>
          <a:ln xmlns:a="http://schemas.openxmlformats.org/drawingml/2006/main" w="76200">
            <a:solidFill>
              <a:schemeClr val="bg1"/>
            </a:solidFill>
          </a:ln>
          <a:effectLst xmlns:a="http://schemas.openxmlformats.org/drawingml/2006/main">
            <a:outerShdw blurRad="863600" dist="419100" dir="5400000" sx="85000" sy="85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8" name="Picture Placeholder 7">
            <a:extLst xmlns:a="http://schemas.openxmlformats.org/drawingml/2006/main">
              <a:ext uri="{FF2B5EF4-FFF2-40B4-BE49-F238E27FC236}">
                <a16:creationId xmlns:a16="http://schemas.microsoft.com/office/drawing/2014/main" id="{3C0FD129-1C86-4650-B08B-3F331CF67D61}"/>
              </a:ext>
            </a:extLst>
          </p:cNvPr>
          <p:cNvSpPr>
            <a:spLocks xmlns:a="http://schemas.openxmlformats.org/drawingml/2006/main" noGrp="1"/>
          </p:cNvSpPr>
          <p:nvPr>
            <p:ph type="pic" idx="11" hasCustomPrompt="1"/>
          </p:nvPr>
        </p:nvSpPr>
        <p:spPr>
          <a:xfrm xmlns:a="http://schemas.openxmlformats.org/drawingml/2006/main">
            <a:off x="7887085" y="2995175"/>
            <a:ext cx="2283519" cy="1590542"/>
          </a:xfrm>
          <a:custGeom xmlns:a="http://schemas.openxmlformats.org/drawingml/2006/main">
            <a:gdLst>
              <a:gd name="connsiteX0" fmla="*/ 265096 w 2283519"/>
              <a:gd name="connsiteY0" fmla="*/ 0 h 1590542"/>
              <a:gd name="connsiteX1" fmla="*/ 2018424 w 2283519"/>
              <a:gd name="connsiteY1" fmla="*/ 0 h 1590542"/>
              <a:gd name="connsiteX2" fmla="*/ 2283519 w 2283519"/>
              <a:gd name="connsiteY2" fmla="*/ 265096 h 1590542"/>
              <a:gd name="connsiteX3" fmla="*/ 2283519 w 2283519"/>
              <a:gd name="connsiteY3" fmla="*/ 1325447 h 1590542"/>
              <a:gd name="connsiteX4" fmla="*/ 2018424 w 2283519"/>
              <a:gd name="connsiteY4" fmla="*/ 1590542 h 1590542"/>
              <a:gd name="connsiteX5" fmla="*/ 265096 w 2283519"/>
              <a:gd name="connsiteY5" fmla="*/ 1590542 h 1590542"/>
              <a:gd name="connsiteX6" fmla="*/ 0 w 2283519"/>
              <a:gd name="connsiteY6" fmla="*/ 1325447 h 1590542"/>
              <a:gd name="connsiteX7" fmla="*/ 0 w 2283519"/>
              <a:gd name="connsiteY7" fmla="*/ 265096 h 1590542"/>
              <a:gd name="connsiteX8" fmla="*/ 265096 w 2283519"/>
              <a:gd name="connsiteY8" fmla="*/ 0 h 1590542"/>
            </a:gdLst>
            <a:rect l="l" t="t" r="r" b="b"/>
            <a:pathLst>
              <a:path w="2283519" h="1590542">
                <a:moveTo>
                  <a:pt x="265096" y="0"/>
                </a:moveTo>
                <a:lnTo>
                  <a:pt x="2018424" y="0"/>
                </a:lnTo>
                <a:cubicBezTo>
                  <a:pt x="2164832" y="0"/>
                  <a:pt x="2283519" y="118687"/>
                  <a:pt x="2283519" y="265096"/>
                </a:cubicBezTo>
                <a:lnTo>
                  <a:pt x="2283519" y="1325447"/>
                </a:lnTo>
                <a:cubicBezTo>
                  <a:pt x="2283519" y="1471855"/>
                  <a:pt x="2164832" y="1590542"/>
                  <a:pt x="2018424" y="1590542"/>
                </a:cubicBezTo>
                <a:lnTo>
                  <a:pt x="265096" y="1590542"/>
                </a:lnTo>
                <a:cubicBezTo>
                  <a:pt x="118687" y="1590542"/>
                  <a:pt x="0" y="1471855"/>
                  <a:pt x="0" y="1325447"/>
                </a:cubicBezTo>
                <a:lnTo>
                  <a:pt x="0" y="265096"/>
                </a:lnTo>
                <a:cubicBezTo>
                  <a:pt x="0" y="118687"/>
                  <a:pt x="118687" y="0"/>
                  <a:pt x="265096" y="0"/>
                </a:cubicBezTo>
                <a:close/>
              </a:path>
            </a:pathLst>
          </a:custGeom>
          <a:solidFill xmlns:a="http://schemas.openxmlformats.org/drawingml/2006/main">
            <a:schemeClr val="bg1">
              <a:lumMod val="95000"/>
              <a:alpha val="25000"/>
            </a:schemeClr>
          </a:solidFill>
          <a:ln xmlns:a="http://schemas.openxmlformats.org/drawingml/2006/main" w="76200">
            <a:solidFill>
              <a:schemeClr val="bg1"/>
            </a:solidFill>
          </a:ln>
          <a:effectLst xmlns:a="http://schemas.openxmlformats.org/drawingml/2006/main">
            <a:outerShdw blurRad="863600" dist="419100" dir="5400000" sx="85000" sy="85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9" name="Picture Placeholder 8">
            <a:extLst xmlns:a="http://schemas.openxmlformats.org/drawingml/2006/main">
              <a:ext uri="{FF2B5EF4-FFF2-40B4-BE49-F238E27FC236}">
                <a16:creationId xmlns:a16="http://schemas.microsoft.com/office/drawing/2014/main" id="{C16B6177-1440-426A-93ED-4C29F9AACBD7}"/>
              </a:ext>
            </a:extLst>
          </p:cNvPr>
          <p:cNvSpPr>
            <a:spLocks xmlns:a="http://schemas.openxmlformats.org/drawingml/2006/main" noGrp="1"/>
          </p:cNvSpPr>
          <p:nvPr>
            <p:ph type="pic" idx="12" hasCustomPrompt="1"/>
          </p:nvPr>
        </p:nvSpPr>
        <p:spPr>
          <a:xfrm xmlns:a="http://schemas.openxmlformats.org/drawingml/2006/main">
            <a:off x="9176644" y="2024024"/>
            <a:ext cx="2283519" cy="1590542"/>
          </a:xfrm>
          <a:custGeom xmlns:a="http://schemas.openxmlformats.org/drawingml/2006/main">
            <a:gdLst>
              <a:gd name="connsiteX0" fmla="*/ 265096 w 2283519"/>
              <a:gd name="connsiteY0" fmla="*/ 0 h 1590542"/>
              <a:gd name="connsiteX1" fmla="*/ 2018424 w 2283519"/>
              <a:gd name="connsiteY1" fmla="*/ 0 h 1590542"/>
              <a:gd name="connsiteX2" fmla="*/ 2283519 w 2283519"/>
              <a:gd name="connsiteY2" fmla="*/ 265096 h 1590542"/>
              <a:gd name="connsiteX3" fmla="*/ 2283519 w 2283519"/>
              <a:gd name="connsiteY3" fmla="*/ 1325447 h 1590542"/>
              <a:gd name="connsiteX4" fmla="*/ 2018424 w 2283519"/>
              <a:gd name="connsiteY4" fmla="*/ 1590542 h 1590542"/>
              <a:gd name="connsiteX5" fmla="*/ 265096 w 2283519"/>
              <a:gd name="connsiteY5" fmla="*/ 1590542 h 1590542"/>
              <a:gd name="connsiteX6" fmla="*/ 0 w 2283519"/>
              <a:gd name="connsiteY6" fmla="*/ 1325447 h 1590542"/>
              <a:gd name="connsiteX7" fmla="*/ 0 w 2283519"/>
              <a:gd name="connsiteY7" fmla="*/ 265096 h 1590542"/>
              <a:gd name="connsiteX8" fmla="*/ 265096 w 2283519"/>
              <a:gd name="connsiteY8" fmla="*/ 0 h 1590542"/>
            </a:gdLst>
            <a:rect l="l" t="t" r="r" b="b"/>
            <a:pathLst>
              <a:path w="2283519" h="1590542">
                <a:moveTo>
                  <a:pt x="265096" y="0"/>
                </a:moveTo>
                <a:lnTo>
                  <a:pt x="2018424" y="0"/>
                </a:lnTo>
                <a:cubicBezTo>
                  <a:pt x="2164832" y="0"/>
                  <a:pt x="2283519" y="118687"/>
                  <a:pt x="2283519" y="265096"/>
                </a:cubicBezTo>
                <a:lnTo>
                  <a:pt x="2283519" y="1325447"/>
                </a:lnTo>
                <a:cubicBezTo>
                  <a:pt x="2283519" y="1471855"/>
                  <a:pt x="2164832" y="1590542"/>
                  <a:pt x="2018424" y="1590542"/>
                </a:cubicBezTo>
                <a:lnTo>
                  <a:pt x="265096" y="1590542"/>
                </a:lnTo>
                <a:cubicBezTo>
                  <a:pt x="118687" y="1590542"/>
                  <a:pt x="0" y="1471855"/>
                  <a:pt x="0" y="1325447"/>
                </a:cubicBezTo>
                <a:lnTo>
                  <a:pt x="0" y="265096"/>
                </a:lnTo>
                <a:cubicBezTo>
                  <a:pt x="0" y="118687"/>
                  <a:pt x="118687" y="0"/>
                  <a:pt x="265096" y="0"/>
                </a:cubicBezTo>
                <a:close/>
              </a:path>
            </a:pathLst>
          </a:custGeom>
          <a:solidFill xmlns:a="http://schemas.openxmlformats.org/drawingml/2006/main">
            <a:schemeClr val="bg1">
              <a:lumMod val="95000"/>
              <a:alpha val="25000"/>
            </a:schemeClr>
          </a:solidFill>
          <a:ln xmlns:a="http://schemas.openxmlformats.org/drawingml/2006/main" w="76200">
            <a:solidFill>
              <a:schemeClr val="bg1"/>
            </a:solidFill>
          </a:ln>
          <a:effectLst xmlns:a="http://schemas.openxmlformats.org/drawingml/2006/main">
            <a:outerShdw blurRad="863600" dist="419100" dir="5400000" sx="85000" sy="85000" algn="t"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44.xml><?xml version="1.0" encoding="utf-8"?>
<p:sldLayout xmlns:p="http://schemas.openxmlformats.org/presentationml/2006/main" preserve="1" userDrawn="1">
  <p:cSld name="54_Title and Content">
    <p:spTree>
      <p:nvGrpSpPr>
        <p:cNvPr id="1" name=""/>
        <p:cNvGrpSpPr/>
        <p:nvPr/>
      </p:nvGrpSpPr>
      <p:grpSpPr>
        <a:xfrm xmlns:a="http://schemas.openxmlformats.org/drawingml/2006/main"/>
      </p:grpSpPr>
      <p:sp>
        <p:nvSpPr>
          <p:cNvPr id="10" name="Picture Placeholder 9">
            <a:extLst xmlns:a="http://schemas.openxmlformats.org/drawingml/2006/main">
              <a:ext uri="{FF2B5EF4-FFF2-40B4-BE49-F238E27FC236}">
                <a16:creationId xmlns:a16="http://schemas.microsoft.com/office/drawing/2014/main" id="{D3DBC2BB-8C0A-48E7-983A-C99002B57C16}"/>
              </a:ext>
            </a:extLst>
          </p:cNvPr>
          <p:cNvSpPr>
            <a:spLocks xmlns:a="http://schemas.openxmlformats.org/drawingml/2006/main" noGrp="1"/>
          </p:cNvSpPr>
          <p:nvPr>
            <p:ph type="pic" idx="12" hasCustomPrompt="1"/>
          </p:nvPr>
        </p:nvSpPr>
        <p:spPr>
          <a:xfrm xmlns:a="http://schemas.openxmlformats.org/drawingml/2006/main">
            <a:off x="8597490" y="3485535"/>
            <a:ext cx="1356852" cy="1356852"/>
          </a:xfrm>
          <a:custGeom xmlns:a="http://schemas.openxmlformats.org/drawingml/2006/main">
            <a:gdLst>
              <a:gd name="connsiteX0" fmla="*/ 226147 w 1356852"/>
              <a:gd name="connsiteY0" fmla="*/ 0 h 1356852"/>
              <a:gd name="connsiteX1" fmla="*/ 1130705 w 1356852"/>
              <a:gd name="connsiteY1" fmla="*/ 0 h 1356852"/>
              <a:gd name="connsiteX2" fmla="*/ 1356852 w 1356852"/>
              <a:gd name="connsiteY2" fmla="*/ 226147 h 1356852"/>
              <a:gd name="connsiteX3" fmla="*/ 1356852 w 1356852"/>
              <a:gd name="connsiteY3" fmla="*/ 1130705 h 1356852"/>
              <a:gd name="connsiteX4" fmla="*/ 1130705 w 1356852"/>
              <a:gd name="connsiteY4" fmla="*/ 1356852 h 1356852"/>
              <a:gd name="connsiteX5" fmla="*/ 226147 w 1356852"/>
              <a:gd name="connsiteY5" fmla="*/ 1356852 h 1356852"/>
              <a:gd name="connsiteX6" fmla="*/ 0 w 1356852"/>
              <a:gd name="connsiteY6" fmla="*/ 1130705 h 1356852"/>
              <a:gd name="connsiteX7" fmla="*/ 0 w 1356852"/>
              <a:gd name="connsiteY7" fmla="*/ 226147 h 1356852"/>
              <a:gd name="connsiteX8" fmla="*/ 226147 w 1356852"/>
              <a:gd name="connsiteY8" fmla="*/ 0 h 1356852"/>
            </a:gdLst>
            <a:rect l="l" t="t" r="r" b="b"/>
            <a:pathLst>
              <a:path w="1356852" h="1356852">
                <a:moveTo>
                  <a:pt x="226147" y="0"/>
                </a:moveTo>
                <a:lnTo>
                  <a:pt x="1130705" y="0"/>
                </a:lnTo>
                <a:cubicBezTo>
                  <a:pt x="1255603" y="0"/>
                  <a:pt x="1356852" y="101249"/>
                  <a:pt x="1356852" y="226147"/>
                </a:cubicBezTo>
                <a:lnTo>
                  <a:pt x="1356852" y="1130705"/>
                </a:lnTo>
                <a:cubicBezTo>
                  <a:pt x="1356852" y="1255603"/>
                  <a:pt x="1255603" y="1356852"/>
                  <a:pt x="1130705" y="1356852"/>
                </a:cubicBezTo>
                <a:lnTo>
                  <a:pt x="226147" y="1356852"/>
                </a:lnTo>
                <a:cubicBezTo>
                  <a:pt x="101249" y="1356852"/>
                  <a:pt x="0" y="1255603"/>
                  <a:pt x="0" y="1130705"/>
                </a:cubicBezTo>
                <a:lnTo>
                  <a:pt x="0" y="226147"/>
                </a:lnTo>
                <a:cubicBezTo>
                  <a:pt x="0" y="101249"/>
                  <a:pt x="101249" y="0"/>
                  <a:pt x="226147" y="0"/>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8" name="Picture Placeholder 7">
            <a:extLst xmlns:a="http://schemas.openxmlformats.org/drawingml/2006/main">
              <a:ext uri="{FF2B5EF4-FFF2-40B4-BE49-F238E27FC236}">
                <a16:creationId xmlns:a16="http://schemas.microsoft.com/office/drawing/2014/main" id="{1A824CFB-5397-4686-AB5F-0BAF75D50740}"/>
              </a:ext>
            </a:extLst>
          </p:cNvPr>
          <p:cNvSpPr>
            <a:spLocks xmlns:a="http://schemas.openxmlformats.org/drawingml/2006/main" noGrp="1"/>
          </p:cNvSpPr>
          <p:nvPr>
            <p:ph type="pic" idx="11" hasCustomPrompt="1"/>
          </p:nvPr>
        </p:nvSpPr>
        <p:spPr>
          <a:xfrm xmlns:a="http://schemas.openxmlformats.org/drawingml/2006/main">
            <a:off x="5962445" y="3485535"/>
            <a:ext cx="2502310" cy="2502310"/>
          </a:xfrm>
          <a:custGeom xmlns:a="http://schemas.openxmlformats.org/drawingml/2006/main">
            <a:gdLst>
              <a:gd name="connsiteX0" fmla="*/ 190401 w 2502310"/>
              <a:gd name="connsiteY0" fmla="*/ 0 h 2502310"/>
              <a:gd name="connsiteX1" fmla="*/ 2311909 w 2502310"/>
              <a:gd name="connsiteY1" fmla="*/ 0 h 2502310"/>
              <a:gd name="connsiteX2" fmla="*/ 2502310 w 2502310"/>
              <a:gd name="connsiteY2" fmla="*/ 190401 h 2502310"/>
              <a:gd name="connsiteX3" fmla="*/ 2502310 w 2502310"/>
              <a:gd name="connsiteY3" fmla="*/ 2311909 h 2502310"/>
              <a:gd name="connsiteX4" fmla="*/ 2311909 w 2502310"/>
              <a:gd name="connsiteY4" fmla="*/ 2502310 h 2502310"/>
              <a:gd name="connsiteX5" fmla="*/ 190401 w 2502310"/>
              <a:gd name="connsiteY5" fmla="*/ 2502310 h 2502310"/>
              <a:gd name="connsiteX6" fmla="*/ 0 w 2502310"/>
              <a:gd name="connsiteY6" fmla="*/ 2311909 h 2502310"/>
              <a:gd name="connsiteX7" fmla="*/ 0 w 2502310"/>
              <a:gd name="connsiteY7" fmla="*/ 190401 h 2502310"/>
              <a:gd name="connsiteX8" fmla="*/ 190401 w 2502310"/>
              <a:gd name="connsiteY8" fmla="*/ 0 h 2502310"/>
            </a:gdLst>
            <a:rect l="l" t="t" r="r" b="b"/>
            <a:pathLst>
              <a:path w="2502310" h="2502310">
                <a:moveTo>
                  <a:pt x="190401" y="0"/>
                </a:moveTo>
                <a:lnTo>
                  <a:pt x="2311909" y="0"/>
                </a:lnTo>
                <a:cubicBezTo>
                  <a:pt x="2417065" y="0"/>
                  <a:pt x="2502310" y="85245"/>
                  <a:pt x="2502310" y="190401"/>
                </a:cubicBezTo>
                <a:lnTo>
                  <a:pt x="2502310" y="2311909"/>
                </a:lnTo>
                <a:cubicBezTo>
                  <a:pt x="2502310" y="2417065"/>
                  <a:pt x="2417065" y="2502310"/>
                  <a:pt x="2311909" y="2502310"/>
                </a:cubicBezTo>
                <a:lnTo>
                  <a:pt x="190401" y="2502310"/>
                </a:lnTo>
                <a:cubicBezTo>
                  <a:pt x="85245" y="2502310"/>
                  <a:pt x="0" y="2417065"/>
                  <a:pt x="0" y="2311909"/>
                </a:cubicBezTo>
                <a:lnTo>
                  <a:pt x="0" y="190401"/>
                </a:lnTo>
                <a:cubicBezTo>
                  <a:pt x="0" y="85245"/>
                  <a:pt x="85245" y="0"/>
                  <a:pt x="190401" y="0"/>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7" name="Picture Placeholder 6">
            <a:extLst xmlns:a="http://schemas.openxmlformats.org/drawingml/2006/main">
              <a:ext uri="{FF2B5EF4-FFF2-40B4-BE49-F238E27FC236}">
                <a16:creationId xmlns:a16="http://schemas.microsoft.com/office/drawing/2014/main" id="{28E53BA1-5A41-4604-8CFD-CFC81A8ECCB0}"/>
              </a:ext>
            </a:extLst>
          </p:cNvPr>
          <p:cNvSpPr>
            <a:spLocks xmlns:a="http://schemas.openxmlformats.org/drawingml/2006/main" noGrp="1"/>
          </p:cNvSpPr>
          <p:nvPr>
            <p:ph type="pic" idx="10" hasCustomPrompt="1"/>
          </p:nvPr>
        </p:nvSpPr>
        <p:spPr>
          <a:xfrm xmlns:a="http://schemas.openxmlformats.org/drawingml/2006/main">
            <a:off x="8597490" y="870155"/>
            <a:ext cx="2502310" cy="2502310"/>
          </a:xfrm>
          <a:custGeom xmlns:a="http://schemas.openxmlformats.org/drawingml/2006/main">
            <a:gdLst>
              <a:gd name="connsiteX0" fmla="*/ 190401 w 2502310"/>
              <a:gd name="connsiteY0" fmla="*/ 0 h 2502310"/>
              <a:gd name="connsiteX1" fmla="*/ 2311909 w 2502310"/>
              <a:gd name="connsiteY1" fmla="*/ 0 h 2502310"/>
              <a:gd name="connsiteX2" fmla="*/ 2502310 w 2502310"/>
              <a:gd name="connsiteY2" fmla="*/ 190401 h 2502310"/>
              <a:gd name="connsiteX3" fmla="*/ 2502310 w 2502310"/>
              <a:gd name="connsiteY3" fmla="*/ 2311909 h 2502310"/>
              <a:gd name="connsiteX4" fmla="*/ 2311909 w 2502310"/>
              <a:gd name="connsiteY4" fmla="*/ 2502310 h 2502310"/>
              <a:gd name="connsiteX5" fmla="*/ 190401 w 2502310"/>
              <a:gd name="connsiteY5" fmla="*/ 2502310 h 2502310"/>
              <a:gd name="connsiteX6" fmla="*/ 0 w 2502310"/>
              <a:gd name="connsiteY6" fmla="*/ 2311909 h 2502310"/>
              <a:gd name="connsiteX7" fmla="*/ 0 w 2502310"/>
              <a:gd name="connsiteY7" fmla="*/ 190401 h 2502310"/>
              <a:gd name="connsiteX8" fmla="*/ 190401 w 2502310"/>
              <a:gd name="connsiteY8" fmla="*/ 0 h 2502310"/>
            </a:gdLst>
            <a:rect l="l" t="t" r="r" b="b"/>
            <a:pathLst>
              <a:path w="2502310" h="2502310">
                <a:moveTo>
                  <a:pt x="190401" y="0"/>
                </a:moveTo>
                <a:lnTo>
                  <a:pt x="2311909" y="0"/>
                </a:lnTo>
                <a:cubicBezTo>
                  <a:pt x="2417065" y="0"/>
                  <a:pt x="2502310" y="85245"/>
                  <a:pt x="2502310" y="190401"/>
                </a:cubicBezTo>
                <a:lnTo>
                  <a:pt x="2502310" y="2311909"/>
                </a:lnTo>
                <a:cubicBezTo>
                  <a:pt x="2502310" y="2417065"/>
                  <a:pt x="2417065" y="2502310"/>
                  <a:pt x="2311909" y="2502310"/>
                </a:cubicBezTo>
                <a:lnTo>
                  <a:pt x="190401" y="2502310"/>
                </a:lnTo>
                <a:cubicBezTo>
                  <a:pt x="85245" y="2502310"/>
                  <a:pt x="0" y="2417065"/>
                  <a:pt x="0" y="2311909"/>
                </a:cubicBezTo>
                <a:lnTo>
                  <a:pt x="0" y="190401"/>
                </a:lnTo>
                <a:cubicBezTo>
                  <a:pt x="0" y="85245"/>
                  <a:pt x="85245" y="0"/>
                  <a:pt x="190401" y="0"/>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45.xml><?xml version="1.0" encoding="utf-8"?>
<p:sldLayout xmlns:p="http://schemas.openxmlformats.org/presentationml/2006/main" preserve="1" userDrawn="1">
  <p:cSld name="55_Title and Content">
    <p:spTree>
      <p:nvGrpSpPr>
        <p:cNvPr id="1" name=""/>
        <p:cNvGrpSpPr/>
        <p:nvPr/>
      </p:nvGrpSpPr>
      <p:grpSpPr>
        <a:xfrm xmlns:a="http://schemas.openxmlformats.org/drawingml/2006/main"/>
      </p:grpSpPr>
      <p:sp>
        <p:nvSpPr>
          <p:cNvPr id="36" name="Freeform: Shape 35">
            <a:extLst xmlns:a="http://schemas.openxmlformats.org/drawingml/2006/main">
              <a:ext uri="{FF2B5EF4-FFF2-40B4-BE49-F238E27FC236}">
                <a16:creationId xmlns:a16="http://schemas.microsoft.com/office/drawing/2014/main" id="{DCD147EF-D5ED-4E59-AEBF-5E3180DD0406}"/>
              </a:ext>
            </a:extLst>
          </p:cNvPr>
          <p:cNvSpPr>
            <a:spLocks xmlns:a="http://schemas.openxmlformats.org/drawingml/2006/main" noGrp="1"/>
          </p:cNvSpPr>
          <p:nvPr/>
        </p:nvSpPr>
        <p:spPr>
          <a:xfrm xmlns:a="http://schemas.openxmlformats.org/drawingml/2006/main">
            <a:off x="-1" y="620714"/>
            <a:ext cx="12192001" cy="4290194"/>
          </a:xfrm>
          <a:custGeom xmlns:a="http://schemas.openxmlformats.org/drawingml/2006/main">
            <a:gdLst>
              <a:gd name="connsiteX0" fmla="*/ 8397881 w 12192001"/>
              <a:gd name="connsiteY0" fmla="*/ 3878590 h 4290194"/>
              <a:gd name="connsiteX1" fmla="*/ 8397951 w 12192001"/>
              <a:gd name="connsiteY1" fmla="*/ 3878904 h 4290194"/>
              <a:gd name="connsiteX2" fmla="*/ 8398480 w 12192001"/>
              <a:gd name="connsiteY2" fmla="*/ 3878590 h 4290194"/>
              <a:gd name="connsiteX3" fmla="*/ 3793520 w 12192001"/>
              <a:gd name="connsiteY3" fmla="*/ 3878590 h 4290194"/>
              <a:gd name="connsiteX4" fmla="*/ 3794049 w 12192001"/>
              <a:gd name="connsiteY4" fmla="*/ 3878904 h 4290194"/>
              <a:gd name="connsiteX5" fmla="*/ 3794120 w 12192001"/>
              <a:gd name="connsiteY5" fmla="*/ 3878590 h 4290194"/>
              <a:gd name="connsiteX6" fmla="*/ 8397951 w 12192001"/>
              <a:gd name="connsiteY6" fmla="*/ 411290 h 4290194"/>
              <a:gd name="connsiteX7" fmla="*/ 8397881 w 12192001"/>
              <a:gd name="connsiteY7" fmla="*/ 411604 h 4290194"/>
              <a:gd name="connsiteX8" fmla="*/ 8398480 w 12192001"/>
              <a:gd name="connsiteY8" fmla="*/ 411604 h 4290194"/>
              <a:gd name="connsiteX9" fmla="*/ 3794049 w 12192001"/>
              <a:gd name="connsiteY9" fmla="*/ 411290 h 4290194"/>
              <a:gd name="connsiteX10" fmla="*/ 3793520 w 12192001"/>
              <a:gd name="connsiteY10" fmla="*/ 411604 h 4290194"/>
              <a:gd name="connsiteX11" fmla="*/ 3794121 w 12192001"/>
              <a:gd name="connsiteY11" fmla="*/ 411604 h 4290194"/>
              <a:gd name="connsiteX12" fmla="*/ 3794049 w 12192001"/>
              <a:gd name="connsiteY12" fmla="*/ 411290 h 4290194"/>
              <a:gd name="connsiteX13" fmla="*/ 900721 w 12192001"/>
              <a:gd name="connsiteY13" fmla="*/ 638 h 4290194"/>
              <a:gd name="connsiteX14" fmla="*/ 1344798 w 12192001"/>
              <a:gd name="connsiteY14" fmla="*/ 192174 h 4290194"/>
              <a:gd name="connsiteX15" fmla="*/ 1767733 w 12192001"/>
              <a:gd name="connsiteY15" fmla="*/ 380166 h 4290194"/>
              <a:gd name="connsiteX16" fmla="*/ 2063786 w 12192001"/>
              <a:gd name="connsiteY16" fmla="*/ 231193 h 4290194"/>
              <a:gd name="connsiteX17" fmla="*/ 2627699 w 12192001"/>
              <a:gd name="connsiteY17" fmla="*/ 11281 h 4290194"/>
              <a:gd name="connsiteX18" fmla="*/ 3095570 w 12192001"/>
              <a:gd name="connsiteY18" fmla="*/ 159920 h 4290194"/>
              <a:gd name="connsiteX19" fmla="*/ 3158099 w 12192001"/>
              <a:gd name="connsiteY19" fmla="*/ 217474 h 4290194"/>
              <a:gd name="connsiteX20" fmla="*/ 3203013 w 12192001"/>
              <a:gd name="connsiteY20" fmla="*/ 254510 h 4290194"/>
              <a:gd name="connsiteX21" fmla="*/ 3212442 w 12192001"/>
              <a:gd name="connsiteY21" fmla="*/ 268105 h 4290194"/>
              <a:gd name="connsiteX22" fmla="*/ 3242605 w 12192001"/>
              <a:gd name="connsiteY22" fmla="*/ 296534 h 4290194"/>
              <a:gd name="connsiteX23" fmla="*/ 3473565 w 12192001"/>
              <a:gd name="connsiteY23" fmla="*/ 390805 h 4290194"/>
              <a:gd name="connsiteX24" fmla="*/ 3762573 w 12192001"/>
              <a:gd name="connsiteY24" fmla="*/ 241832 h 4290194"/>
              <a:gd name="connsiteX25" fmla="*/ 4439269 w 12192001"/>
              <a:gd name="connsiteY25" fmla="*/ 7732 h 4290194"/>
              <a:gd name="connsiteX26" fmla="*/ 4996126 w 12192001"/>
              <a:gd name="connsiteY26" fmla="*/ 248926 h 4290194"/>
              <a:gd name="connsiteX27" fmla="*/ 5235788 w 12192001"/>
              <a:gd name="connsiteY27" fmla="*/ 380166 h 4290194"/>
              <a:gd name="connsiteX28" fmla="*/ 5517746 w 12192001"/>
              <a:gd name="connsiteY28" fmla="*/ 245381 h 4290194"/>
              <a:gd name="connsiteX29" fmla="*/ 5613237 w 12192001"/>
              <a:gd name="connsiteY29" fmla="*/ 162469 h 4290194"/>
              <a:gd name="connsiteX30" fmla="*/ 5633152 w 12192001"/>
              <a:gd name="connsiteY30" fmla="*/ 149891 h 4290194"/>
              <a:gd name="connsiteX31" fmla="*/ 5646994 w 12192001"/>
              <a:gd name="connsiteY31" fmla="*/ 136532 h 4290194"/>
              <a:gd name="connsiteX32" fmla="*/ 6082152 w 12192001"/>
              <a:gd name="connsiteY32" fmla="*/ 14826 h 4290194"/>
              <a:gd name="connsiteX33" fmla="*/ 6096002 w 12192001"/>
              <a:gd name="connsiteY33" fmla="*/ 15341 h 4290194"/>
              <a:gd name="connsiteX34" fmla="*/ 6109851 w 12192001"/>
              <a:gd name="connsiteY34" fmla="*/ 14826 h 4290194"/>
              <a:gd name="connsiteX35" fmla="*/ 6545012 w 12192001"/>
              <a:gd name="connsiteY35" fmla="*/ 136532 h 4290194"/>
              <a:gd name="connsiteX36" fmla="*/ 6558854 w 12192001"/>
              <a:gd name="connsiteY36" fmla="*/ 149890 h 4290194"/>
              <a:gd name="connsiteX37" fmla="*/ 6578768 w 12192001"/>
              <a:gd name="connsiteY37" fmla="*/ 162469 h 4290194"/>
              <a:gd name="connsiteX38" fmla="*/ 6674259 w 12192001"/>
              <a:gd name="connsiteY38" fmla="*/ 245381 h 4290194"/>
              <a:gd name="connsiteX39" fmla="*/ 6956214 w 12192001"/>
              <a:gd name="connsiteY39" fmla="*/ 380166 h 4290194"/>
              <a:gd name="connsiteX40" fmla="*/ 7195876 w 12192001"/>
              <a:gd name="connsiteY40" fmla="*/ 248926 h 4290194"/>
              <a:gd name="connsiteX41" fmla="*/ 7752735 w 12192001"/>
              <a:gd name="connsiteY41" fmla="*/ 7732 h 4290194"/>
              <a:gd name="connsiteX42" fmla="*/ 8429428 w 12192001"/>
              <a:gd name="connsiteY42" fmla="*/ 241832 h 4290194"/>
              <a:gd name="connsiteX43" fmla="*/ 8718436 w 12192001"/>
              <a:gd name="connsiteY43" fmla="*/ 390805 h 4290194"/>
              <a:gd name="connsiteX44" fmla="*/ 8949396 w 12192001"/>
              <a:gd name="connsiteY44" fmla="*/ 296534 h 4290194"/>
              <a:gd name="connsiteX45" fmla="*/ 8979560 w 12192001"/>
              <a:gd name="connsiteY45" fmla="*/ 268105 h 4290194"/>
              <a:gd name="connsiteX46" fmla="*/ 8988988 w 12192001"/>
              <a:gd name="connsiteY46" fmla="*/ 254510 h 4290194"/>
              <a:gd name="connsiteX47" fmla="*/ 9033902 w 12192001"/>
              <a:gd name="connsiteY47" fmla="*/ 217474 h 4290194"/>
              <a:gd name="connsiteX48" fmla="*/ 9096430 w 12192001"/>
              <a:gd name="connsiteY48" fmla="*/ 159920 h 4290194"/>
              <a:gd name="connsiteX49" fmla="*/ 9564304 w 12192001"/>
              <a:gd name="connsiteY49" fmla="*/ 11281 h 4290194"/>
              <a:gd name="connsiteX50" fmla="*/ 10128215 w 12192001"/>
              <a:gd name="connsiteY50" fmla="*/ 231193 h 4290194"/>
              <a:gd name="connsiteX51" fmla="*/ 10424269 w 12192001"/>
              <a:gd name="connsiteY51" fmla="*/ 380166 h 4290194"/>
              <a:gd name="connsiteX52" fmla="*/ 10847202 w 12192001"/>
              <a:gd name="connsiteY52" fmla="*/ 192174 h 4290194"/>
              <a:gd name="connsiteX53" fmla="*/ 11291279 w 12192001"/>
              <a:gd name="connsiteY53" fmla="*/ 638 h 4290194"/>
              <a:gd name="connsiteX54" fmla="*/ 11808711 w 12192001"/>
              <a:gd name="connsiteY54" fmla="*/ 148780 h 4290194"/>
              <a:gd name="connsiteX55" fmla="*/ 11911532 w 12192001"/>
              <a:gd name="connsiteY55" fmla="*/ 230577 h 4290194"/>
              <a:gd name="connsiteX56" fmla="*/ 11942396 w 12192001"/>
              <a:gd name="connsiteY56" fmla="*/ 254510 h 4290194"/>
              <a:gd name="connsiteX57" fmla="*/ 11944992 w 12192001"/>
              <a:gd name="connsiteY57" fmla="*/ 258029 h 4290194"/>
              <a:gd name="connsiteX58" fmla="*/ 11967973 w 12192001"/>
              <a:gd name="connsiteY58" fmla="*/ 277302 h 4290194"/>
              <a:gd name="connsiteX59" fmla="*/ 12165341 w 12192001"/>
              <a:gd name="connsiteY59" fmla="*/ 350459 h 4290194"/>
              <a:gd name="connsiteX60" fmla="*/ 12192000 w 12192001"/>
              <a:gd name="connsiteY60" fmla="*/ 352270 h 4290194"/>
              <a:gd name="connsiteX61" fmla="*/ 12192000 w 12192001"/>
              <a:gd name="connsiteY61" fmla="*/ 453983 h 4290194"/>
              <a:gd name="connsiteX62" fmla="*/ 12192000 w 12192001"/>
              <a:gd name="connsiteY62" fmla="*/ 907623 h 4290194"/>
              <a:gd name="connsiteX63" fmla="*/ 12192001 w 12192001"/>
              <a:gd name="connsiteY63" fmla="*/ 907623 h 4290194"/>
              <a:gd name="connsiteX64" fmla="*/ 12192001 w 12192001"/>
              <a:gd name="connsiteY64" fmla="*/ 3530337 h 4290194"/>
              <a:gd name="connsiteX65" fmla="*/ 12192000 w 12192001"/>
              <a:gd name="connsiteY65" fmla="*/ 3530337 h 4290194"/>
              <a:gd name="connsiteX66" fmla="*/ 12192000 w 12192001"/>
              <a:gd name="connsiteY66" fmla="*/ 3836211 h 4290194"/>
              <a:gd name="connsiteX67" fmla="*/ 12192000 w 12192001"/>
              <a:gd name="connsiteY67" fmla="*/ 3937924 h 4290194"/>
              <a:gd name="connsiteX68" fmla="*/ 12165341 w 12192001"/>
              <a:gd name="connsiteY68" fmla="*/ 3939735 h 4290194"/>
              <a:gd name="connsiteX69" fmla="*/ 11967973 w 12192001"/>
              <a:gd name="connsiteY69" fmla="*/ 4012892 h 4290194"/>
              <a:gd name="connsiteX70" fmla="*/ 11944992 w 12192001"/>
              <a:gd name="connsiteY70" fmla="*/ 4032165 h 4290194"/>
              <a:gd name="connsiteX71" fmla="*/ 11942396 w 12192001"/>
              <a:gd name="connsiteY71" fmla="*/ 4035684 h 4290194"/>
              <a:gd name="connsiteX72" fmla="*/ 11911532 w 12192001"/>
              <a:gd name="connsiteY72" fmla="*/ 4059617 h 4290194"/>
              <a:gd name="connsiteX73" fmla="*/ 11808711 w 12192001"/>
              <a:gd name="connsiteY73" fmla="*/ 4141414 h 4290194"/>
              <a:gd name="connsiteX74" fmla="*/ 11291279 w 12192001"/>
              <a:gd name="connsiteY74" fmla="*/ 4289556 h 4290194"/>
              <a:gd name="connsiteX75" fmla="*/ 10847202 w 12192001"/>
              <a:gd name="connsiteY75" fmla="*/ 4098020 h 4290194"/>
              <a:gd name="connsiteX76" fmla="*/ 10424269 w 12192001"/>
              <a:gd name="connsiteY76" fmla="*/ 3910028 h 4290194"/>
              <a:gd name="connsiteX77" fmla="*/ 10128215 w 12192001"/>
              <a:gd name="connsiteY77" fmla="*/ 4059001 h 4290194"/>
              <a:gd name="connsiteX78" fmla="*/ 9564304 w 12192001"/>
              <a:gd name="connsiteY78" fmla="*/ 4278913 h 4290194"/>
              <a:gd name="connsiteX79" fmla="*/ 9096430 w 12192001"/>
              <a:gd name="connsiteY79" fmla="*/ 4130274 h 4290194"/>
              <a:gd name="connsiteX80" fmla="*/ 9033902 w 12192001"/>
              <a:gd name="connsiteY80" fmla="*/ 4072720 h 4290194"/>
              <a:gd name="connsiteX81" fmla="*/ 8988988 w 12192001"/>
              <a:gd name="connsiteY81" fmla="*/ 4035684 h 4290194"/>
              <a:gd name="connsiteX82" fmla="*/ 8979560 w 12192001"/>
              <a:gd name="connsiteY82" fmla="*/ 4022089 h 4290194"/>
              <a:gd name="connsiteX83" fmla="*/ 8949396 w 12192001"/>
              <a:gd name="connsiteY83" fmla="*/ 3993660 h 4290194"/>
              <a:gd name="connsiteX84" fmla="*/ 8718436 w 12192001"/>
              <a:gd name="connsiteY84" fmla="*/ 3899389 h 4290194"/>
              <a:gd name="connsiteX85" fmla="*/ 8429428 w 12192001"/>
              <a:gd name="connsiteY85" fmla="*/ 4048362 h 4290194"/>
              <a:gd name="connsiteX86" fmla="*/ 7752735 w 12192001"/>
              <a:gd name="connsiteY86" fmla="*/ 4282462 h 4290194"/>
              <a:gd name="connsiteX87" fmla="*/ 7195876 w 12192001"/>
              <a:gd name="connsiteY87" fmla="*/ 4041268 h 4290194"/>
              <a:gd name="connsiteX88" fmla="*/ 6956214 w 12192001"/>
              <a:gd name="connsiteY88" fmla="*/ 3910028 h 4290194"/>
              <a:gd name="connsiteX89" fmla="*/ 6674259 w 12192001"/>
              <a:gd name="connsiteY89" fmla="*/ 4044813 h 4290194"/>
              <a:gd name="connsiteX90" fmla="*/ 6578768 w 12192001"/>
              <a:gd name="connsiteY90" fmla="*/ 4127725 h 4290194"/>
              <a:gd name="connsiteX91" fmla="*/ 6558854 w 12192001"/>
              <a:gd name="connsiteY91" fmla="*/ 4140304 h 4290194"/>
              <a:gd name="connsiteX92" fmla="*/ 6545012 w 12192001"/>
              <a:gd name="connsiteY92" fmla="*/ 4153662 h 4290194"/>
              <a:gd name="connsiteX93" fmla="*/ 6109851 w 12192001"/>
              <a:gd name="connsiteY93" fmla="*/ 4275368 h 4290194"/>
              <a:gd name="connsiteX94" fmla="*/ 6096002 w 12192001"/>
              <a:gd name="connsiteY94" fmla="*/ 4274853 h 4290194"/>
              <a:gd name="connsiteX95" fmla="*/ 6082152 w 12192001"/>
              <a:gd name="connsiteY95" fmla="*/ 4275368 h 4290194"/>
              <a:gd name="connsiteX96" fmla="*/ 5646994 w 12192001"/>
              <a:gd name="connsiteY96" fmla="*/ 4153662 h 4290194"/>
              <a:gd name="connsiteX97" fmla="*/ 5633152 w 12192001"/>
              <a:gd name="connsiteY97" fmla="*/ 4140303 h 4290194"/>
              <a:gd name="connsiteX98" fmla="*/ 5613237 w 12192001"/>
              <a:gd name="connsiteY98" fmla="*/ 4127725 h 4290194"/>
              <a:gd name="connsiteX99" fmla="*/ 5517746 w 12192001"/>
              <a:gd name="connsiteY99" fmla="*/ 4044813 h 4290194"/>
              <a:gd name="connsiteX100" fmla="*/ 5235788 w 12192001"/>
              <a:gd name="connsiteY100" fmla="*/ 3910028 h 4290194"/>
              <a:gd name="connsiteX101" fmla="*/ 4996126 w 12192001"/>
              <a:gd name="connsiteY101" fmla="*/ 4041268 h 4290194"/>
              <a:gd name="connsiteX102" fmla="*/ 4439269 w 12192001"/>
              <a:gd name="connsiteY102" fmla="*/ 4282462 h 4290194"/>
              <a:gd name="connsiteX103" fmla="*/ 3762572 w 12192001"/>
              <a:gd name="connsiteY103" fmla="*/ 4048362 h 4290194"/>
              <a:gd name="connsiteX104" fmla="*/ 3473564 w 12192001"/>
              <a:gd name="connsiteY104" fmla="*/ 3899389 h 4290194"/>
              <a:gd name="connsiteX105" fmla="*/ 3242604 w 12192001"/>
              <a:gd name="connsiteY105" fmla="*/ 3993660 h 4290194"/>
              <a:gd name="connsiteX106" fmla="*/ 3212441 w 12192001"/>
              <a:gd name="connsiteY106" fmla="*/ 4022089 h 4290194"/>
              <a:gd name="connsiteX107" fmla="*/ 3203012 w 12192001"/>
              <a:gd name="connsiteY107" fmla="*/ 4035684 h 4290194"/>
              <a:gd name="connsiteX108" fmla="*/ 3158099 w 12192001"/>
              <a:gd name="connsiteY108" fmla="*/ 4072720 h 4290194"/>
              <a:gd name="connsiteX109" fmla="*/ 3095570 w 12192001"/>
              <a:gd name="connsiteY109" fmla="*/ 4130274 h 4290194"/>
              <a:gd name="connsiteX110" fmla="*/ 2627698 w 12192001"/>
              <a:gd name="connsiteY110" fmla="*/ 4278913 h 4290194"/>
              <a:gd name="connsiteX111" fmla="*/ 2063785 w 12192001"/>
              <a:gd name="connsiteY111" fmla="*/ 4059001 h 4290194"/>
              <a:gd name="connsiteX112" fmla="*/ 1767732 w 12192001"/>
              <a:gd name="connsiteY112" fmla="*/ 3910028 h 4290194"/>
              <a:gd name="connsiteX113" fmla="*/ 1344798 w 12192001"/>
              <a:gd name="connsiteY113" fmla="*/ 4098020 h 4290194"/>
              <a:gd name="connsiteX114" fmla="*/ 900721 w 12192001"/>
              <a:gd name="connsiteY114" fmla="*/ 4289556 h 4290194"/>
              <a:gd name="connsiteX115" fmla="*/ 383289 w 12192001"/>
              <a:gd name="connsiteY115" fmla="*/ 4141414 h 4290194"/>
              <a:gd name="connsiteX116" fmla="*/ 280468 w 12192001"/>
              <a:gd name="connsiteY116" fmla="*/ 4059617 h 4290194"/>
              <a:gd name="connsiteX117" fmla="*/ 249604 w 12192001"/>
              <a:gd name="connsiteY117" fmla="*/ 4035684 h 4290194"/>
              <a:gd name="connsiteX118" fmla="*/ 247008 w 12192001"/>
              <a:gd name="connsiteY118" fmla="*/ 4032165 h 4290194"/>
              <a:gd name="connsiteX119" fmla="*/ 224027 w 12192001"/>
              <a:gd name="connsiteY119" fmla="*/ 4012892 h 4290194"/>
              <a:gd name="connsiteX120" fmla="*/ 26659 w 12192001"/>
              <a:gd name="connsiteY120" fmla="*/ 3939735 h 4290194"/>
              <a:gd name="connsiteX121" fmla="*/ 0 w 12192001"/>
              <a:gd name="connsiteY121" fmla="*/ 3937924 h 4290194"/>
              <a:gd name="connsiteX122" fmla="*/ 0 w 12192001"/>
              <a:gd name="connsiteY122" fmla="*/ 3836211 h 4290194"/>
              <a:gd name="connsiteX123" fmla="*/ 0 w 12192001"/>
              <a:gd name="connsiteY123" fmla="*/ 3184290 h 4290194"/>
              <a:gd name="connsiteX124" fmla="*/ 1 w 12192001"/>
              <a:gd name="connsiteY124" fmla="*/ 3184290 h 4290194"/>
              <a:gd name="connsiteX125" fmla="*/ 1 w 12192001"/>
              <a:gd name="connsiteY125" fmla="*/ 1105904 h 4290194"/>
              <a:gd name="connsiteX126" fmla="*/ 0 w 12192001"/>
              <a:gd name="connsiteY126" fmla="*/ 1105904 h 4290194"/>
              <a:gd name="connsiteX127" fmla="*/ 0 w 12192001"/>
              <a:gd name="connsiteY127" fmla="*/ 453983 h 4290194"/>
              <a:gd name="connsiteX128" fmla="*/ 0 w 12192001"/>
              <a:gd name="connsiteY128" fmla="*/ 352270 h 4290194"/>
              <a:gd name="connsiteX129" fmla="*/ 26659 w 12192001"/>
              <a:gd name="connsiteY129" fmla="*/ 350459 h 4290194"/>
              <a:gd name="connsiteX130" fmla="*/ 224027 w 12192001"/>
              <a:gd name="connsiteY130" fmla="*/ 277302 h 4290194"/>
              <a:gd name="connsiteX131" fmla="*/ 247008 w 12192001"/>
              <a:gd name="connsiteY131" fmla="*/ 258029 h 4290194"/>
              <a:gd name="connsiteX132" fmla="*/ 249604 w 12192001"/>
              <a:gd name="connsiteY132" fmla="*/ 254510 h 4290194"/>
              <a:gd name="connsiteX133" fmla="*/ 280468 w 12192001"/>
              <a:gd name="connsiteY133" fmla="*/ 230577 h 4290194"/>
              <a:gd name="connsiteX134" fmla="*/ 383289 w 12192001"/>
              <a:gd name="connsiteY134" fmla="*/ 148780 h 4290194"/>
              <a:gd name="connsiteX135" fmla="*/ 900721 w 12192001"/>
              <a:gd name="connsiteY135" fmla="*/ 638 h 4290194"/>
            </a:gdLst>
            <a:rect l="l" t="t" r="r" b="b"/>
            <a:pathLst>
              <a:path w="12192001" h="4290194">
                <a:moveTo>
                  <a:pt x="8397881" y="3878590"/>
                </a:moveTo>
                <a:cubicBezTo>
                  <a:pt x="8397905" y="3878695"/>
                  <a:pt x="8397928" y="3878800"/>
                  <a:pt x="8397951" y="3878904"/>
                </a:cubicBezTo>
                <a:lnTo>
                  <a:pt x="8398480" y="3878590"/>
                </a:lnTo>
                <a:close/>
                <a:moveTo>
                  <a:pt x="3793520" y="3878590"/>
                </a:moveTo>
                <a:lnTo>
                  <a:pt x="3794049" y="3878904"/>
                </a:lnTo>
                <a:cubicBezTo>
                  <a:pt x="3794073" y="3878800"/>
                  <a:pt x="3794095" y="3878695"/>
                  <a:pt x="3794120" y="3878590"/>
                </a:cubicBezTo>
                <a:close/>
                <a:moveTo>
                  <a:pt x="8397951" y="411290"/>
                </a:moveTo>
                <a:cubicBezTo>
                  <a:pt x="8397928" y="411394"/>
                  <a:pt x="8397905" y="411499"/>
                  <a:pt x="8397881" y="411604"/>
                </a:cubicBezTo>
                <a:lnTo>
                  <a:pt x="8398480" y="411604"/>
                </a:lnTo>
                <a:close/>
                <a:moveTo>
                  <a:pt x="3794049" y="411290"/>
                </a:moveTo>
                <a:lnTo>
                  <a:pt x="3793520" y="411604"/>
                </a:lnTo>
                <a:lnTo>
                  <a:pt x="3794121" y="411604"/>
                </a:lnTo>
                <a:cubicBezTo>
                  <a:pt x="3794095" y="411499"/>
                  <a:pt x="3794074" y="411394"/>
                  <a:pt x="3794049" y="411290"/>
                </a:cubicBezTo>
                <a:close/>
                <a:moveTo>
                  <a:pt x="900721" y="638"/>
                </a:moveTo>
                <a:cubicBezTo>
                  <a:pt x="1091038" y="4187"/>
                  <a:pt x="1217918" y="96408"/>
                  <a:pt x="1344798" y="192174"/>
                </a:cubicBezTo>
                <a:cubicBezTo>
                  <a:pt x="1464634" y="284396"/>
                  <a:pt x="1598560" y="380166"/>
                  <a:pt x="1767733" y="380166"/>
                </a:cubicBezTo>
                <a:cubicBezTo>
                  <a:pt x="1901665" y="380166"/>
                  <a:pt x="1979199" y="309226"/>
                  <a:pt x="2063786" y="231193"/>
                </a:cubicBezTo>
                <a:cubicBezTo>
                  <a:pt x="2183621" y="121235"/>
                  <a:pt x="2310502" y="7732"/>
                  <a:pt x="2627699" y="11281"/>
                </a:cubicBezTo>
                <a:cubicBezTo>
                  <a:pt x="2870886" y="13939"/>
                  <a:pt x="2999088" y="80446"/>
                  <a:pt x="3095570" y="159920"/>
                </a:cubicBezTo>
                <a:lnTo>
                  <a:pt x="3158099" y="217474"/>
                </a:lnTo>
                <a:lnTo>
                  <a:pt x="3203013" y="254510"/>
                </a:lnTo>
                <a:lnTo>
                  <a:pt x="3212442" y="268105"/>
                </a:lnTo>
                <a:lnTo>
                  <a:pt x="3242605" y="296534"/>
                </a:lnTo>
                <a:cubicBezTo>
                  <a:pt x="3301748" y="348907"/>
                  <a:pt x="3367832" y="390805"/>
                  <a:pt x="3473565" y="390805"/>
                </a:cubicBezTo>
                <a:cubicBezTo>
                  <a:pt x="3593400" y="394354"/>
                  <a:pt x="3677986" y="319865"/>
                  <a:pt x="3762573" y="241832"/>
                </a:cubicBezTo>
                <a:cubicBezTo>
                  <a:pt x="3903550" y="117690"/>
                  <a:pt x="4051574" y="-20644"/>
                  <a:pt x="4439269" y="7732"/>
                </a:cubicBezTo>
                <a:cubicBezTo>
                  <a:pt x="4805812" y="32563"/>
                  <a:pt x="4904493" y="146066"/>
                  <a:pt x="4996126" y="248926"/>
                </a:cubicBezTo>
                <a:cubicBezTo>
                  <a:pt x="5052517" y="312771"/>
                  <a:pt x="5101862" y="373072"/>
                  <a:pt x="5235788" y="380166"/>
                </a:cubicBezTo>
                <a:cubicBezTo>
                  <a:pt x="5362670" y="390805"/>
                  <a:pt x="5433157" y="319865"/>
                  <a:pt x="5517746" y="245381"/>
                </a:cubicBezTo>
                <a:cubicBezTo>
                  <a:pt x="5547703" y="217891"/>
                  <a:pt x="5578542" y="189515"/>
                  <a:pt x="5613237" y="162469"/>
                </a:cubicBezTo>
                <a:lnTo>
                  <a:pt x="5633152" y="149891"/>
                </a:lnTo>
                <a:lnTo>
                  <a:pt x="5646994" y="136532"/>
                </a:lnTo>
                <a:cubicBezTo>
                  <a:pt x="5726622" y="70027"/>
                  <a:pt x="5838966" y="17487"/>
                  <a:pt x="6082152" y="14826"/>
                </a:cubicBezTo>
                <a:lnTo>
                  <a:pt x="6096002" y="15341"/>
                </a:lnTo>
                <a:lnTo>
                  <a:pt x="6109851" y="14826"/>
                </a:lnTo>
                <a:cubicBezTo>
                  <a:pt x="6353036" y="17487"/>
                  <a:pt x="6465382" y="70027"/>
                  <a:pt x="6545012" y="136532"/>
                </a:cubicBezTo>
                <a:lnTo>
                  <a:pt x="6558854" y="149890"/>
                </a:lnTo>
                <a:lnTo>
                  <a:pt x="6578768" y="162469"/>
                </a:lnTo>
                <a:cubicBezTo>
                  <a:pt x="6613461" y="189515"/>
                  <a:pt x="6644300" y="217891"/>
                  <a:pt x="6674259" y="245381"/>
                </a:cubicBezTo>
                <a:cubicBezTo>
                  <a:pt x="6758845" y="319865"/>
                  <a:pt x="6829334" y="390805"/>
                  <a:pt x="6956214" y="380166"/>
                </a:cubicBezTo>
                <a:cubicBezTo>
                  <a:pt x="7090139" y="373072"/>
                  <a:pt x="7139485" y="312771"/>
                  <a:pt x="7195876" y="248926"/>
                </a:cubicBezTo>
                <a:cubicBezTo>
                  <a:pt x="7287509" y="146066"/>
                  <a:pt x="7386193" y="32563"/>
                  <a:pt x="7752735" y="7732"/>
                </a:cubicBezTo>
                <a:cubicBezTo>
                  <a:pt x="8140427" y="-20644"/>
                  <a:pt x="8288451" y="117690"/>
                  <a:pt x="8429428" y="241832"/>
                </a:cubicBezTo>
                <a:cubicBezTo>
                  <a:pt x="8514015" y="319865"/>
                  <a:pt x="8598603" y="394354"/>
                  <a:pt x="8718436" y="390805"/>
                </a:cubicBezTo>
                <a:cubicBezTo>
                  <a:pt x="8824169" y="390805"/>
                  <a:pt x="8890254" y="348907"/>
                  <a:pt x="8949396" y="296534"/>
                </a:cubicBezTo>
                <a:lnTo>
                  <a:pt x="8979560" y="268105"/>
                </a:lnTo>
                <a:lnTo>
                  <a:pt x="8988988" y="254510"/>
                </a:lnTo>
                <a:lnTo>
                  <a:pt x="9033902" y="217474"/>
                </a:lnTo>
                <a:lnTo>
                  <a:pt x="9096430" y="159920"/>
                </a:lnTo>
                <a:cubicBezTo>
                  <a:pt x="9192914" y="80446"/>
                  <a:pt x="9321117" y="13939"/>
                  <a:pt x="9564304" y="11281"/>
                </a:cubicBezTo>
                <a:cubicBezTo>
                  <a:pt x="9881500" y="7732"/>
                  <a:pt x="10008379" y="121235"/>
                  <a:pt x="10128215" y="231193"/>
                </a:cubicBezTo>
                <a:cubicBezTo>
                  <a:pt x="10212801" y="309226"/>
                  <a:pt x="10290336" y="380166"/>
                  <a:pt x="10424269" y="380166"/>
                </a:cubicBezTo>
                <a:cubicBezTo>
                  <a:pt x="10593442" y="380166"/>
                  <a:pt x="10727367" y="284396"/>
                  <a:pt x="10847202" y="192174"/>
                </a:cubicBezTo>
                <a:cubicBezTo>
                  <a:pt x="10974082" y="96408"/>
                  <a:pt x="11100963" y="4187"/>
                  <a:pt x="11291279" y="638"/>
                </a:cubicBezTo>
                <a:cubicBezTo>
                  <a:pt x="11545039" y="-7341"/>
                  <a:pt x="11687779" y="60494"/>
                  <a:pt x="11808711" y="148780"/>
                </a:cubicBezTo>
                <a:lnTo>
                  <a:pt x="11911532" y="230577"/>
                </a:lnTo>
                <a:lnTo>
                  <a:pt x="11942396" y="254510"/>
                </a:lnTo>
                <a:lnTo>
                  <a:pt x="11944992" y="258029"/>
                </a:lnTo>
                <a:lnTo>
                  <a:pt x="11967973" y="277302"/>
                </a:lnTo>
                <a:cubicBezTo>
                  <a:pt x="12024364" y="325187"/>
                  <a:pt x="12101901" y="343809"/>
                  <a:pt x="12165341" y="350459"/>
                </a:cubicBezTo>
                <a:lnTo>
                  <a:pt x="12192000" y="352270"/>
                </a:lnTo>
                <a:lnTo>
                  <a:pt x="12192000" y="453983"/>
                </a:lnTo>
                <a:lnTo>
                  <a:pt x="12192000" y="907623"/>
                </a:lnTo>
                <a:lnTo>
                  <a:pt x="12192001" y="907623"/>
                </a:lnTo>
                <a:lnTo>
                  <a:pt x="12192001" y="3530337"/>
                </a:lnTo>
                <a:lnTo>
                  <a:pt x="12192000" y="3530337"/>
                </a:lnTo>
                <a:lnTo>
                  <a:pt x="12192000" y="3836211"/>
                </a:lnTo>
                <a:lnTo>
                  <a:pt x="12192000" y="3937924"/>
                </a:lnTo>
                <a:lnTo>
                  <a:pt x="12165341" y="3939735"/>
                </a:lnTo>
                <a:cubicBezTo>
                  <a:pt x="12101901" y="3946385"/>
                  <a:pt x="12024364" y="3965007"/>
                  <a:pt x="11967973" y="4012892"/>
                </a:cubicBezTo>
                <a:lnTo>
                  <a:pt x="11944992" y="4032165"/>
                </a:lnTo>
                <a:lnTo>
                  <a:pt x="11942396" y="4035684"/>
                </a:lnTo>
                <a:lnTo>
                  <a:pt x="11911532" y="4059617"/>
                </a:lnTo>
                <a:lnTo>
                  <a:pt x="11808711" y="4141414"/>
                </a:lnTo>
                <a:cubicBezTo>
                  <a:pt x="11687779" y="4229700"/>
                  <a:pt x="11545039" y="4297535"/>
                  <a:pt x="11291279" y="4289556"/>
                </a:cubicBezTo>
                <a:cubicBezTo>
                  <a:pt x="11100963" y="4286007"/>
                  <a:pt x="10974082" y="4193786"/>
                  <a:pt x="10847202" y="4098020"/>
                </a:cubicBezTo>
                <a:cubicBezTo>
                  <a:pt x="10727367" y="4005798"/>
                  <a:pt x="10593442" y="3910028"/>
                  <a:pt x="10424269" y="3910028"/>
                </a:cubicBezTo>
                <a:cubicBezTo>
                  <a:pt x="10290336" y="3910028"/>
                  <a:pt x="10212801" y="3980968"/>
                  <a:pt x="10128215" y="4059001"/>
                </a:cubicBezTo>
                <a:cubicBezTo>
                  <a:pt x="10008379" y="4168959"/>
                  <a:pt x="9881500" y="4282462"/>
                  <a:pt x="9564304" y="4278913"/>
                </a:cubicBezTo>
                <a:cubicBezTo>
                  <a:pt x="9321117" y="4276255"/>
                  <a:pt x="9192914" y="4209748"/>
                  <a:pt x="9096430" y="4130274"/>
                </a:cubicBezTo>
                <a:lnTo>
                  <a:pt x="9033902" y="4072720"/>
                </a:lnTo>
                <a:lnTo>
                  <a:pt x="8988988" y="4035684"/>
                </a:lnTo>
                <a:lnTo>
                  <a:pt x="8979560" y="4022089"/>
                </a:lnTo>
                <a:lnTo>
                  <a:pt x="8949396" y="3993660"/>
                </a:lnTo>
                <a:cubicBezTo>
                  <a:pt x="8890254" y="3941287"/>
                  <a:pt x="8824169" y="3899389"/>
                  <a:pt x="8718436" y="3899389"/>
                </a:cubicBezTo>
                <a:cubicBezTo>
                  <a:pt x="8598603" y="3895840"/>
                  <a:pt x="8514015" y="3970329"/>
                  <a:pt x="8429428" y="4048362"/>
                </a:cubicBezTo>
                <a:cubicBezTo>
                  <a:pt x="8288451" y="4172504"/>
                  <a:pt x="8140427" y="4310838"/>
                  <a:pt x="7752735" y="4282462"/>
                </a:cubicBezTo>
                <a:cubicBezTo>
                  <a:pt x="7386193" y="4257631"/>
                  <a:pt x="7287509" y="4144128"/>
                  <a:pt x="7195876" y="4041268"/>
                </a:cubicBezTo>
                <a:cubicBezTo>
                  <a:pt x="7139485" y="3977423"/>
                  <a:pt x="7090139" y="3917122"/>
                  <a:pt x="6956214" y="3910028"/>
                </a:cubicBezTo>
                <a:cubicBezTo>
                  <a:pt x="6829334" y="3899389"/>
                  <a:pt x="6758845" y="3970329"/>
                  <a:pt x="6674259" y="4044813"/>
                </a:cubicBezTo>
                <a:cubicBezTo>
                  <a:pt x="6644300" y="4072303"/>
                  <a:pt x="6613461" y="4100679"/>
                  <a:pt x="6578768" y="4127725"/>
                </a:cubicBezTo>
                <a:lnTo>
                  <a:pt x="6558854" y="4140304"/>
                </a:lnTo>
                <a:lnTo>
                  <a:pt x="6545012" y="4153662"/>
                </a:lnTo>
                <a:cubicBezTo>
                  <a:pt x="6465382" y="4220167"/>
                  <a:pt x="6353036" y="4272707"/>
                  <a:pt x="6109851" y="4275368"/>
                </a:cubicBezTo>
                <a:lnTo>
                  <a:pt x="6096002" y="4274853"/>
                </a:lnTo>
                <a:lnTo>
                  <a:pt x="6082152" y="4275368"/>
                </a:lnTo>
                <a:cubicBezTo>
                  <a:pt x="5838966" y="4272707"/>
                  <a:pt x="5726622" y="4220167"/>
                  <a:pt x="5646994" y="4153662"/>
                </a:cubicBezTo>
                <a:lnTo>
                  <a:pt x="5633152" y="4140303"/>
                </a:lnTo>
                <a:lnTo>
                  <a:pt x="5613237" y="4127725"/>
                </a:lnTo>
                <a:cubicBezTo>
                  <a:pt x="5578542" y="4100679"/>
                  <a:pt x="5547703" y="4072303"/>
                  <a:pt x="5517746" y="4044813"/>
                </a:cubicBezTo>
                <a:cubicBezTo>
                  <a:pt x="5433157" y="3970329"/>
                  <a:pt x="5362670" y="3899389"/>
                  <a:pt x="5235788" y="3910028"/>
                </a:cubicBezTo>
                <a:cubicBezTo>
                  <a:pt x="5101862" y="3917122"/>
                  <a:pt x="5052517" y="3977423"/>
                  <a:pt x="4996126" y="4041268"/>
                </a:cubicBezTo>
                <a:cubicBezTo>
                  <a:pt x="4904493" y="4144128"/>
                  <a:pt x="4805812" y="4257631"/>
                  <a:pt x="4439269" y="4282462"/>
                </a:cubicBezTo>
                <a:cubicBezTo>
                  <a:pt x="4051573" y="4310838"/>
                  <a:pt x="3903550" y="4172504"/>
                  <a:pt x="3762572" y="4048362"/>
                </a:cubicBezTo>
                <a:cubicBezTo>
                  <a:pt x="3677986" y="3970329"/>
                  <a:pt x="3593399" y="3895840"/>
                  <a:pt x="3473564" y="3899389"/>
                </a:cubicBezTo>
                <a:cubicBezTo>
                  <a:pt x="3367831" y="3899389"/>
                  <a:pt x="3301747" y="3941287"/>
                  <a:pt x="3242604" y="3993660"/>
                </a:cubicBezTo>
                <a:lnTo>
                  <a:pt x="3212441" y="4022089"/>
                </a:lnTo>
                <a:lnTo>
                  <a:pt x="3203012" y="4035684"/>
                </a:lnTo>
                <a:lnTo>
                  <a:pt x="3158099" y="4072720"/>
                </a:lnTo>
                <a:lnTo>
                  <a:pt x="3095570" y="4130274"/>
                </a:lnTo>
                <a:cubicBezTo>
                  <a:pt x="2999088" y="4209748"/>
                  <a:pt x="2870885" y="4276255"/>
                  <a:pt x="2627698" y="4278913"/>
                </a:cubicBezTo>
                <a:cubicBezTo>
                  <a:pt x="2310501" y="4282462"/>
                  <a:pt x="2183621" y="4168959"/>
                  <a:pt x="2063785" y="4059001"/>
                </a:cubicBezTo>
                <a:cubicBezTo>
                  <a:pt x="1979199" y="3980968"/>
                  <a:pt x="1901665" y="3910028"/>
                  <a:pt x="1767732" y="3910028"/>
                </a:cubicBezTo>
                <a:cubicBezTo>
                  <a:pt x="1598560" y="3910028"/>
                  <a:pt x="1464634" y="4005798"/>
                  <a:pt x="1344798" y="4098020"/>
                </a:cubicBezTo>
                <a:cubicBezTo>
                  <a:pt x="1217918" y="4193786"/>
                  <a:pt x="1091038" y="4286007"/>
                  <a:pt x="900721" y="4289556"/>
                </a:cubicBezTo>
                <a:cubicBezTo>
                  <a:pt x="646961" y="4297535"/>
                  <a:pt x="504221" y="4229700"/>
                  <a:pt x="383289" y="4141414"/>
                </a:cubicBezTo>
                <a:lnTo>
                  <a:pt x="280468" y="4059617"/>
                </a:lnTo>
                <a:lnTo>
                  <a:pt x="249604" y="4035684"/>
                </a:lnTo>
                <a:lnTo>
                  <a:pt x="247008" y="4032165"/>
                </a:lnTo>
                <a:lnTo>
                  <a:pt x="224027" y="4012892"/>
                </a:lnTo>
                <a:cubicBezTo>
                  <a:pt x="167637" y="3965007"/>
                  <a:pt x="90099" y="3946385"/>
                  <a:pt x="26659" y="3939735"/>
                </a:cubicBezTo>
                <a:lnTo>
                  <a:pt x="0" y="3937924"/>
                </a:lnTo>
                <a:lnTo>
                  <a:pt x="0" y="3836211"/>
                </a:lnTo>
                <a:lnTo>
                  <a:pt x="0" y="3184290"/>
                </a:lnTo>
                <a:lnTo>
                  <a:pt x="1" y="3184290"/>
                </a:lnTo>
                <a:lnTo>
                  <a:pt x="1" y="1105904"/>
                </a:lnTo>
                <a:lnTo>
                  <a:pt x="0" y="1105904"/>
                </a:lnTo>
                <a:lnTo>
                  <a:pt x="0" y="453983"/>
                </a:lnTo>
                <a:lnTo>
                  <a:pt x="0" y="352270"/>
                </a:lnTo>
                <a:lnTo>
                  <a:pt x="26659" y="350459"/>
                </a:lnTo>
                <a:cubicBezTo>
                  <a:pt x="90099" y="343809"/>
                  <a:pt x="167637" y="325187"/>
                  <a:pt x="224027" y="277302"/>
                </a:cubicBezTo>
                <a:lnTo>
                  <a:pt x="247008" y="258029"/>
                </a:lnTo>
                <a:lnTo>
                  <a:pt x="249604" y="254510"/>
                </a:lnTo>
                <a:lnTo>
                  <a:pt x="280468" y="230577"/>
                </a:lnTo>
                <a:lnTo>
                  <a:pt x="383289" y="148780"/>
                </a:lnTo>
                <a:cubicBezTo>
                  <a:pt x="504221" y="60494"/>
                  <a:pt x="646961" y="-7341"/>
                  <a:pt x="900721" y="638"/>
                </a:cubicBezTo>
                <a:close/>
              </a:path>
            </a:pathLst>
          </a:custGeom>
          <a:solidFill xmlns:a="http://schemas.openxmlformats.org/drawingml/2006/main">
            <a:schemeClr val="accent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Picture Placeholder 42">
            <a:extLst xmlns:a="http://schemas.openxmlformats.org/drawingml/2006/main">
              <a:ext uri="{FF2B5EF4-FFF2-40B4-BE49-F238E27FC236}">
                <a16:creationId xmlns:a16="http://schemas.microsoft.com/office/drawing/2014/main" id="{38664057-2774-47A1-B26D-41DBBCAF293C}"/>
              </a:ext>
            </a:extLst>
          </p:cNvPr>
          <p:cNvSpPr>
            <a:spLocks xmlns:a="http://schemas.openxmlformats.org/drawingml/2006/main" noGrp="1"/>
          </p:cNvSpPr>
          <p:nvPr>
            <p:ph type="pic" idx="10" hasCustomPrompt="1"/>
          </p:nvPr>
        </p:nvSpPr>
        <p:spPr>
          <a:xfrm xmlns:a="http://schemas.openxmlformats.org/drawingml/2006/main">
            <a:off x="6347364" y="620713"/>
            <a:ext cx="5844636" cy="4290195"/>
          </a:xfrm>
          <a:custGeom xmlns:a="http://schemas.openxmlformats.org/drawingml/2006/main">
            <a:gdLst>
              <a:gd name="connsiteX0" fmla="*/ 2050516 w 5844636"/>
              <a:gd name="connsiteY0" fmla="*/ 3878591 h 4290195"/>
              <a:gd name="connsiteX1" fmla="*/ 2050586 w 5844636"/>
              <a:gd name="connsiteY1" fmla="*/ 3878905 h 4290195"/>
              <a:gd name="connsiteX2" fmla="*/ 2051115 w 5844636"/>
              <a:gd name="connsiteY2" fmla="*/ 3878591 h 4290195"/>
              <a:gd name="connsiteX3" fmla="*/ 2050586 w 5844636"/>
              <a:gd name="connsiteY3" fmla="*/ 411291 h 4290195"/>
              <a:gd name="connsiteX4" fmla="*/ 2050516 w 5844636"/>
              <a:gd name="connsiteY4" fmla="*/ 411605 h 4290195"/>
              <a:gd name="connsiteX5" fmla="*/ 2051115 w 5844636"/>
              <a:gd name="connsiteY5" fmla="*/ 411605 h 4290195"/>
              <a:gd name="connsiteX6" fmla="*/ 4943914 w 5844636"/>
              <a:gd name="connsiteY6" fmla="*/ 639 h 4290195"/>
              <a:gd name="connsiteX7" fmla="*/ 5461346 w 5844636"/>
              <a:gd name="connsiteY7" fmla="*/ 148781 h 4290195"/>
              <a:gd name="connsiteX8" fmla="*/ 5564167 w 5844636"/>
              <a:gd name="connsiteY8" fmla="*/ 230578 h 4290195"/>
              <a:gd name="connsiteX9" fmla="*/ 5595031 w 5844636"/>
              <a:gd name="connsiteY9" fmla="*/ 254511 h 4290195"/>
              <a:gd name="connsiteX10" fmla="*/ 5597627 w 5844636"/>
              <a:gd name="connsiteY10" fmla="*/ 258030 h 4290195"/>
              <a:gd name="connsiteX11" fmla="*/ 5620608 w 5844636"/>
              <a:gd name="connsiteY11" fmla="*/ 277303 h 4290195"/>
              <a:gd name="connsiteX12" fmla="*/ 5817976 w 5844636"/>
              <a:gd name="connsiteY12" fmla="*/ 350460 h 4290195"/>
              <a:gd name="connsiteX13" fmla="*/ 5844635 w 5844636"/>
              <a:gd name="connsiteY13" fmla="*/ 352271 h 4290195"/>
              <a:gd name="connsiteX14" fmla="*/ 5844635 w 5844636"/>
              <a:gd name="connsiteY14" fmla="*/ 453984 h 4290195"/>
              <a:gd name="connsiteX15" fmla="*/ 5844635 w 5844636"/>
              <a:gd name="connsiteY15" fmla="*/ 907624 h 4290195"/>
              <a:gd name="connsiteX16" fmla="*/ 5844636 w 5844636"/>
              <a:gd name="connsiteY16" fmla="*/ 907624 h 4290195"/>
              <a:gd name="connsiteX17" fmla="*/ 5844636 w 5844636"/>
              <a:gd name="connsiteY17" fmla="*/ 3530338 h 4290195"/>
              <a:gd name="connsiteX18" fmla="*/ 5844635 w 5844636"/>
              <a:gd name="connsiteY18" fmla="*/ 3530338 h 4290195"/>
              <a:gd name="connsiteX19" fmla="*/ 5844635 w 5844636"/>
              <a:gd name="connsiteY19" fmla="*/ 3836212 h 4290195"/>
              <a:gd name="connsiteX20" fmla="*/ 5844635 w 5844636"/>
              <a:gd name="connsiteY20" fmla="*/ 3937925 h 4290195"/>
              <a:gd name="connsiteX21" fmla="*/ 5817976 w 5844636"/>
              <a:gd name="connsiteY21" fmla="*/ 3939736 h 4290195"/>
              <a:gd name="connsiteX22" fmla="*/ 5620608 w 5844636"/>
              <a:gd name="connsiteY22" fmla="*/ 4012893 h 4290195"/>
              <a:gd name="connsiteX23" fmla="*/ 5597627 w 5844636"/>
              <a:gd name="connsiteY23" fmla="*/ 4032166 h 4290195"/>
              <a:gd name="connsiteX24" fmla="*/ 5595031 w 5844636"/>
              <a:gd name="connsiteY24" fmla="*/ 4035685 h 4290195"/>
              <a:gd name="connsiteX25" fmla="*/ 5564167 w 5844636"/>
              <a:gd name="connsiteY25" fmla="*/ 4059618 h 4290195"/>
              <a:gd name="connsiteX26" fmla="*/ 5461346 w 5844636"/>
              <a:gd name="connsiteY26" fmla="*/ 4141415 h 4290195"/>
              <a:gd name="connsiteX27" fmla="*/ 4943914 w 5844636"/>
              <a:gd name="connsiteY27" fmla="*/ 4289557 h 4290195"/>
              <a:gd name="connsiteX28" fmla="*/ 4499837 w 5844636"/>
              <a:gd name="connsiteY28" fmla="*/ 4098021 h 4290195"/>
              <a:gd name="connsiteX29" fmla="*/ 4076904 w 5844636"/>
              <a:gd name="connsiteY29" fmla="*/ 3910029 h 4290195"/>
              <a:gd name="connsiteX30" fmla="*/ 3780850 w 5844636"/>
              <a:gd name="connsiteY30" fmla="*/ 4059002 h 4290195"/>
              <a:gd name="connsiteX31" fmla="*/ 3216939 w 5844636"/>
              <a:gd name="connsiteY31" fmla="*/ 4278914 h 4290195"/>
              <a:gd name="connsiteX32" fmla="*/ 2749065 w 5844636"/>
              <a:gd name="connsiteY32" fmla="*/ 4130275 h 4290195"/>
              <a:gd name="connsiteX33" fmla="*/ 2686537 w 5844636"/>
              <a:gd name="connsiteY33" fmla="*/ 4072721 h 4290195"/>
              <a:gd name="connsiteX34" fmla="*/ 2641623 w 5844636"/>
              <a:gd name="connsiteY34" fmla="*/ 4035685 h 4290195"/>
              <a:gd name="connsiteX35" fmla="*/ 2632195 w 5844636"/>
              <a:gd name="connsiteY35" fmla="*/ 4022090 h 4290195"/>
              <a:gd name="connsiteX36" fmla="*/ 2602031 w 5844636"/>
              <a:gd name="connsiteY36" fmla="*/ 3993661 h 4290195"/>
              <a:gd name="connsiteX37" fmla="*/ 2371071 w 5844636"/>
              <a:gd name="connsiteY37" fmla="*/ 3899390 h 4290195"/>
              <a:gd name="connsiteX38" fmla="*/ 2082063 w 5844636"/>
              <a:gd name="connsiteY38" fmla="*/ 4048363 h 4290195"/>
              <a:gd name="connsiteX39" fmla="*/ 1405371 w 5844636"/>
              <a:gd name="connsiteY39" fmla="*/ 4282463 h 4290195"/>
              <a:gd name="connsiteX40" fmla="*/ 848512 w 5844636"/>
              <a:gd name="connsiteY40" fmla="*/ 4041269 h 4290195"/>
              <a:gd name="connsiteX41" fmla="*/ 608849 w 5844636"/>
              <a:gd name="connsiteY41" fmla="*/ 3910029 h 4290195"/>
              <a:gd name="connsiteX42" fmla="*/ 326895 w 5844636"/>
              <a:gd name="connsiteY42" fmla="*/ 4044814 h 4290195"/>
              <a:gd name="connsiteX43" fmla="*/ 231404 w 5844636"/>
              <a:gd name="connsiteY43" fmla="*/ 4127726 h 4290195"/>
              <a:gd name="connsiteX44" fmla="*/ 211490 w 5844636"/>
              <a:gd name="connsiteY44" fmla="*/ 4140305 h 4290195"/>
              <a:gd name="connsiteX45" fmla="*/ 197648 w 5844636"/>
              <a:gd name="connsiteY45" fmla="*/ 4153663 h 4290195"/>
              <a:gd name="connsiteX46" fmla="*/ 41400 w 5844636"/>
              <a:gd name="connsiteY46" fmla="*/ 4238458 h 4290195"/>
              <a:gd name="connsiteX47" fmla="*/ 0 w 5844636"/>
              <a:gd name="connsiteY47" fmla="*/ 4247507 h 4290195"/>
              <a:gd name="connsiteX48" fmla="*/ 1626 w 5844636"/>
              <a:gd name="connsiteY48" fmla="*/ 4183214 h 4290195"/>
              <a:gd name="connsiteX49" fmla="*/ 2003394 w 5844636"/>
              <a:gd name="connsiteY49" fmla="*/ 207408 h 4290195"/>
              <a:gd name="connsiteX50" fmla="*/ 2022853 w 5844636"/>
              <a:gd name="connsiteY50" fmla="*/ 192116 h 4290195"/>
              <a:gd name="connsiteX51" fmla="*/ 2082063 w 5844636"/>
              <a:gd name="connsiteY51" fmla="*/ 241833 h 4290195"/>
              <a:gd name="connsiteX52" fmla="*/ 2371071 w 5844636"/>
              <a:gd name="connsiteY52" fmla="*/ 390806 h 4290195"/>
              <a:gd name="connsiteX53" fmla="*/ 2602031 w 5844636"/>
              <a:gd name="connsiteY53" fmla="*/ 296535 h 4290195"/>
              <a:gd name="connsiteX54" fmla="*/ 2632195 w 5844636"/>
              <a:gd name="connsiteY54" fmla="*/ 268106 h 4290195"/>
              <a:gd name="connsiteX55" fmla="*/ 2641623 w 5844636"/>
              <a:gd name="connsiteY55" fmla="*/ 254511 h 4290195"/>
              <a:gd name="connsiteX56" fmla="*/ 2686537 w 5844636"/>
              <a:gd name="connsiteY56" fmla="*/ 217475 h 4290195"/>
              <a:gd name="connsiteX57" fmla="*/ 2749065 w 5844636"/>
              <a:gd name="connsiteY57" fmla="*/ 159921 h 4290195"/>
              <a:gd name="connsiteX58" fmla="*/ 3216939 w 5844636"/>
              <a:gd name="connsiteY58" fmla="*/ 11282 h 4290195"/>
              <a:gd name="connsiteX59" fmla="*/ 3780850 w 5844636"/>
              <a:gd name="connsiteY59" fmla="*/ 231194 h 4290195"/>
              <a:gd name="connsiteX60" fmla="*/ 4076904 w 5844636"/>
              <a:gd name="connsiteY60" fmla="*/ 380167 h 4290195"/>
              <a:gd name="connsiteX61" fmla="*/ 4499837 w 5844636"/>
              <a:gd name="connsiteY61" fmla="*/ 192175 h 4290195"/>
              <a:gd name="connsiteX62" fmla="*/ 4943914 w 5844636"/>
              <a:gd name="connsiteY62" fmla="*/ 639 h 4290195"/>
            </a:gdLst>
            <a:rect l="l" t="t" r="r" b="b"/>
            <a:pathLst>
              <a:path w="5844636" h="4290195">
                <a:moveTo>
                  <a:pt x="2050516" y="3878591"/>
                </a:moveTo>
                <a:cubicBezTo>
                  <a:pt x="2050540" y="3878696"/>
                  <a:pt x="2050563" y="3878801"/>
                  <a:pt x="2050586" y="3878905"/>
                </a:cubicBezTo>
                <a:lnTo>
                  <a:pt x="2051115" y="3878591"/>
                </a:lnTo>
                <a:close/>
                <a:moveTo>
                  <a:pt x="2050586" y="411291"/>
                </a:moveTo>
                <a:cubicBezTo>
                  <a:pt x="2050563" y="411395"/>
                  <a:pt x="2050540" y="411500"/>
                  <a:pt x="2050516" y="411605"/>
                </a:cubicBezTo>
                <a:lnTo>
                  <a:pt x="2051115" y="411605"/>
                </a:lnTo>
                <a:close/>
                <a:moveTo>
                  <a:pt x="4943914" y="639"/>
                </a:moveTo>
                <a:cubicBezTo>
                  <a:pt x="5197674" y="-7340"/>
                  <a:pt x="5340414" y="60495"/>
                  <a:pt x="5461346" y="148781"/>
                </a:cubicBezTo>
                <a:lnTo>
                  <a:pt x="5564167" y="230578"/>
                </a:lnTo>
                <a:lnTo>
                  <a:pt x="5595031" y="254511"/>
                </a:lnTo>
                <a:lnTo>
                  <a:pt x="5597627" y="258030"/>
                </a:lnTo>
                <a:lnTo>
                  <a:pt x="5620608" y="277303"/>
                </a:lnTo>
                <a:cubicBezTo>
                  <a:pt x="5676999" y="325188"/>
                  <a:pt x="5754536" y="343810"/>
                  <a:pt x="5817976" y="350460"/>
                </a:cubicBezTo>
                <a:lnTo>
                  <a:pt x="5844635" y="352271"/>
                </a:lnTo>
                <a:lnTo>
                  <a:pt x="5844635" y="453984"/>
                </a:lnTo>
                <a:lnTo>
                  <a:pt x="5844635" y="907624"/>
                </a:lnTo>
                <a:lnTo>
                  <a:pt x="5844636" y="907624"/>
                </a:lnTo>
                <a:lnTo>
                  <a:pt x="5844636" y="3530338"/>
                </a:lnTo>
                <a:lnTo>
                  <a:pt x="5844635" y="3530338"/>
                </a:lnTo>
                <a:lnTo>
                  <a:pt x="5844635" y="3836212"/>
                </a:lnTo>
                <a:lnTo>
                  <a:pt x="5844635" y="3937925"/>
                </a:lnTo>
                <a:lnTo>
                  <a:pt x="5817976" y="3939736"/>
                </a:lnTo>
                <a:cubicBezTo>
                  <a:pt x="5754536" y="3946386"/>
                  <a:pt x="5676999" y="3965008"/>
                  <a:pt x="5620608" y="4012893"/>
                </a:cubicBezTo>
                <a:lnTo>
                  <a:pt x="5597627" y="4032166"/>
                </a:lnTo>
                <a:lnTo>
                  <a:pt x="5595031" y="4035685"/>
                </a:lnTo>
                <a:lnTo>
                  <a:pt x="5564167" y="4059618"/>
                </a:lnTo>
                <a:lnTo>
                  <a:pt x="5461346" y="4141415"/>
                </a:lnTo>
                <a:cubicBezTo>
                  <a:pt x="5340414" y="4229701"/>
                  <a:pt x="5197674" y="4297536"/>
                  <a:pt x="4943914" y="4289557"/>
                </a:cubicBezTo>
                <a:cubicBezTo>
                  <a:pt x="4753598" y="4286008"/>
                  <a:pt x="4626717" y="4193787"/>
                  <a:pt x="4499837" y="4098021"/>
                </a:cubicBezTo>
                <a:cubicBezTo>
                  <a:pt x="4380002" y="4005799"/>
                  <a:pt x="4246077" y="3910029"/>
                  <a:pt x="4076904" y="3910029"/>
                </a:cubicBezTo>
                <a:cubicBezTo>
                  <a:pt x="3942971" y="3910029"/>
                  <a:pt x="3865436" y="3980969"/>
                  <a:pt x="3780850" y="4059002"/>
                </a:cubicBezTo>
                <a:cubicBezTo>
                  <a:pt x="3661014" y="4168960"/>
                  <a:pt x="3534135" y="4282463"/>
                  <a:pt x="3216939" y="4278914"/>
                </a:cubicBezTo>
                <a:cubicBezTo>
                  <a:pt x="2973752" y="4276256"/>
                  <a:pt x="2845549" y="4209749"/>
                  <a:pt x="2749065" y="4130275"/>
                </a:cubicBezTo>
                <a:lnTo>
                  <a:pt x="2686537" y="4072721"/>
                </a:lnTo>
                <a:lnTo>
                  <a:pt x="2641623" y="4035685"/>
                </a:lnTo>
                <a:lnTo>
                  <a:pt x="2632195" y="4022090"/>
                </a:lnTo>
                <a:lnTo>
                  <a:pt x="2602031" y="3993661"/>
                </a:lnTo>
                <a:cubicBezTo>
                  <a:pt x="2542889" y="3941288"/>
                  <a:pt x="2476804" y="3899390"/>
                  <a:pt x="2371071" y="3899390"/>
                </a:cubicBezTo>
                <a:cubicBezTo>
                  <a:pt x="2251238" y="3895841"/>
                  <a:pt x="2166650" y="3970330"/>
                  <a:pt x="2082063" y="4048363"/>
                </a:cubicBezTo>
                <a:cubicBezTo>
                  <a:pt x="1941086" y="4172505"/>
                  <a:pt x="1793062" y="4310839"/>
                  <a:pt x="1405371" y="4282463"/>
                </a:cubicBezTo>
                <a:cubicBezTo>
                  <a:pt x="1038829" y="4257632"/>
                  <a:pt x="940144" y="4144129"/>
                  <a:pt x="848512" y="4041269"/>
                </a:cubicBezTo>
                <a:cubicBezTo>
                  <a:pt x="792120" y="3977424"/>
                  <a:pt x="742775" y="3917123"/>
                  <a:pt x="608849" y="3910029"/>
                </a:cubicBezTo>
                <a:cubicBezTo>
                  <a:pt x="481970" y="3899390"/>
                  <a:pt x="411481" y="3970330"/>
                  <a:pt x="326895" y="4044814"/>
                </a:cubicBezTo>
                <a:cubicBezTo>
                  <a:pt x="296936" y="4072304"/>
                  <a:pt x="266096" y="4100680"/>
                  <a:pt x="231404" y="4127726"/>
                </a:cubicBezTo>
                <a:lnTo>
                  <a:pt x="211490" y="4140305"/>
                </a:lnTo>
                <a:lnTo>
                  <a:pt x="197648" y="4153663"/>
                </a:lnTo>
                <a:cubicBezTo>
                  <a:pt x="157833" y="4186916"/>
                  <a:pt x="109839" y="4216677"/>
                  <a:pt x="41400" y="4238458"/>
                </a:cubicBezTo>
                <a:lnTo>
                  <a:pt x="0" y="4247507"/>
                </a:lnTo>
                <a:lnTo>
                  <a:pt x="1626" y="4183214"/>
                </a:lnTo>
                <a:cubicBezTo>
                  <a:pt x="82708" y="2583641"/>
                  <a:pt x="844639" y="1163697"/>
                  <a:pt x="2003394" y="207408"/>
                </a:cubicBezTo>
                <a:lnTo>
                  <a:pt x="2022853" y="192116"/>
                </a:lnTo>
                <a:lnTo>
                  <a:pt x="2082063" y="241833"/>
                </a:lnTo>
                <a:cubicBezTo>
                  <a:pt x="2166650" y="319866"/>
                  <a:pt x="2251238" y="394355"/>
                  <a:pt x="2371071" y="390806"/>
                </a:cubicBezTo>
                <a:cubicBezTo>
                  <a:pt x="2476804" y="390806"/>
                  <a:pt x="2542889" y="348908"/>
                  <a:pt x="2602031" y="296535"/>
                </a:cubicBezTo>
                <a:lnTo>
                  <a:pt x="2632195" y="268106"/>
                </a:lnTo>
                <a:lnTo>
                  <a:pt x="2641623" y="254511"/>
                </a:lnTo>
                <a:lnTo>
                  <a:pt x="2686537" y="217475"/>
                </a:lnTo>
                <a:lnTo>
                  <a:pt x="2749065" y="159921"/>
                </a:lnTo>
                <a:cubicBezTo>
                  <a:pt x="2845549" y="80447"/>
                  <a:pt x="2973752" y="13940"/>
                  <a:pt x="3216939" y="11282"/>
                </a:cubicBezTo>
                <a:cubicBezTo>
                  <a:pt x="3534135" y="7733"/>
                  <a:pt x="3661014" y="121236"/>
                  <a:pt x="3780850" y="231194"/>
                </a:cubicBezTo>
                <a:cubicBezTo>
                  <a:pt x="3865436" y="309227"/>
                  <a:pt x="3942971" y="380167"/>
                  <a:pt x="4076904" y="380167"/>
                </a:cubicBezTo>
                <a:cubicBezTo>
                  <a:pt x="4246077" y="380167"/>
                  <a:pt x="4380002" y="284397"/>
                  <a:pt x="4499837" y="192175"/>
                </a:cubicBezTo>
                <a:cubicBezTo>
                  <a:pt x="4626717" y="96409"/>
                  <a:pt x="4753598" y="4188"/>
                  <a:pt x="4943914" y="639"/>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9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46.xml><?xml version="1.0" encoding="utf-8"?>
<p:sldLayout xmlns:p="http://schemas.openxmlformats.org/presentationml/2006/main" preserve="1" userDrawn="1">
  <p:cSld name="56_Title and Content">
    <p:spTree>
      <p:nvGrpSpPr>
        <p:cNvPr id="1" name=""/>
        <p:cNvGrpSpPr/>
        <p:nvPr/>
      </p:nvGrpSpPr>
      <p:grpSpPr>
        <a:xfrm xmlns:a="http://schemas.openxmlformats.org/drawingml/2006/main"/>
      </p:grpSpPr>
      <p:sp>
        <p:nvSpPr>
          <p:cNvPr id="13" name="Picture Placeholder 12">
            <a:extLst xmlns:a="http://schemas.openxmlformats.org/drawingml/2006/main">
              <a:ext uri="{FF2B5EF4-FFF2-40B4-BE49-F238E27FC236}">
                <a16:creationId xmlns:a16="http://schemas.microsoft.com/office/drawing/2014/main" id="{7F5C547D-083B-4D53-9837-8219A4C504BD}"/>
              </a:ext>
            </a:extLst>
          </p:cNvPr>
          <p:cNvSpPr>
            <a:spLocks xmlns:a="http://schemas.openxmlformats.org/drawingml/2006/main" noGrp="1"/>
          </p:cNvSpPr>
          <p:nvPr>
            <p:ph type="pic" idx="12" hasCustomPrompt="1"/>
          </p:nvPr>
        </p:nvSpPr>
        <p:spPr>
          <a:xfrm xmlns:a="http://schemas.openxmlformats.org/drawingml/2006/main">
            <a:off x="8573882" y="4410737"/>
            <a:ext cx="2852809" cy="3232433"/>
          </a:xfrm>
          <a:custGeom xmlns:a="http://schemas.openxmlformats.org/drawingml/2006/main">
            <a:gdLst>
              <a:gd name="connsiteX0" fmla="*/ 2146051 w 2852809"/>
              <a:gd name="connsiteY0" fmla="*/ 155 h 3232433"/>
              <a:gd name="connsiteX1" fmla="*/ 2204900 w 2852809"/>
              <a:gd name="connsiteY1" fmla="*/ 6050 h 3232433"/>
              <a:gd name="connsiteX2" fmla="*/ 2590616 w 2852809"/>
              <a:gd name="connsiteY2" fmla="*/ 467531 h 3232433"/>
              <a:gd name="connsiteX3" fmla="*/ 2519444 w 2852809"/>
              <a:gd name="connsiteY3" fmla="*/ 1101208 h 3232433"/>
              <a:gd name="connsiteX4" fmla="*/ 2496485 w 2852809"/>
              <a:gd name="connsiteY4" fmla="*/ 1734887 h 3232433"/>
              <a:gd name="connsiteX5" fmla="*/ 2838579 w 2852809"/>
              <a:gd name="connsiteY5" fmla="*/ 2414482 h 3232433"/>
              <a:gd name="connsiteX6" fmla="*/ 2158981 w 2852809"/>
              <a:gd name="connsiteY6" fmla="*/ 3231831 h 3232433"/>
              <a:gd name="connsiteX7" fmla="*/ 1242907 w 2852809"/>
              <a:gd name="connsiteY7" fmla="*/ 2561422 h 3232433"/>
              <a:gd name="connsiteX8" fmla="*/ 1031681 w 2852809"/>
              <a:gd name="connsiteY8" fmla="*/ 1891008 h 3232433"/>
              <a:gd name="connsiteX9" fmla="*/ 260249 w 2852809"/>
              <a:gd name="connsiteY9" fmla="*/ 1578761 h 3232433"/>
              <a:gd name="connsiteX10" fmla="*/ 255657 w 2852809"/>
              <a:gd name="connsiteY10" fmla="*/ 793553 h 3232433"/>
              <a:gd name="connsiteX11" fmla="*/ 811272 w 2852809"/>
              <a:gd name="connsiteY11" fmla="*/ 612176 h 3232433"/>
              <a:gd name="connsiteX12" fmla="*/ 1371479 w 2852809"/>
              <a:gd name="connsiteY12" fmla="*/ 446869 h 3232433"/>
              <a:gd name="connsiteX13" fmla="*/ 2146051 w 2852809"/>
              <a:gd name="connsiteY13" fmla="*/ 155 h 3232433"/>
            </a:gdLst>
            <a:rect l="l" t="t" r="r" b="b"/>
            <a:pathLst>
              <a:path w="2852809" h="3232433">
                <a:moveTo>
                  <a:pt x="2146051" y="155"/>
                </a:moveTo>
                <a:cubicBezTo>
                  <a:pt x="2165349" y="687"/>
                  <a:pt x="2184954" y="2606"/>
                  <a:pt x="2204900" y="6050"/>
                </a:cubicBezTo>
                <a:cubicBezTo>
                  <a:pt x="2416126" y="42785"/>
                  <a:pt x="2558473" y="256306"/>
                  <a:pt x="2590616" y="467531"/>
                </a:cubicBezTo>
                <a:cubicBezTo>
                  <a:pt x="2620465" y="678757"/>
                  <a:pt x="2565362" y="892279"/>
                  <a:pt x="2519444" y="1101208"/>
                </a:cubicBezTo>
                <a:cubicBezTo>
                  <a:pt x="2471231" y="1310139"/>
                  <a:pt x="2434493" y="1530548"/>
                  <a:pt x="2496485" y="1734887"/>
                </a:cubicBezTo>
                <a:cubicBezTo>
                  <a:pt x="2569954" y="1978255"/>
                  <a:pt x="2778885" y="2166519"/>
                  <a:pt x="2838579" y="2414482"/>
                </a:cubicBezTo>
                <a:cubicBezTo>
                  <a:pt x="2930417" y="2807085"/>
                  <a:pt x="2563067" y="3215760"/>
                  <a:pt x="2158981" y="3231831"/>
                </a:cubicBezTo>
                <a:cubicBezTo>
                  <a:pt x="1754898" y="3247903"/>
                  <a:pt x="1382957" y="2940249"/>
                  <a:pt x="1242907" y="2561422"/>
                </a:cubicBezTo>
                <a:cubicBezTo>
                  <a:pt x="1160253" y="2341010"/>
                  <a:pt x="1144181" y="2097641"/>
                  <a:pt x="1031681" y="1891008"/>
                </a:cubicBezTo>
                <a:cubicBezTo>
                  <a:pt x="836526" y="1532843"/>
                  <a:pt x="556423" y="1679785"/>
                  <a:pt x="260249" y="1578761"/>
                </a:cubicBezTo>
                <a:cubicBezTo>
                  <a:pt x="-136948" y="1443303"/>
                  <a:pt x="-31333" y="979525"/>
                  <a:pt x="255657" y="793553"/>
                </a:cubicBezTo>
                <a:cubicBezTo>
                  <a:pt x="420964" y="687940"/>
                  <a:pt x="618414" y="646616"/>
                  <a:pt x="811272" y="612176"/>
                </a:cubicBezTo>
                <a:cubicBezTo>
                  <a:pt x="1004130" y="577738"/>
                  <a:pt x="1201580" y="543298"/>
                  <a:pt x="1371479" y="446869"/>
                </a:cubicBezTo>
                <a:cubicBezTo>
                  <a:pt x="1636227" y="296199"/>
                  <a:pt x="1856583" y="-7833"/>
                  <a:pt x="2146051" y="155"/>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0" name="Picture Placeholder 9">
            <a:extLst xmlns:a="http://schemas.openxmlformats.org/drawingml/2006/main">
              <a:ext uri="{FF2B5EF4-FFF2-40B4-BE49-F238E27FC236}">
                <a16:creationId xmlns:a16="http://schemas.microsoft.com/office/drawing/2014/main" id="{34AB277B-AEBD-4A76-8AF4-DCE87F3A0388}"/>
              </a:ext>
            </a:extLst>
          </p:cNvPr>
          <p:cNvSpPr>
            <a:spLocks xmlns:a="http://schemas.openxmlformats.org/drawingml/2006/main" noGrp="1"/>
          </p:cNvSpPr>
          <p:nvPr>
            <p:ph type="pic" idx="11" hasCustomPrompt="1"/>
          </p:nvPr>
        </p:nvSpPr>
        <p:spPr>
          <a:xfrm xmlns:a="http://schemas.openxmlformats.org/drawingml/2006/main">
            <a:off x="9433807" y="123053"/>
            <a:ext cx="2312758" cy="2164531"/>
          </a:xfrm>
          <a:custGeom xmlns:a="http://schemas.openxmlformats.org/drawingml/2006/main">
            <a:gdLst>
              <a:gd name="connsiteX0" fmla="*/ 1637589 w 2312758"/>
              <a:gd name="connsiteY0" fmla="*/ 479 h 2164531"/>
              <a:gd name="connsiteX1" fmla="*/ 2237625 w 2312758"/>
              <a:gd name="connsiteY1" fmla="*/ 1068704 h 2164531"/>
              <a:gd name="connsiteX2" fmla="*/ 1886483 w 2312758"/>
              <a:gd name="connsiteY2" fmla="*/ 1461553 h 2164531"/>
              <a:gd name="connsiteX3" fmla="*/ 1560903 w 2312758"/>
              <a:gd name="connsiteY3" fmla="*/ 2161146 h 2164531"/>
              <a:gd name="connsiteX4" fmla="*/ 1096749 w 2312758"/>
              <a:gd name="connsiteY4" fmla="*/ 1713138 h 2164531"/>
              <a:gd name="connsiteX5" fmla="*/ 268001 w 2312758"/>
              <a:gd name="connsiteY5" fmla="*/ 1781751 h 2164531"/>
              <a:gd name="connsiteX6" fmla="*/ 218223 w 2312758"/>
              <a:gd name="connsiteY6" fmla="*/ 947621 h 2164531"/>
              <a:gd name="connsiteX7" fmla="*/ 716010 w 2312758"/>
              <a:gd name="connsiteY7" fmla="*/ 661057 h 2164531"/>
              <a:gd name="connsiteX8" fmla="*/ 1637589 w 2312758"/>
              <a:gd name="connsiteY8" fmla="*/ 479 h 2164531"/>
            </a:gdLst>
            <a:rect l="l" t="t" r="r" b="b"/>
            <a:pathLst>
              <a:path w="2312758" h="2164531">
                <a:moveTo>
                  <a:pt x="1637589" y="479"/>
                </a:moveTo>
                <a:cubicBezTo>
                  <a:pt x="2117887" y="15279"/>
                  <a:pt x="2474410" y="539974"/>
                  <a:pt x="2237625" y="1068704"/>
                </a:cubicBezTo>
                <a:cubicBezTo>
                  <a:pt x="2152867" y="1257056"/>
                  <a:pt x="1952406" y="1314908"/>
                  <a:pt x="1886483" y="1461553"/>
                </a:cubicBezTo>
                <a:cubicBezTo>
                  <a:pt x="1757328" y="1749462"/>
                  <a:pt x="1864957" y="2116750"/>
                  <a:pt x="1560903" y="2161146"/>
                </a:cubicBezTo>
                <a:cubicBezTo>
                  <a:pt x="1233977" y="2206889"/>
                  <a:pt x="1252813" y="1775025"/>
                  <a:pt x="1096749" y="1713138"/>
                </a:cubicBezTo>
                <a:cubicBezTo>
                  <a:pt x="763097" y="1582636"/>
                  <a:pt x="643360" y="1917635"/>
                  <a:pt x="268001" y="1781751"/>
                </a:cubicBezTo>
                <a:cubicBezTo>
                  <a:pt x="-64305" y="1662014"/>
                  <a:pt x="-95249" y="1053906"/>
                  <a:pt x="218223" y="947621"/>
                </a:cubicBezTo>
                <a:cubicBezTo>
                  <a:pt x="346032" y="904569"/>
                  <a:pt x="668921" y="979910"/>
                  <a:pt x="716010" y="661057"/>
                </a:cubicBezTo>
                <a:cubicBezTo>
                  <a:pt x="757716" y="379874"/>
                  <a:pt x="1095405" y="-15666"/>
                  <a:pt x="1637589" y="479"/>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7" name="Picture Placeholder 6">
            <a:extLst xmlns:a="http://schemas.openxmlformats.org/drawingml/2006/main">
              <a:ext uri="{FF2B5EF4-FFF2-40B4-BE49-F238E27FC236}">
                <a16:creationId xmlns:a16="http://schemas.microsoft.com/office/drawing/2014/main" id="{DFB530B4-35D9-4FA0-8897-A74895EFD2EC}"/>
              </a:ext>
            </a:extLst>
          </p:cNvPr>
          <p:cNvSpPr>
            <a:spLocks xmlns:a="http://schemas.openxmlformats.org/drawingml/2006/main" noGrp="1"/>
          </p:cNvSpPr>
          <p:nvPr>
            <p:ph type="pic" idx="10" hasCustomPrompt="1"/>
          </p:nvPr>
        </p:nvSpPr>
        <p:spPr>
          <a:xfrm xmlns:a="http://schemas.openxmlformats.org/drawingml/2006/main">
            <a:off x="-624161" y="-948470"/>
            <a:ext cx="3917403" cy="3560912"/>
          </a:xfrm>
          <a:custGeom xmlns:a="http://schemas.openxmlformats.org/drawingml/2006/main">
            <a:gdLst>
              <a:gd name="connsiteX0" fmla="*/ 1248336 w 3917403"/>
              <a:gd name="connsiteY0" fmla="*/ 311 h 3560912"/>
              <a:gd name="connsiteX1" fmla="*/ 1758858 w 3917403"/>
              <a:gd name="connsiteY1" fmla="*/ 143801 h 3560912"/>
              <a:gd name="connsiteX2" fmla="*/ 2201249 w 3917403"/>
              <a:gd name="connsiteY2" fmla="*/ 558275 h 3560912"/>
              <a:gd name="connsiteX3" fmla="*/ 2203397 w 3917403"/>
              <a:gd name="connsiteY3" fmla="*/ 560422 h 3560912"/>
              <a:gd name="connsiteX4" fmla="*/ 2691959 w 3917403"/>
              <a:gd name="connsiteY4" fmla="*/ 818126 h 3560912"/>
              <a:gd name="connsiteX5" fmla="*/ 2847656 w 3917403"/>
              <a:gd name="connsiteY5" fmla="*/ 855707 h 3560912"/>
              <a:gd name="connsiteX6" fmla="*/ 3618620 w 3917403"/>
              <a:gd name="connsiteY6" fmla="*/ 1243337 h 3560912"/>
              <a:gd name="connsiteX7" fmla="*/ 3911757 w 3917403"/>
              <a:gd name="connsiteY7" fmla="*/ 2048661 h 3560912"/>
              <a:gd name="connsiteX8" fmla="*/ 3429637 w 3917403"/>
              <a:gd name="connsiteY8" fmla="*/ 2748756 h 3560912"/>
              <a:gd name="connsiteX9" fmla="*/ 2749943 w 3917403"/>
              <a:gd name="connsiteY9" fmla="*/ 2891566 h 3560912"/>
              <a:gd name="connsiteX10" fmla="*/ 1768521 w 3917403"/>
              <a:gd name="connsiteY10" fmla="*/ 3189000 h 3560912"/>
              <a:gd name="connsiteX11" fmla="*/ 888033 w 3917403"/>
              <a:gd name="connsiteY11" fmla="*/ 3553005 h 3560912"/>
              <a:gd name="connsiteX12" fmla="*/ 287799 w 3917403"/>
              <a:gd name="connsiteY12" fmla="*/ 3419860 h 3560912"/>
              <a:gd name="connsiteX13" fmla="*/ 29 w 3917403"/>
              <a:gd name="connsiteY13" fmla="*/ 2889418 h 3560912"/>
              <a:gd name="connsiteX14" fmla="*/ 540133 w 3917403"/>
              <a:gd name="connsiteY14" fmla="*/ 1753375 h 3560912"/>
              <a:gd name="connsiteX15" fmla="*/ 448863 w 3917403"/>
              <a:gd name="connsiteY15" fmla="*/ 731150 h 3560912"/>
              <a:gd name="connsiteX16" fmla="*/ 935279 w 3917403"/>
              <a:gd name="connsiteY16" fmla="*/ 68638 h 3560912"/>
              <a:gd name="connsiteX17" fmla="*/ 1248336 w 3917403"/>
              <a:gd name="connsiteY17" fmla="*/ 311 h 3560912"/>
            </a:gdLst>
            <a:rect l="l" t="t" r="r" b="b"/>
            <a:pathLst>
              <a:path w="3917403" h="3560912">
                <a:moveTo>
                  <a:pt x="1248336" y="311"/>
                </a:moveTo>
                <a:cubicBezTo>
                  <a:pt x="1427668" y="-4429"/>
                  <a:pt x="1609201" y="45149"/>
                  <a:pt x="1758858" y="143801"/>
                </a:cubicBezTo>
                <a:cubicBezTo>
                  <a:pt x="1927438" y="254398"/>
                  <a:pt x="2054143" y="418685"/>
                  <a:pt x="2201249" y="558275"/>
                </a:cubicBezTo>
                <a:cubicBezTo>
                  <a:pt x="2201249" y="559348"/>
                  <a:pt x="2202322" y="559348"/>
                  <a:pt x="2203397" y="560422"/>
                </a:cubicBezTo>
                <a:cubicBezTo>
                  <a:pt x="2339764" y="689274"/>
                  <a:pt x="2509419" y="777323"/>
                  <a:pt x="2691959" y="818126"/>
                </a:cubicBezTo>
                <a:cubicBezTo>
                  <a:pt x="2743500" y="829937"/>
                  <a:pt x="2796115" y="842822"/>
                  <a:pt x="2847656" y="855707"/>
                </a:cubicBezTo>
                <a:cubicBezTo>
                  <a:pt x="3130056" y="927650"/>
                  <a:pt x="3412457" y="1038247"/>
                  <a:pt x="3618620" y="1243337"/>
                </a:cubicBezTo>
                <a:cubicBezTo>
                  <a:pt x="3829078" y="1451647"/>
                  <a:pt x="3945044" y="1754449"/>
                  <a:pt x="3911757" y="2048661"/>
                </a:cubicBezTo>
                <a:cubicBezTo>
                  <a:pt x="3880619" y="2342872"/>
                  <a:pt x="3695931" y="2619904"/>
                  <a:pt x="3429637" y="2748756"/>
                </a:cubicBezTo>
                <a:cubicBezTo>
                  <a:pt x="3220252" y="2849690"/>
                  <a:pt x="2980803" y="2859353"/>
                  <a:pt x="2749943" y="2891566"/>
                </a:cubicBezTo>
                <a:cubicBezTo>
                  <a:pt x="2410633" y="2938812"/>
                  <a:pt x="2077765" y="3039746"/>
                  <a:pt x="1768521" y="3189000"/>
                </a:cubicBezTo>
                <a:cubicBezTo>
                  <a:pt x="1481826" y="3328589"/>
                  <a:pt x="1204794" y="3512202"/>
                  <a:pt x="888033" y="3553005"/>
                </a:cubicBezTo>
                <a:cubicBezTo>
                  <a:pt x="679722" y="3579850"/>
                  <a:pt x="459601" y="3539047"/>
                  <a:pt x="287799" y="3419860"/>
                </a:cubicBezTo>
                <a:cubicBezTo>
                  <a:pt x="115996" y="3300671"/>
                  <a:pt x="-2118" y="3098803"/>
                  <a:pt x="29" y="2889418"/>
                </a:cubicBezTo>
                <a:cubicBezTo>
                  <a:pt x="4325" y="2465282"/>
                  <a:pt x="458527" y="2169996"/>
                  <a:pt x="540133" y="1753375"/>
                </a:cubicBezTo>
                <a:cubicBezTo>
                  <a:pt x="606706" y="1415139"/>
                  <a:pt x="415576" y="1073682"/>
                  <a:pt x="448863" y="731150"/>
                </a:cubicBezTo>
                <a:cubicBezTo>
                  <a:pt x="476781" y="444456"/>
                  <a:pt x="672207" y="183530"/>
                  <a:pt x="935279" y="68638"/>
                </a:cubicBezTo>
                <a:cubicBezTo>
                  <a:pt x="1033931" y="25553"/>
                  <a:pt x="1140737" y="3154"/>
                  <a:pt x="1248336" y="311"/>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47.xml><?xml version="1.0" encoding="utf-8"?>
<p:sldLayout xmlns:p="http://schemas.openxmlformats.org/presentationml/2006/main" preserve="1" userDrawn="1">
  <p:cSld name="57_Title and Content">
    <p:spTree>
      <p:nvGrpSpPr>
        <p:cNvPr id="1" name=""/>
        <p:cNvGrpSpPr/>
        <p:nvPr/>
      </p:nvGrpSpPr>
      <p:grpSpPr>
        <a:xfrm xmlns:a="http://schemas.openxmlformats.org/drawingml/2006/main"/>
      </p:grpSpPr>
      <p:sp>
        <p:nvSpPr>
          <p:cNvPr id="14" name="Freeform: Shape 13">
            <a:extLst xmlns:a="http://schemas.openxmlformats.org/drawingml/2006/main">
              <a:ext uri="{FF2B5EF4-FFF2-40B4-BE49-F238E27FC236}">
                <a16:creationId xmlns:a16="http://schemas.microsoft.com/office/drawing/2014/main" id="{3DBA0926-5713-485D-95C3-86A3D012B818}"/>
              </a:ext>
            </a:extLst>
          </p:cNvPr>
          <p:cNvSpPr>
            <a:spLocks xmlns:a="http://schemas.openxmlformats.org/drawingml/2006/main" noGrp="1"/>
          </p:cNvSpPr>
          <p:nvPr/>
        </p:nvSpPr>
        <p:spPr>
          <a:xfrm xmlns:a="http://schemas.openxmlformats.org/drawingml/2006/main">
            <a:off x="0" y="-117403"/>
            <a:ext cx="6249531" cy="6259150"/>
          </a:xfrm>
          <a:custGeom xmlns:a="http://schemas.openxmlformats.org/drawingml/2006/main">
            <a:gdLst>
              <a:gd name="connsiteX0" fmla="*/ 0 w 6249531"/>
              <a:gd name="connsiteY0" fmla="*/ 0 h 6259150"/>
              <a:gd name="connsiteX1" fmla="*/ 5794633 w 6249531"/>
              <a:gd name="connsiteY1" fmla="*/ 0 h 6259150"/>
              <a:gd name="connsiteX2" fmla="*/ 5832298 w 6249531"/>
              <a:gd name="connsiteY2" fmla="*/ 44579 h 6259150"/>
              <a:gd name="connsiteX3" fmla="*/ 6242094 w 6249531"/>
              <a:gd name="connsiteY3" fmla="*/ 1365061 h 6259150"/>
              <a:gd name="connsiteX4" fmla="*/ 4068348 w 6249531"/>
              <a:gd name="connsiteY4" fmla="*/ 3504072 h 6259150"/>
              <a:gd name="connsiteX5" fmla="*/ 2151623 w 6249531"/>
              <a:gd name="connsiteY5" fmla="*/ 3799886 h 6259150"/>
              <a:gd name="connsiteX6" fmla="*/ 1013465 w 6249531"/>
              <a:gd name="connsiteY6" fmla="*/ 5697712 h 6259150"/>
              <a:gd name="connsiteX7" fmla="*/ 52895 w 6249531"/>
              <a:gd name="connsiteY7" fmla="*/ 6255593 h 6259150"/>
              <a:gd name="connsiteX8" fmla="*/ 0 w 6249531"/>
              <a:gd name="connsiteY8" fmla="*/ 6247643 h 6259150"/>
            </a:gdLst>
            <a:rect l="l" t="t" r="r" b="b"/>
            <a:pathLst>
              <a:path w="6249531" h="6259150">
                <a:moveTo>
                  <a:pt x="0" y="0"/>
                </a:moveTo>
                <a:lnTo>
                  <a:pt x="5794633" y="0"/>
                </a:lnTo>
                <a:lnTo>
                  <a:pt x="5832298" y="44579"/>
                </a:lnTo>
                <a:cubicBezTo>
                  <a:pt x="6123667" y="424704"/>
                  <a:pt x="6287269" y="900067"/>
                  <a:pt x="6242094" y="1365061"/>
                </a:cubicBezTo>
                <a:cubicBezTo>
                  <a:pt x="6138845" y="2427898"/>
                  <a:pt x="5158969" y="3282802"/>
                  <a:pt x="4068348" y="3504072"/>
                </a:cubicBezTo>
                <a:cubicBezTo>
                  <a:pt x="3433370" y="3635868"/>
                  <a:pt x="2759675" y="3584770"/>
                  <a:pt x="2151623" y="3799886"/>
                </a:cubicBezTo>
                <a:cubicBezTo>
                  <a:pt x="1097607" y="4173163"/>
                  <a:pt x="1398690" y="4961870"/>
                  <a:pt x="1013465" y="5697712"/>
                </a:cubicBezTo>
                <a:cubicBezTo>
                  <a:pt x="787471" y="6129456"/>
                  <a:pt x="424125" y="6285479"/>
                  <a:pt x="52895" y="6255593"/>
                </a:cubicBezTo>
                <a:lnTo>
                  <a:pt x="0" y="6247643"/>
                </a:lnTo>
                <a:close/>
              </a:path>
            </a:pathLst>
          </a:custGeom>
          <a:solidFill xmlns:a="http://schemas.openxmlformats.org/drawingml/2006/main">
            <a:schemeClr val="tx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Picture Placeholder 12">
            <a:extLst xmlns:a="http://schemas.openxmlformats.org/drawingml/2006/main">
              <a:ext uri="{FF2B5EF4-FFF2-40B4-BE49-F238E27FC236}">
                <a16:creationId xmlns:a16="http://schemas.microsoft.com/office/drawing/2014/main" id="{42B9D439-AAAE-48DC-AA04-0C328A789C1A}"/>
              </a:ext>
            </a:extLst>
          </p:cNvPr>
          <p:cNvSpPr>
            <a:spLocks xmlns:a="http://schemas.openxmlformats.org/drawingml/2006/main" noGrp="1"/>
          </p:cNvSpPr>
          <p:nvPr>
            <p:ph type="pic" idx="12" hasCustomPrompt="1"/>
          </p:nvPr>
        </p:nvSpPr>
        <p:spPr>
          <a:xfrm xmlns:a="http://schemas.openxmlformats.org/drawingml/2006/main">
            <a:off x="8743439" y="1205772"/>
            <a:ext cx="2356359" cy="1382078"/>
          </a:xfrm>
          <a:custGeom xmlns:a="http://schemas.openxmlformats.org/drawingml/2006/main">
            <a:gdLst>
              <a:gd name="connsiteX0" fmla="*/ 230351 w 2356359"/>
              <a:gd name="connsiteY0" fmla="*/ 0 h 1382078"/>
              <a:gd name="connsiteX1" fmla="*/ 2126008 w 2356359"/>
              <a:gd name="connsiteY1" fmla="*/ 0 h 1382078"/>
              <a:gd name="connsiteX2" fmla="*/ 2356359 w 2356359"/>
              <a:gd name="connsiteY2" fmla="*/ 230351 h 1382078"/>
              <a:gd name="connsiteX3" fmla="*/ 2356359 w 2356359"/>
              <a:gd name="connsiteY3" fmla="*/ 1151727 h 1382078"/>
              <a:gd name="connsiteX4" fmla="*/ 2126008 w 2356359"/>
              <a:gd name="connsiteY4" fmla="*/ 1382078 h 1382078"/>
              <a:gd name="connsiteX5" fmla="*/ 230351 w 2356359"/>
              <a:gd name="connsiteY5" fmla="*/ 1382078 h 1382078"/>
              <a:gd name="connsiteX6" fmla="*/ 0 w 2356359"/>
              <a:gd name="connsiteY6" fmla="*/ 1151727 h 1382078"/>
              <a:gd name="connsiteX7" fmla="*/ 0 w 2356359"/>
              <a:gd name="connsiteY7" fmla="*/ 230351 h 1382078"/>
              <a:gd name="connsiteX8" fmla="*/ 230351 w 2356359"/>
              <a:gd name="connsiteY8" fmla="*/ 0 h 1382078"/>
            </a:gdLst>
            <a:rect l="l" t="t" r="r" b="b"/>
            <a:pathLst>
              <a:path w="2356359" h="1382078">
                <a:moveTo>
                  <a:pt x="230351" y="0"/>
                </a:moveTo>
                <a:lnTo>
                  <a:pt x="2126008" y="0"/>
                </a:lnTo>
                <a:cubicBezTo>
                  <a:pt x="2253227" y="0"/>
                  <a:pt x="2356359" y="103132"/>
                  <a:pt x="2356359" y="230351"/>
                </a:cubicBezTo>
                <a:lnTo>
                  <a:pt x="2356359" y="1151727"/>
                </a:lnTo>
                <a:cubicBezTo>
                  <a:pt x="2356359" y="1278946"/>
                  <a:pt x="2253227" y="1382078"/>
                  <a:pt x="2126008" y="1382078"/>
                </a:cubicBezTo>
                <a:lnTo>
                  <a:pt x="230351" y="1382078"/>
                </a:lnTo>
                <a:cubicBezTo>
                  <a:pt x="103132" y="1382078"/>
                  <a:pt x="0" y="1278946"/>
                  <a:pt x="0" y="1151727"/>
                </a:cubicBezTo>
                <a:lnTo>
                  <a:pt x="0" y="230351"/>
                </a:lnTo>
                <a:cubicBezTo>
                  <a:pt x="0" y="103132"/>
                  <a:pt x="103132" y="0"/>
                  <a:pt x="230351" y="0"/>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0" name="Picture Placeholder 9">
            <a:extLst xmlns:a="http://schemas.openxmlformats.org/drawingml/2006/main">
              <a:ext uri="{FF2B5EF4-FFF2-40B4-BE49-F238E27FC236}">
                <a16:creationId xmlns:a16="http://schemas.microsoft.com/office/drawing/2014/main" id="{A278C9AB-1E88-4835-ACEC-F8557A111475}"/>
              </a:ext>
            </a:extLst>
          </p:cNvPr>
          <p:cNvSpPr>
            <a:spLocks xmlns:a="http://schemas.openxmlformats.org/drawingml/2006/main" noGrp="1"/>
          </p:cNvSpPr>
          <p:nvPr>
            <p:ph type="pic" idx="11" hasCustomPrompt="1"/>
          </p:nvPr>
        </p:nvSpPr>
        <p:spPr>
          <a:xfrm xmlns:a="http://schemas.openxmlformats.org/drawingml/2006/main">
            <a:off x="6799558" y="2175379"/>
            <a:ext cx="4300242" cy="2522227"/>
          </a:xfrm>
          <a:custGeom xmlns:a="http://schemas.openxmlformats.org/drawingml/2006/main">
            <a:gdLst>
              <a:gd name="connsiteX0" fmla="*/ 420380 w 4300242"/>
              <a:gd name="connsiteY0" fmla="*/ 0 h 2522227"/>
              <a:gd name="connsiteX1" fmla="*/ 3879862 w 4300242"/>
              <a:gd name="connsiteY1" fmla="*/ 0 h 2522227"/>
              <a:gd name="connsiteX2" fmla="*/ 4300242 w 4300242"/>
              <a:gd name="connsiteY2" fmla="*/ 420380 h 2522227"/>
              <a:gd name="connsiteX3" fmla="*/ 4300242 w 4300242"/>
              <a:gd name="connsiteY3" fmla="*/ 2101847 h 2522227"/>
              <a:gd name="connsiteX4" fmla="*/ 3879862 w 4300242"/>
              <a:gd name="connsiteY4" fmla="*/ 2522227 h 2522227"/>
              <a:gd name="connsiteX5" fmla="*/ 420380 w 4300242"/>
              <a:gd name="connsiteY5" fmla="*/ 2522227 h 2522227"/>
              <a:gd name="connsiteX6" fmla="*/ 0 w 4300242"/>
              <a:gd name="connsiteY6" fmla="*/ 2101847 h 2522227"/>
              <a:gd name="connsiteX7" fmla="*/ 0 w 4300242"/>
              <a:gd name="connsiteY7" fmla="*/ 420380 h 2522227"/>
              <a:gd name="connsiteX8" fmla="*/ 420380 w 4300242"/>
              <a:gd name="connsiteY8" fmla="*/ 0 h 2522227"/>
            </a:gdLst>
            <a:rect l="l" t="t" r="r" b="b"/>
            <a:pathLst>
              <a:path w="4300242" h="2522227">
                <a:moveTo>
                  <a:pt x="420380" y="0"/>
                </a:moveTo>
                <a:lnTo>
                  <a:pt x="3879862" y="0"/>
                </a:lnTo>
                <a:cubicBezTo>
                  <a:pt x="4112031" y="0"/>
                  <a:pt x="4300242" y="188211"/>
                  <a:pt x="4300242" y="420380"/>
                </a:cubicBezTo>
                <a:lnTo>
                  <a:pt x="4300242" y="2101847"/>
                </a:lnTo>
                <a:cubicBezTo>
                  <a:pt x="4300242" y="2334016"/>
                  <a:pt x="4112031" y="2522227"/>
                  <a:pt x="3879862" y="2522227"/>
                </a:cubicBezTo>
                <a:lnTo>
                  <a:pt x="420380" y="2522227"/>
                </a:lnTo>
                <a:cubicBezTo>
                  <a:pt x="188211" y="2522227"/>
                  <a:pt x="0" y="2334016"/>
                  <a:pt x="0" y="2101847"/>
                </a:cubicBezTo>
                <a:lnTo>
                  <a:pt x="0" y="420380"/>
                </a:lnTo>
                <a:cubicBezTo>
                  <a:pt x="0" y="188211"/>
                  <a:pt x="188211" y="0"/>
                  <a:pt x="420380" y="0"/>
                </a:cubicBezTo>
                <a:close/>
              </a:path>
            </a:pathLst>
          </a:custGeom>
          <a:solidFill xmlns:a="http://schemas.openxmlformats.org/drawingml/2006/main">
            <a:schemeClr val="bg1">
              <a:lumMod val="95000"/>
              <a:alpha val="25000"/>
            </a:schemeClr>
          </a:solidFill>
          <a:effectLst xmlns:a="http://schemas.openxmlformats.org/drawingml/2006/main">
            <a:outerShdw blurRad="901700" dist="495300" dir="18900000" sx="84000" sy="84000" algn="bl"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7" name="Picture Placeholder 6">
            <a:extLst xmlns:a="http://schemas.openxmlformats.org/drawingml/2006/main">
              <a:ext uri="{FF2B5EF4-FFF2-40B4-BE49-F238E27FC236}">
                <a16:creationId xmlns:a16="http://schemas.microsoft.com/office/drawing/2014/main" id="{589EFD7C-1F4A-46B7-B4D5-F5AB56B5C228}"/>
              </a:ext>
            </a:extLst>
          </p:cNvPr>
          <p:cNvSpPr>
            <a:spLocks xmlns:a="http://schemas.openxmlformats.org/drawingml/2006/main" noGrp="1"/>
          </p:cNvSpPr>
          <p:nvPr>
            <p:ph type="pic" idx="10" hasCustomPrompt="1"/>
          </p:nvPr>
        </p:nvSpPr>
        <p:spPr>
          <a:xfrm xmlns:a="http://schemas.openxmlformats.org/drawingml/2006/main">
            <a:off x="4411966" y="3436494"/>
            <a:ext cx="4775183" cy="2800795"/>
          </a:xfrm>
          <a:custGeom xmlns:a="http://schemas.openxmlformats.org/drawingml/2006/main">
            <a:gdLst>
              <a:gd name="connsiteX0" fmla="*/ 466809 w 4775183"/>
              <a:gd name="connsiteY0" fmla="*/ 0 h 2800795"/>
              <a:gd name="connsiteX1" fmla="*/ 4308374 w 4775183"/>
              <a:gd name="connsiteY1" fmla="*/ 0 h 2800795"/>
              <a:gd name="connsiteX2" fmla="*/ 4775183 w 4775183"/>
              <a:gd name="connsiteY2" fmla="*/ 466809 h 2800795"/>
              <a:gd name="connsiteX3" fmla="*/ 4775183 w 4775183"/>
              <a:gd name="connsiteY3" fmla="*/ 2333986 h 2800795"/>
              <a:gd name="connsiteX4" fmla="*/ 4308374 w 4775183"/>
              <a:gd name="connsiteY4" fmla="*/ 2800795 h 2800795"/>
              <a:gd name="connsiteX5" fmla="*/ 466809 w 4775183"/>
              <a:gd name="connsiteY5" fmla="*/ 2800795 h 2800795"/>
              <a:gd name="connsiteX6" fmla="*/ 0 w 4775183"/>
              <a:gd name="connsiteY6" fmla="*/ 2333986 h 2800795"/>
              <a:gd name="connsiteX7" fmla="*/ 0 w 4775183"/>
              <a:gd name="connsiteY7" fmla="*/ 466809 h 2800795"/>
              <a:gd name="connsiteX8" fmla="*/ 466809 w 4775183"/>
              <a:gd name="connsiteY8" fmla="*/ 0 h 2800795"/>
            </a:gdLst>
            <a:rect l="l" t="t" r="r" b="b"/>
            <a:pathLst>
              <a:path w="4775183" h="2800795">
                <a:moveTo>
                  <a:pt x="466809" y="0"/>
                </a:moveTo>
                <a:lnTo>
                  <a:pt x="4308374" y="0"/>
                </a:lnTo>
                <a:cubicBezTo>
                  <a:pt x="4566185" y="0"/>
                  <a:pt x="4775183" y="208998"/>
                  <a:pt x="4775183" y="466809"/>
                </a:cubicBezTo>
                <a:lnTo>
                  <a:pt x="4775183" y="2333986"/>
                </a:lnTo>
                <a:cubicBezTo>
                  <a:pt x="4775183" y="2591797"/>
                  <a:pt x="4566185" y="2800795"/>
                  <a:pt x="4308374" y="2800795"/>
                </a:cubicBezTo>
                <a:lnTo>
                  <a:pt x="466809" y="2800795"/>
                </a:lnTo>
                <a:cubicBezTo>
                  <a:pt x="208998" y="2800795"/>
                  <a:pt x="0" y="2591797"/>
                  <a:pt x="0" y="2333986"/>
                </a:cubicBezTo>
                <a:lnTo>
                  <a:pt x="0" y="466809"/>
                </a:lnTo>
                <a:cubicBezTo>
                  <a:pt x="0" y="208998"/>
                  <a:pt x="208998" y="0"/>
                  <a:pt x="466809" y="0"/>
                </a:cubicBezTo>
                <a:close/>
              </a:path>
            </a:pathLst>
          </a:custGeom>
          <a:solidFill xmlns:a="http://schemas.openxmlformats.org/drawingml/2006/main">
            <a:schemeClr val="bg1">
              <a:lumMod val="95000"/>
              <a:alpha val="25000"/>
            </a:schemeClr>
          </a:solidFill>
          <a:effectLst xmlns:a="http://schemas.openxmlformats.org/drawingml/2006/main">
            <a:outerShdw blurRad="977900" dist="685800" dir="18900000" sx="87000" sy="87000" algn="bl" rotWithShape="0">
              <a:prstClr val="black">
                <a:alpha val="15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48.xml><?xml version="1.0" encoding="utf-8"?>
<p:sldLayout xmlns:p="http://schemas.openxmlformats.org/presentationml/2006/main" preserve="1" userDrawn="1">
  <p:cSld name="58_Title and Content">
    <p:spTree>
      <p:nvGrpSpPr>
        <p:cNvPr id="1" name=""/>
        <p:cNvGrpSpPr/>
        <p:nvPr/>
      </p:nvGrpSpPr>
      <p:grpSpPr>
        <a:xfrm xmlns:a="http://schemas.openxmlformats.org/drawingml/2006/main"/>
      </p:grpSpPr>
      <p:sp>
        <p:nvSpPr>
          <p:cNvPr id="12" name="Rectangle: Single Corner Rounded 11">
            <a:extLst xmlns:a="http://schemas.openxmlformats.org/drawingml/2006/main">
              <a:ext uri="{FF2B5EF4-FFF2-40B4-BE49-F238E27FC236}">
                <a16:creationId xmlns:a16="http://schemas.microsoft.com/office/drawing/2014/main" id="{4C24B779-E90C-48FB-A6A4-AEF3C6700498}"/>
              </a:ext>
            </a:extLst>
          </p:cNvPr>
          <p:cNvSpPr>
            <a:spLocks xmlns:a="http://schemas.openxmlformats.org/drawingml/2006/main" noGrp="1"/>
          </p:cNvSpPr>
          <p:nvPr/>
        </p:nvSpPr>
        <p:spPr>
          <a:xfrm xmlns:a="http://schemas.openxmlformats.org/drawingml/2006/main" flipH="1">
            <a:off x="4008120" y="2148839"/>
            <a:ext cx="8183880" cy="4709161"/>
          </a:xfrm>
          <a:prstGeom xmlns:a="http://schemas.openxmlformats.org/drawingml/2006/main" prst="round1Rect">
            <a:avLst>
              <a:gd name="adj" fmla="val 8576"/>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Picture Placeholder 8">
            <a:extLst xmlns:a="http://schemas.openxmlformats.org/drawingml/2006/main">
              <a:ext uri="{FF2B5EF4-FFF2-40B4-BE49-F238E27FC236}">
                <a16:creationId xmlns:a16="http://schemas.microsoft.com/office/drawing/2014/main" id="{695B771F-E549-4F6E-B2ED-962B9DA4802F}"/>
              </a:ext>
            </a:extLst>
          </p:cNvPr>
          <p:cNvSpPr>
            <a:spLocks xmlns:a="http://schemas.openxmlformats.org/drawingml/2006/main" noGrp="1"/>
          </p:cNvSpPr>
          <p:nvPr>
            <p:ph type="pic" idx="10" hasCustomPrompt="1"/>
          </p:nvPr>
        </p:nvSpPr>
        <p:spPr>
          <a:xfrm xmlns:a="http://schemas.openxmlformats.org/drawingml/2006/main">
            <a:off x="4190202" y="2330244"/>
            <a:ext cx="2359577" cy="2317741"/>
          </a:xfrm>
          <a:custGeom xmlns:a="http://schemas.openxmlformats.org/drawingml/2006/main">
            <a:gdLst>
              <a:gd name="connsiteX0" fmla="*/ 301837 w 2359577"/>
              <a:gd name="connsiteY0" fmla="*/ 0 h 2317741"/>
              <a:gd name="connsiteX1" fmla="*/ 2057740 w 2359577"/>
              <a:gd name="connsiteY1" fmla="*/ 0 h 2317741"/>
              <a:gd name="connsiteX2" fmla="*/ 2359577 w 2359577"/>
              <a:gd name="connsiteY2" fmla="*/ 301837 h 2317741"/>
              <a:gd name="connsiteX3" fmla="*/ 2359577 w 2359577"/>
              <a:gd name="connsiteY3" fmla="*/ 1979836 h 2317741"/>
              <a:gd name="connsiteX4" fmla="*/ 2286634 w 2359577"/>
              <a:gd name="connsiteY4" fmla="*/ 2011483 h 2317741"/>
              <a:gd name="connsiteX5" fmla="*/ 593048 w 2359577"/>
              <a:gd name="connsiteY5" fmla="*/ 2317741 h 2317741"/>
              <a:gd name="connsiteX6" fmla="*/ 229771 w 2359577"/>
              <a:gd name="connsiteY6" fmla="*/ 2304641 h 2317741"/>
              <a:gd name="connsiteX7" fmla="*/ 0 w 2359577"/>
              <a:gd name="connsiteY7" fmla="*/ 2279597 h 2317741"/>
              <a:gd name="connsiteX8" fmla="*/ 0 w 2359577"/>
              <a:gd name="connsiteY8" fmla="*/ 301837 h 2317741"/>
              <a:gd name="connsiteX9" fmla="*/ 301837 w 2359577"/>
              <a:gd name="connsiteY9" fmla="*/ 0 h 2317741"/>
            </a:gdLst>
            <a:rect l="l" t="t" r="r" b="b"/>
            <a:pathLst>
              <a:path w="2359577" h="2317741">
                <a:moveTo>
                  <a:pt x="301837" y="0"/>
                </a:moveTo>
                <a:lnTo>
                  <a:pt x="2057740" y="0"/>
                </a:lnTo>
                <a:cubicBezTo>
                  <a:pt x="2224440" y="0"/>
                  <a:pt x="2359577" y="135137"/>
                  <a:pt x="2359577" y="301837"/>
                </a:cubicBezTo>
                <a:lnTo>
                  <a:pt x="2359577" y="1979836"/>
                </a:lnTo>
                <a:lnTo>
                  <a:pt x="2286634" y="2011483"/>
                </a:lnTo>
                <a:cubicBezTo>
                  <a:pt x="1783193" y="2206798"/>
                  <a:pt x="1206262" y="2317741"/>
                  <a:pt x="593048" y="2317741"/>
                </a:cubicBezTo>
                <a:cubicBezTo>
                  <a:pt x="470405" y="2317741"/>
                  <a:pt x="349214" y="2313304"/>
                  <a:pt x="229771" y="2304641"/>
                </a:cubicBezTo>
                <a:lnTo>
                  <a:pt x="0" y="2279597"/>
                </a:lnTo>
                <a:lnTo>
                  <a:pt x="0" y="301837"/>
                </a:lnTo>
                <a:cubicBezTo>
                  <a:pt x="0" y="135137"/>
                  <a:pt x="135137" y="0"/>
                  <a:pt x="301837" y="0"/>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9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0" name="Picture Placeholder 9">
            <a:extLst xmlns:a="http://schemas.openxmlformats.org/drawingml/2006/main">
              <a:ext uri="{FF2B5EF4-FFF2-40B4-BE49-F238E27FC236}">
                <a16:creationId xmlns:a16="http://schemas.microsoft.com/office/drawing/2014/main" id="{5E20149C-79E7-49C2-83BD-8D85DEDE7A32}"/>
              </a:ext>
            </a:extLst>
          </p:cNvPr>
          <p:cNvSpPr>
            <a:spLocks xmlns:a="http://schemas.openxmlformats.org/drawingml/2006/main" noGrp="1"/>
          </p:cNvSpPr>
          <p:nvPr>
            <p:ph type="pic" idx="11" hasCustomPrompt="1"/>
          </p:nvPr>
        </p:nvSpPr>
        <p:spPr>
          <a:xfrm xmlns:a="http://schemas.openxmlformats.org/drawingml/2006/main">
            <a:off x="6725316" y="2330244"/>
            <a:ext cx="2359577" cy="2317741"/>
          </a:xfrm>
          <a:custGeom xmlns:a="http://schemas.openxmlformats.org/drawingml/2006/main">
            <a:gdLst>
              <a:gd name="connsiteX0" fmla="*/ 301837 w 2359577"/>
              <a:gd name="connsiteY0" fmla="*/ 0 h 2317741"/>
              <a:gd name="connsiteX1" fmla="*/ 2057740 w 2359577"/>
              <a:gd name="connsiteY1" fmla="*/ 0 h 2317741"/>
              <a:gd name="connsiteX2" fmla="*/ 2359577 w 2359577"/>
              <a:gd name="connsiteY2" fmla="*/ 301837 h 2317741"/>
              <a:gd name="connsiteX3" fmla="*/ 2359577 w 2359577"/>
              <a:gd name="connsiteY3" fmla="*/ 1979836 h 2317741"/>
              <a:gd name="connsiteX4" fmla="*/ 2286634 w 2359577"/>
              <a:gd name="connsiteY4" fmla="*/ 2011483 h 2317741"/>
              <a:gd name="connsiteX5" fmla="*/ 593048 w 2359577"/>
              <a:gd name="connsiteY5" fmla="*/ 2317741 h 2317741"/>
              <a:gd name="connsiteX6" fmla="*/ 229771 w 2359577"/>
              <a:gd name="connsiteY6" fmla="*/ 2304641 h 2317741"/>
              <a:gd name="connsiteX7" fmla="*/ 0 w 2359577"/>
              <a:gd name="connsiteY7" fmla="*/ 2279597 h 2317741"/>
              <a:gd name="connsiteX8" fmla="*/ 0 w 2359577"/>
              <a:gd name="connsiteY8" fmla="*/ 301837 h 2317741"/>
              <a:gd name="connsiteX9" fmla="*/ 301837 w 2359577"/>
              <a:gd name="connsiteY9" fmla="*/ 0 h 2317741"/>
            </a:gdLst>
            <a:rect l="l" t="t" r="r" b="b"/>
            <a:pathLst>
              <a:path w="2359577" h="2317741">
                <a:moveTo>
                  <a:pt x="301837" y="0"/>
                </a:moveTo>
                <a:lnTo>
                  <a:pt x="2057740" y="0"/>
                </a:lnTo>
                <a:cubicBezTo>
                  <a:pt x="2224440" y="0"/>
                  <a:pt x="2359577" y="135137"/>
                  <a:pt x="2359577" y="301837"/>
                </a:cubicBezTo>
                <a:lnTo>
                  <a:pt x="2359577" y="1979836"/>
                </a:lnTo>
                <a:lnTo>
                  <a:pt x="2286634" y="2011483"/>
                </a:lnTo>
                <a:cubicBezTo>
                  <a:pt x="1783193" y="2206798"/>
                  <a:pt x="1206262" y="2317741"/>
                  <a:pt x="593048" y="2317741"/>
                </a:cubicBezTo>
                <a:cubicBezTo>
                  <a:pt x="470405" y="2317741"/>
                  <a:pt x="349214" y="2313304"/>
                  <a:pt x="229771" y="2304641"/>
                </a:cubicBezTo>
                <a:lnTo>
                  <a:pt x="0" y="2279597"/>
                </a:lnTo>
                <a:lnTo>
                  <a:pt x="0" y="301837"/>
                </a:lnTo>
                <a:cubicBezTo>
                  <a:pt x="0" y="135137"/>
                  <a:pt x="135137" y="0"/>
                  <a:pt x="301837" y="0"/>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9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1" name="Picture Placeholder 10">
            <a:extLst xmlns:a="http://schemas.openxmlformats.org/drawingml/2006/main">
              <a:ext uri="{FF2B5EF4-FFF2-40B4-BE49-F238E27FC236}">
                <a16:creationId xmlns:a16="http://schemas.microsoft.com/office/drawing/2014/main" id="{E6F2E8B5-58B2-456E-A791-1CB360904122}"/>
              </a:ext>
            </a:extLst>
          </p:cNvPr>
          <p:cNvSpPr>
            <a:spLocks xmlns:a="http://schemas.openxmlformats.org/drawingml/2006/main" noGrp="1"/>
          </p:cNvSpPr>
          <p:nvPr>
            <p:ph type="pic" idx="12" hasCustomPrompt="1"/>
          </p:nvPr>
        </p:nvSpPr>
        <p:spPr>
          <a:xfrm xmlns:a="http://schemas.openxmlformats.org/drawingml/2006/main">
            <a:off x="9260432" y="2330244"/>
            <a:ext cx="2359577" cy="2317741"/>
          </a:xfrm>
          <a:custGeom xmlns:a="http://schemas.openxmlformats.org/drawingml/2006/main">
            <a:gdLst>
              <a:gd name="connsiteX0" fmla="*/ 301837 w 2359577"/>
              <a:gd name="connsiteY0" fmla="*/ 0 h 2317741"/>
              <a:gd name="connsiteX1" fmla="*/ 2057740 w 2359577"/>
              <a:gd name="connsiteY1" fmla="*/ 0 h 2317741"/>
              <a:gd name="connsiteX2" fmla="*/ 2359577 w 2359577"/>
              <a:gd name="connsiteY2" fmla="*/ 301837 h 2317741"/>
              <a:gd name="connsiteX3" fmla="*/ 2359577 w 2359577"/>
              <a:gd name="connsiteY3" fmla="*/ 1979836 h 2317741"/>
              <a:gd name="connsiteX4" fmla="*/ 2286634 w 2359577"/>
              <a:gd name="connsiteY4" fmla="*/ 2011483 h 2317741"/>
              <a:gd name="connsiteX5" fmla="*/ 593048 w 2359577"/>
              <a:gd name="connsiteY5" fmla="*/ 2317741 h 2317741"/>
              <a:gd name="connsiteX6" fmla="*/ 229771 w 2359577"/>
              <a:gd name="connsiteY6" fmla="*/ 2304641 h 2317741"/>
              <a:gd name="connsiteX7" fmla="*/ 0 w 2359577"/>
              <a:gd name="connsiteY7" fmla="*/ 2279597 h 2317741"/>
              <a:gd name="connsiteX8" fmla="*/ 0 w 2359577"/>
              <a:gd name="connsiteY8" fmla="*/ 301837 h 2317741"/>
              <a:gd name="connsiteX9" fmla="*/ 301837 w 2359577"/>
              <a:gd name="connsiteY9" fmla="*/ 0 h 2317741"/>
            </a:gdLst>
            <a:rect l="l" t="t" r="r" b="b"/>
            <a:pathLst>
              <a:path w="2359577" h="2317741">
                <a:moveTo>
                  <a:pt x="301837" y="0"/>
                </a:moveTo>
                <a:lnTo>
                  <a:pt x="2057740" y="0"/>
                </a:lnTo>
                <a:cubicBezTo>
                  <a:pt x="2224440" y="0"/>
                  <a:pt x="2359577" y="135137"/>
                  <a:pt x="2359577" y="301837"/>
                </a:cubicBezTo>
                <a:lnTo>
                  <a:pt x="2359577" y="1979836"/>
                </a:lnTo>
                <a:lnTo>
                  <a:pt x="2286634" y="2011483"/>
                </a:lnTo>
                <a:cubicBezTo>
                  <a:pt x="1783193" y="2206798"/>
                  <a:pt x="1206262" y="2317741"/>
                  <a:pt x="593048" y="2317741"/>
                </a:cubicBezTo>
                <a:cubicBezTo>
                  <a:pt x="470405" y="2317741"/>
                  <a:pt x="349214" y="2313304"/>
                  <a:pt x="229771" y="2304641"/>
                </a:cubicBezTo>
                <a:lnTo>
                  <a:pt x="0" y="2279597"/>
                </a:lnTo>
                <a:lnTo>
                  <a:pt x="0" y="301837"/>
                </a:lnTo>
                <a:cubicBezTo>
                  <a:pt x="0" y="135137"/>
                  <a:pt x="135137" y="0"/>
                  <a:pt x="301837" y="0"/>
                </a:cubicBezTo>
                <a:close/>
              </a:path>
            </a:pathLst>
          </a:custGeom>
          <a:solidFill xmlns:a="http://schemas.openxmlformats.org/drawingml/2006/main">
            <a:schemeClr val="bg1">
              <a:lumMod val="95000"/>
              <a:alpha val="25000"/>
            </a:schemeClr>
          </a:solidFill>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9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13" name="TextBox 12">
            <a:extLst xmlns:a="http://schemas.openxmlformats.org/drawingml/2006/main">
              <a:ext uri="{FF2B5EF4-FFF2-40B4-BE49-F238E27FC236}">
                <a16:creationId xmlns:a16="http://schemas.microsoft.com/office/drawing/2014/main" id="{EA5BA95C-0816-4264-AC24-7743EBA8B584}"/>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bg1"/>
                </a:solidFill>
                <a:latin typeface="+mj-lt"/>
                <a:ea typeface="+mj-lt"/>
                <a:cs typeface="+mj-lt"/>
              </a:rPr>
              <a:t>‹#›</a:t>
            </a:fld>
            <a:endParaRPr sz="4400" i="0">
              <a:solidFill>
                <a:schemeClr val="bg1"/>
              </a:solidFill>
              <a:latin typeface="+mj-lt"/>
              <a:ea typeface="+mj-lt"/>
              <a:cs typeface="+mj-lt"/>
            </a:endParaRPr>
          </a:p>
        </p:txBody>
      </p:sp>
      <p:sp>
        <p:nvSpPr>
          <p:cNvPr id="21" name="Freeform: Shape 20">
            <a:extLst xmlns:a="http://schemas.openxmlformats.org/drawingml/2006/main">
              <a:ext uri="{FF2B5EF4-FFF2-40B4-BE49-F238E27FC236}">
                <a16:creationId xmlns:a16="http://schemas.microsoft.com/office/drawing/2014/main" id="{1BEC274A-E58E-4712-B844-2B5B4F2C40E8}"/>
              </a:ext>
            </a:extLst>
          </p:cNvPr>
          <p:cNvSpPr>
            <a:spLocks xmlns:a="http://schemas.openxmlformats.org/drawingml/2006/main" noGrp="1"/>
          </p:cNvSpPr>
          <p:nvPr/>
        </p:nvSpPr>
        <p:spPr>
          <a:xfrm xmlns:a="http://schemas.openxmlformats.org/drawingml/2006/main">
            <a:off x="11471504" y="6083574"/>
            <a:ext cx="720496" cy="774426"/>
          </a:xfrm>
          <a:custGeom xmlns:a="http://schemas.openxmlformats.org/drawingml/2006/main">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bg1"/>
              </a:solidFill>
            </a:endParaRPr>
          </a:p>
        </p:txBody>
      </p:sp>
    </p:spTree>
  </p:cSld>
</p:sldLayout>
</file>

<file path=ppt/slideLayouts/slideLayout49.xml><?xml version="1.0" encoding="utf-8"?>
<p:sldLayout xmlns:p="http://schemas.openxmlformats.org/presentationml/2006/main" preserve="1" userDrawn="1">
  <p:cSld name="59_Title and Content">
    <p:spTree>
      <p:nvGrpSpPr>
        <p:cNvPr id="1" name=""/>
        <p:cNvGrpSpPr/>
        <p:nvPr/>
      </p:nvGrpSpPr>
      <p:grpSpPr>
        <a:xfrm xmlns:a="http://schemas.openxmlformats.org/drawingml/2006/main"/>
      </p:grpSpPr>
      <p:sp>
        <p:nvSpPr>
          <p:cNvPr id="7" name="Picture Placeholder 6">
            <a:extLst xmlns:a="http://schemas.openxmlformats.org/drawingml/2006/main">
              <a:ext uri="{FF2B5EF4-FFF2-40B4-BE49-F238E27FC236}">
                <a16:creationId xmlns:a16="http://schemas.microsoft.com/office/drawing/2014/main" id="{EAC8A41A-9F31-4393-B83C-097A612761E9}"/>
              </a:ext>
            </a:extLst>
          </p:cNvPr>
          <p:cNvSpPr>
            <a:spLocks xmlns:a="http://schemas.openxmlformats.org/drawingml/2006/main" noGrp="1"/>
          </p:cNvSpPr>
          <p:nvPr>
            <p:ph type="pic" idx="10" hasCustomPrompt="1"/>
          </p:nvPr>
        </p:nvSpPr>
        <p:spPr>
          <a:xfrm xmlns:a="http://schemas.openxmlformats.org/drawingml/2006/main">
            <a:off x="1092200" y="1779884"/>
            <a:ext cx="2501900" cy="3858670"/>
          </a:xfrm>
          <a:custGeom xmlns:a="http://schemas.openxmlformats.org/drawingml/2006/main">
            <a:gdLst>
              <a:gd name="connsiteX0" fmla="*/ 187743 w 2501900"/>
              <a:gd name="connsiteY0" fmla="*/ 0 h 3858670"/>
              <a:gd name="connsiteX1" fmla="*/ 2314157 w 2501900"/>
              <a:gd name="connsiteY1" fmla="*/ 0 h 3858670"/>
              <a:gd name="connsiteX2" fmla="*/ 2501900 w 2501900"/>
              <a:gd name="connsiteY2" fmla="*/ 187743 h 3858670"/>
              <a:gd name="connsiteX3" fmla="*/ 2501900 w 2501900"/>
              <a:gd name="connsiteY3" fmla="*/ 3670927 h 3858670"/>
              <a:gd name="connsiteX4" fmla="*/ 2314157 w 2501900"/>
              <a:gd name="connsiteY4" fmla="*/ 3858670 h 3858670"/>
              <a:gd name="connsiteX5" fmla="*/ 187743 w 2501900"/>
              <a:gd name="connsiteY5" fmla="*/ 3858670 h 3858670"/>
              <a:gd name="connsiteX6" fmla="*/ 0 w 2501900"/>
              <a:gd name="connsiteY6" fmla="*/ 3670927 h 3858670"/>
              <a:gd name="connsiteX7" fmla="*/ 0 w 2501900"/>
              <a:gd name="connsiteY7" fmla="*/ 187743 h 3858670"/>
              <a:gd name="connsiteX8" fmla="*/ 187743 w 2501900"/>
              <a:gd name="connsiteY8" fmla="*/ 0 h 3858670"/>
            </a:gdLst>
            <a:rect l="l" t="t" r="r" b="b"/>
            <a:pathLst>
              <a:path w="2501900" h="3858670">
                <a:moveTo>
                  <a:pt x="187743" y="0"/>
                </a:moveTo>
                <a:lnTo>
                  <a:pt x="2314157" y="0"/>
                </a:lnTo>
                <a:cubicBezTo>
                  <a:pt x="2417845" y="0"/>
                  <a:pt x="2501900" y="84055"/>
                  <a:pt x="2501900" y="187743"/>
                </a:cubicBezTo>
                <a:lnTo>
                  <a:pt x="2501900" y="3670927"/>
                </a:lnTo>
                <a:cubicBezTo>
                  <a:pt x="2501900" y="3774615"/>
                  <a:pt x="2417845" y="3858670"/>
                  <a:pt x="2314157" y="3858670"/>
                </a:cubicBezTo>
                <a:lnTo>
                  <a:pt x="187743" y="3858670"/>
                </a:lnTo>
                <a:cubicBezTo>
                  <a:pt x="84055" y="3858670"/>
                  <a:pt x="0" y="3774615"/>
                  <a:pt x="0" y="3670927"/>
                </a:cubicBezTo>
                <a:lnTo>
                  <a:pt x="0" y="187743"/>
                </a:lnTo>
                <a:cubicBezTo>
                  <a:pt x="0" y="84055"/>
                  <a:pt x="84055" y="0"/>
                  <a:pt x="187743" y="0"/>
                </a:cubicBezTo>
                <a:close/>
              </a:path>
            </a:pathLst>
          </a:custGeom>
          <a:solidFill xmlns:a="http://schemas.openxmlformats.org/drawingml/2006/main">
            <a:schemeClr val="bg1">
              <a:lumMod val="95000"/>
              <a:alpha val="25000"/>
            </a:schemeClr>
          </a:solidFill>
          <a:effectLst xmlns:a="http://schemas.openxmlformats.org/drawingml/2006/main">
            <a:outerShdw blurRad="1270000" dist="495300" dir="10800000" sx="88000" sy="88000" algn="l" rotWithShape="0">
              <a:prstClr val="black">
                <a:alpha val="17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8" name="Picture Placeholder 7">
            <a:extLst xmlns:a="http://schemas.openxmlformats.org/drawingml/2006/main">
              <a:ext uri="{FF2B5EF4-FFF2-40B4-BE49-F238E27FC236}">
                <a16:creationId xmlns:a16="http://schemas.microsoft.com/office/drawing/2014/main" id="{DA8A8680-19DC-4C7C-BCB5-8BE4DEBA6793}"/>
              </a:ext>
            </a:extLst>
          </p:cNvPr>
          <p:cNvSpPr>
            <a:spLocks xmlns:a="http://schemas.openxmlformats.org/drawingml/2006/main" noGrp="1"/>
          </p:cNvSpPr>
          <p:nvPr>
            <p:ph type="pic" idx="11" hasCustomPrompt="1"/>
          </p:nvPr>
        </p:nvSpPr>
        <p:spPr>
          <a:xfrm xmlns:a="http://schemas.openxmlformats.org/drawingml/2006/main">
            <a:off x="8770136" y="2068643"/>
            <a:ext cx="2127446" cy="3281152"/>
          </a:xfrm>
          <a:custGeom xmlns:a="http://schemas.openxmlformats.org/drawingml/2006/main">
            <a:gdLst>
              <a:gd name="connsiteX0" fmla="*/ 187743 w 2501900"/>
              <a:gd name="connsiteY0" fmla="*/ 0 h 3858670"/>
              <a:gd name="connsiteX1" fmla="*/ 2314157 w 2501900"/>
              <a:gd name="connsiteY1" fmla="*/ 0 h 3858670"/>
              <a:gd name="connsiteX2" fmla="*/ 2501900 w 2501900"/>
              <a:gd name="connsiteY2" fmla="*/ 187743 h 3858670"/>
              <a:gd name="connsiteX3" fmla="*/ 2501900 w 2501900"/>
              <a:gd name="connsiteY3" fmla="*/ 3670927 h 3858670"/>
              <a:gd name="connsiteX4" fmla="*/ 2314157 w 2501900"/>
              <a:gd name="connsiteY4" fmla="*/ 3858670 h 3858670"/>
              <a:gd name="connsiteX5" fmla="*/ 187743 w 2501900"/>
              <a:gd name="connsiteY5" fmla="*/ 3858670 h 3858670"/>
              <a:gd name="connsiteX6" fmla="*/ 0 w 2501900"/>
              <a:gd name="connsiteY6" fmla="*/ 3670927 h 3858670"/>
              <a:gd name="connsiteX7" fmla="*/ 0 w 2501900"/>
              <a:gd name="connsiteY7" fmla="*/ 187743 h 3858670"/>
              <a:gd name="connsiteX8" fmla="*/ 187743 w 2501900"/>
              <a:gd name="connsiteY8" fmla="*/ 0 h 3858670"/>
            </a:gdLst>
            <a:rect l="l" t="t" r="r" b="b"/>
            <a:pathLst>
              <a:path w="2501900" h="3858670">
                <a:moveTo>
                  <a:pt x="187743" y="0"/>
                </a:moveTo>
                <a:lnTo>
                  <a:pt x="2314157" y="0"/>
                </a:lnTo>
                <a:cubicBezTo>
                  <a:pt x="2417845" y="0"/>
                  <a:pt x="2501900" y="84055"/>
                  <a:pt x="2501900" y="187743"/>
                </a:cubicBezTo>
                <a:lnTo>
                  <a:pt x="2501900" y="3670927"/>
                </a:lnTo>
                <a:cubicBezTo>
                  <a:pt x="2501900" y="3774615"/>
                  <a:pt x="2417845" y="3858670"/>
                  <a:pt x="2314157" y="3858670"/>
                </a:cubicBezTo>
                <a:lnTo>
                  <a:pt x="187743" y="3858670"/>
                </a:lnTo>
                <a:cubicBezTo>
                  <a:pt x="84055" y="3858670"/>
                  <a:pt x="0" y="3774615"/>
                  <a:pt x="0" y="3670927"/>
                </a:cubicBezTo>
                <a:lnTo>
                  <a:pt x="0" y="187743"/>
                </a:lnTo>
                <a:cubicBezTo>
                  <a:pt x="0" y="84055"/>
                  <a:pt x="84055" y="0"/>
                  <a:pt x="187743" y="0"/>
                </a:cubicBezTo>
                <a:close/>
              </a:path>
            </a:pathLst>
          </a:custGeom>
          <a:solidFill xmlns:a="http://schemas.openxmlformats.org/drawingml/2006/main">
            <a:schemeClr val="bg1">
              <a:lumMod val="95000"/>
              <a:alpha val="25000"/>
            </a:schemeClr>
          </a:solidFill>
          <a:effectLst xmlns:a="http://schemas.openxmlformats.org/drawingml/2006/main">
            <a:outerShdw blurRad="1270000" dist="609600" sx="88000" sy="88000" algn="l" rotWithShape="0">
              <a:prstClr val="black">
                <a:alpha val="16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9" name="Picture Placeholder 8">
            <a:extLst xmlns:a="http://schemas.openxmlformats.org/drawingml/2006/main">
              <a:ext uri="{FF2B5EF4-FFF2-40B4-BE49-F238E27FC236}">
                <a16:creationId xmlns:a16="http://schemas.microsoft.com/office/drawing/2014/main" id="{DD6EE318-7AB3-4720-9075-16439EDA9682}"/>
              </a:ext>
            </a:extLst>
          </p:cNvPr>
          <p:cNvSpPr>
            <a:spLocks xmlns:a="http://schemas.openxmlformats.org/drawingml/2006/main" noGrp="1"/>
          </p:cNvSpPr>
          <p:nvPr>
            <p:ph type="pic" idx="12" hasCustomPrompt="1"/>
          </p:nvPr>
        </p:nvSpPr>
        <p:spPr>
          <a:xfrm xmlns:a="http://schemas.openxmlformats.org/drawingml/2006/main">
            <a:off x="6449962" y="1779884"/>
            <a:ext cx="2501900" cy="3858670"/>
          </a:xfrm>
          <a:custGeom xmlns:a="http://schemas.openxmlformats.org/drawingml/2006/main">
            <a:gdLst>
              <a:gd name="connsiteX0" fmla="*/ 187743 w 2501900"/>
              <a:gd name="connsiteY0" fmla="*/ 0 h 3858670"/>
              <a:gd name="connsiteX1" fmla="*/ 2314157 w 2501900"/>
              <a:gd name="connsiteY1" fmla="*/ 0 h 3858670"/>
              <a:gd name="connsiteX2" fmla="*/ 2501900 w 2501900"/>
              <a:gd name="connsiteY2" fmla="*/ 187743 h 3858670"/>
              <a:gd name="connsiteX3" fmla="*/ 2501900 w 2501900"/>
              <a:gd name="connsiteY3" fmla="*/ 3670927 h 3858670"/>
              <a:gd name="connsiteX4" fmla="*/ 2314157 w 2501900"/>
              <a:gd name="connsiteY4" fmla="*/ 3858670 h 3858670"/>
              <a:gd name="connsiteX5" fmla="*/ 187743 w 2501900"/>
              <a:gd name="connsiteY5" fmla="*/ 3858670 h 3858670"/>
              <a:gd name="connsiteX6" fmla="*/ 0 w 2501900"/>
              <a:gd name="connsiteY6" fmla="*/ 3670927 h 3858670"/>
              <a:gd name="connsiteX7" fmla="*/ 0 w 2501900"/>
              <a:gd name="connsiteY7" fmla="*/ 187743 h 3858670"/>
              <a:gd name="connsiteX8" fmla="*/ 187743 w 2501900"/>
              <a:gd name="connsiteY8" fmla="*/ 0 h 3858670"/>
            </a:gdLst>
            <a:rect l="l" t="t" r="r" b="b"/>
            <a:pathLst>
              <a:path w="2501900" h="3858670">
                <a:moveTo>
                  <a:pt x="187743" y="0"/>
                </a:moveTo>
                <a:lnTo>
                  <a:pt x="2314157" y="0"/>
                </a:lnTo>
                <a:cubicBezTo>
                  <a:pt x="2417845" y="0"/>
                  <a:pt x="2501900" y="84055"/>
                  <a:pt x="2501900" y="187743"/>
                </a:cubicBezTo>
                <a:lnTo>
                  <a:pt x="2501900" y="3670927"/>
                </a:lnTo>
                <a:cubicBezTo>
                  <a:pt x="2501900" y="3774615"/>
                  <a:pt x="2417845" y="3858670"/>
                  <a:pt x="2314157" y="3858670"/>
                </a:cubicBezTo>
                <a:lnTo>
                  <a:pt x="187743" y="3858670"/>
                </a:lnTo>
                <a:cubicBezTo>
                  <a:pt x="84055" y="3858670"/>
                  <a:pt x="0" y="3774615"/>
                  <a:pt x="0" y="3670927"/>
                </a:cubicBezTo>
                <a:lnTo>
                  <a:pt x="0" y="187743"/>
                </a:lnTo>
                <a:cubicBezTo>
                  <a:pt x="0" y="84055"/>
                  <a:pt x="84055" y="0"/>
                  <a:pt x="187743" y="0"/>
                </a:cubicBezTo>
                <a:close/>
              </a:path>
            </a:pathLst>
          </a:custGeom>
          <a:solidFill xmlns:a="http://schemas.openxmlformats.org/drawingml/2006/main">
            <a:schemeClr val="bg1">
              <a:lumMod val="95000"/>
              <a:alpha val="25000"/>
            </a:schemeClr>
          </a:solidFill>
          <a:effectLst xmlns:a="http://schemas.openxmlformats.org/drawingml/2006/main">
            <a:outerShdw blurRad="1270000" dist="609600" sx="88000" sy="88000" algn="l" rotWithShape="0">
              <a:prstClr val="black">
                <a:alpha val="28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50.xml><?xml version="1.0" encoding="utf-8"?>
<p:sldLayout xmlns:p="http://schemas.openxmlformats.org/presentationml/2006/main" preserve="1" userDrawn="1">
  <p:cSld name="60_Title and Content">
    <p:spTree>
      <p:nvGrpSpPr>
        <p:cNvPr id="1" name=""/>
        <p:cNvGrpSpPr/>
        <p:nvPr/>
      </p:nvGrpSpPr>
      <p:grpSpPr>
        <a:xfrm xmlns:a="http://schemas.openxmlformats.org/drawingml/2006/main"/>
      </p:grpSpPr>
      <p:sp>
        <p:nvSpPr>
          <p:cNvPr id="7" name="Picture Placeholder 6">
            <a:extLst xmlns:a="http://schemas.openxmlformats.org/drawingml/2006/main">
              <a:ext uri="{FF2B5EF4-FFF2-40B4-BE49-F238E27FC236}">
                <a16:creationId xmlns:a16="http://schemas.microsoft.com/office/drawing/2014/main" id="{84640808-FF49-40B1-9478-5B58095D2032}"/>
              </a:ext>
            </a:extLst>
          </p:cNvPr>
          <p:cNvSpPr>
            <a:spLocks xmlns:a="http://schemas.openxmlformats.org/drawingml/2006/main" noGrp="1"/>
          </p:cNvSpPr>
          <p:nvPr>
            <p:ph type="pic" idx="10" hasCustomPrompt="1"/>
          </p:nvPr>
        </p:nvSpPr>
        <p:spPr>
          <a:xfrm xmlns:a="http://schemas.openxmlformats.org/drawingml/2006/main">
            <a:off x="4286599" y="3710467"/>
            <a:ext cx="3274244" cy="2233133"/>
          </a:xfrm>
          <a:custGeom xmlns:a="http://schemas.openxmlformats.org/drawingml/2006/main">
            <a:gdLst>
              <a:gd name="connsiteX0" fmla="*/ 279700 w 3274244"/>
              <a:gd name="connsiteY0" fmla="*/ 0 h 2233133"/>
              <a:gd name="connsiteX1" fmla="*/ 2994544 w 3274244"/>
              <a:gd name="connsiteY1" fmla="*/ 0 h 2233133"/>
              <a:gd name="connsiteX2" fmla="*/ 3274244 w 3274244"/>
              <a:gd name="connsiteY2" fmla="*/ 279700 h 2233133"/>
              <a:gd name="connsiteX3" fmla="*/ 3274244 w 3274244"/>
              <a:gd name="connsiteY3" fmla="*/ 1953433 h 2233133"/>
              <a:gd name="connsiteX4" fmla="*/ 2994544 w 3274244"/>
              <a:gd name="connsiteY4" fmla="*/ 2233133 h 2233133"/>
              <a:gd name="connsiteX5" fmla="*/ 279700 w 3274244"/>
              <a:gd name="connsiteY5" fmla="*/ 2233133 h 2233133"/>
              <a:gd name="connsiteX6" fmla="*/ 0 w 3274244"/>
              <a:gd name="connsiteY6" fmla="*/ 1953433 h 2233133"/>
              <a:gd name="connsiteX7" fmla="*/ 0 w 3274244"/>
              <a:gd name="connsiteY7" fmla="*/ 279700 h 2233133"/>
              <a:gd name="connsiteX8" fmla="*/ 279700 w 3274244"/>
              <a:gd name="connsiteY8" fmla="*/ 0 h 2233133"/>
            </a:gdLst>
            <a:rect l="l" t="t" r="r" b="b"/>
            <a:pathLst>
              <a:path w="3274244" h="2233133">
                <a:moveTo>
                  <a:pt x="279700" y="0"/>
                </a:moveTo>
                <a:lnTo>
                  <a:pt x="2994544" y="0"/>
                </a:lnTo>
                <a:cubicBezTo>
                  <a:pt x="3149018" y="0"/>
                  <a:pt x="3274244" y="125226"/>
                  <a:pt x="3274244" y="279700"/>
                </a:cubicBezTo>
                <a:lnTo>
                  <a:pt x="3274244" y="1953433"/>
                </a:lnTo>
                <a:cubicBezTo>
                  <a:pt x="3274244" y="2107907"/>
                  <a:pt x="3149018" y="2233133"/>
                  <a:pt x="2994544" y="2233133"/>
                </a:cubicBezTo>
                <a:lnTo>
                  <a:pt x="279700" y="2233133"/>
                </a:lnTo>
                <a:cubicBezTo>
                  <a:pt x="125226" y="2233133"/>
                  <a:pt x="0" y="2107907"/>
                  <a:pt x="0" y="1953433"/>
                </a:cubicBezTo>
                <a:lnTo>
                  <a:pt x="0" y="279700"/>
                </a:lnTo>
                <a:cubicBezTo>
                  <a:pt x="0" y="125226"/>
                  <a:pt x="125226" y="0"/>
                  <a:pt x="279700" y="0"/>
                </a:cubicBezTo>
                <a:close/>
              </a:path>
            </a:pathLst>
          </a:custGeom>
          <a:solidFill xmlns:a="http://schemas.openxmlformats.org/drawingml/2006/main">
            <a:schemeClr val="bg1">
              <a:lumMod val="95000"/>
              <a:alpha val="25000"/>
            </a:schemeClr>
          </a:solidFill>
          <a:effectLst xmlns:a="http://schemas.openxmlformats.org/drawingml/2006/main">
            <a:outerShdw blurRad="1130300" dist="622300" dir="5400000" sx="80000" sy="80000" algn="t" rotWithShape="0">
              <a:prstClr val="black">
                <a:alpha val="20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
        <p:nvSpPr>
          <p:cNvPr id="8" name="Picture Placeholder 7">
            <a:extLst xmlns:a="http://schemas.openxmlformats.org/drawingml/2006/main">
              <a:ext uri="{FF2B5EF4-FFF2-40B4-BE49-F238E27FC236}">
                <a16:creationId xmlns:a16="http://schemas.microsoft.com/office/drawing/2014/main" id="{EC13D04A-F323-4B74-98EF-4487A994691B}"/>
              </a:ext>
            </a:extLst>
          </p:cNvPr>
          <p:cNvSpPr>
            <a:spLocks xmlns:a="http://schemas.openxmlformats.org/drawingml/2006/main" noGrp="1"/>
          </p:cNvSpPr>
          <p:nvPr>
            <p:ph type="pic" idx="11" hasCustomPrompt="1"/>
          </p:nvPr>
        </p:nvSpPr>
        <p:spPr>
          <a:xfrm xmlns:a="http://schemas.openxmlformats.org/drawingml/2006/main">
            <a:off x="7734675" y="1737108"/>
            <a:ext cx="3358812" cy="3675551"/>
          </a:xfrm>
          <a:custGeom xmlns:a="http://schemas.openxmlformats.org/drawingml/2006/main">
            <a:gdLst>
              <a:gd name="connsiteX0" fmla="*/ 420691 w 3358812"/>
              <a:gd name="connsiteY0" fmla="*/ 0 h 3675551"/>
              <a:gd name="connsiteX1" fmla="*/ 2938121 w 3358812"/>
              <a:gd name="connsiteY1" fmla="*/ 0 h 3675551"/>
              <a:gd name="connsiteX2" fmla="*/ 3358812 w 3358812"/>
              <a:gd name="connsiteY2" fmla="*/ 420691 h 3675551"/>
              <a:gd name="connsiteX3" fmla="*/ 3358812 w 3358812"/>
              <a:gd name="connsiteY3" fmla="*/ 3254860 h 3675551"/>
              <a:gd name="connsiteX4" fmla="*/ 2938121 w 3358812"/>
              <a:gd name="connsiteY4" fmla="*/ 3675551 h 3675551"/>
              <a:gd name="connsiteX5" fmla="*/ 420691 w 3358812"/>
              <a:gd name="connsiteY5" fmla="*/ 3675551 h 3675551"/>
              <a:gd name="connsiteX6" fmla="*/ 0 w 3358812"/>
              <a:gd name="connsiteY6" fmla="*/ 3254860 h 3675551"/>
              <a:gd name="connsiteX7" fmla="*/ 0 w 3358812"/>
              <a:gd name="connsiteY7" fmla="*/ 420691 h 3675551"/>
              <a:gd name="connsiteX8" fmla="*/ 420691 w 3358812"/>
              <a:gd name="connsiteY8" fmla="*/ 0 h 3675551"/>
            </a:gdLst>
            <a:rect l="l" t="t" r="r" b="b"/>
            <a:pathLst>
              <a:path w="3358812" h="3675551">
                <a:moveTo>
                  <a:pt x="420691" y="0"/>
                </a:moveTo>
                <a:lnTo>
                  <a:pt x="2938121" y="0"/>
                </a:lnTo>
                <a:cubicBezTo>
                  <a:pt x="3170462" y="0"/>
                  <a:pt x="3358812" y="188350"/>
                  <a:pt x="3358812" y="420691"/>
                </a:cubicBezTo>
                <a:lnTo>
                  <a:pt x="3358812" y="3254860"/>
                </a:lnTo>
                <a:cubicBezTo>
                  <a:pt x="3358812" y="3487201"/>
                  <a:pt x="3170462" y="3675551"/>
                  <a:pt x="2938121" y="3675551"/>
                </a:cubicBezTo>
                <a:lnTo>
                  <a:pt x="420691" y="3675551"/>
                </a:lnTo>
                <a:cubicBezTo>
                  <a:pt x="188350" y="3675551"/>
                  <a:pt x="0" y="3487201"/>
                  <a:pt x="0" y="3254860"/>
                </a:cubicBezTo>
                <a:lnTo>
                  <a:pt x="0" y="420691"/>
                </a:lnTo>
                <a:cubicBezTo>
                  <a:pt x="0" y="188350"/>
                  <a:pt x="188350" y="0"/>
                  <a:pt x="420691" y="0"/>
                </a:cubicBezTo>
                <a:close/>
              </a:path>
            </a:pathLst>
          </a:custGeom>
          <a:solidFill xmlns:a="http://schemas.openxmlformats.org/drawingml/2006/main">
            <a:schemeClr val="bg1">
              <a:lumMod val="95000"/>
              <a:alpha val="25000"/>
            </a:schemeClr>
          </a:solidFill>
          <a:effectLst xmlns:a="http://schemas.openxmlformats.org/drawingml/2006/main">
            <a:outerShdw blurRad="1130300" dist="622300" dir="5400000" sx="80000" sy="80000" algn="t" rotWithShape="0">
              <a:prstClr val="black">
                <a:alpha val="20000"/>
              </a:prstClr>
            </a:outerShdw>
          </a:effectLst>
        </p:spPr>
        <p:txBody>
          <a:bodyPr xmlns:a="http://schemas.openxmlformats.org/drawingml/2006/main" wrap="square">
            <a:noAutofit/>
          </a:bodyPr>
          <a:lstStyle xmlns:a="http://schemas.openxmlformats.org/drawingml/2006/main">
            <a:lvl1pPr marL="0" marR="0" indent="0" algn="l" defTabSz="914377">
              <a:lnSpc>
                <a:spcPct val="90000"/>
              </a:lnSpc>
              <a:spcBef>
                <a:spcPts val="1000"/>
              </a:spcBef>
              <a:spcAft>
                <a:spcPts val="0"/>
              </a:spcAft>
              <a:buClrTx/>
              <a:buSzTx/>
              <a:buFont typeface="Arial"/>
              <a:buNone/>
              <a:defRPr sz="1200">
                <a:solidFill>
                  <a:schemeClr val="bg1">
                    <a:lumMod val="75000"/>
                  </a:schemeClr>
                </a:solidFill>
              </a:defRPr>
            </a:lvl1pPr>
          </a:lstStyle>
          <a:p xmlns:a="http://schemas.openxmlformats.org/drawingml/2006/main">
            <a:pPr marL="0" marR="0" lvl="0" indent="0" algn="l" defTabSz="914377">
              <a:lnSpc>
                <a:spcPct val="90000"/>
              </a:lnSpc>
              <a:spcBef>
                <a:spcPts val="1000"/>
              </a:spcBef>
              <a:spcAft>
                <a:spcPts val="0"/>
              </a:spcAft>
              <a:buClrTx/>
              <a:buSzTx/>
              <a:buFont typeface="Arial"/>
              <a:buNone/>
            </a:pPr>
            <a:r>
              <a:t>Image Placeholder</a:t>
            </a:r>
            <a:endParaRPr/>
          </a:p>
          <a:p xmlns:a="http://schemas.openxmlformats.org/drawingml/2006/main">
            <a:endParaRPr/>
          </a:p>
        </p:txBody>
      </p:sp>
    </p:spTree>
  </p:cSld>
</p:sldLayout>
</file>

<file path=ppt/slideLayouts/slideLayout51.xml><?xml version="1.0" encoding="utf-8"?>
<p:sldLayout xmlns:p="http://schemas.openxmlformats.org/presentationml/2006/main" showMasterSp="0" preserve="1" userDrawn="1">
  <p:cSld name="62_Title and Content">
    <p:bg>
      <p:bgPr>
        <a:solidFill xmlns:a="http://schemas.openxmlformats.org/drawingml/2006/main">
          <a:schemeClr val="tx2"/>
        </a:solidFill>
      </p:bgPr>
    </p:bg>
    <p:spTree>
      <p:nvGrpSpPr>
        <p:cNvPr id="1" name=""/>
        <p:cNvGrpSpPr/>
        <p:nvPr/>
      </p:nvGrpSpPr>
      <p:grpSpPr>
        <a:xfrm xmlns:a="http://schemas.openxmlformats.org/drawingml/2006/main"/>
      </p:grpSpPr>
      <p:pic>
        <p:nvPicPr>
          <p:cNvPr id="75" name="Gráfico 42"/>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7355106" y="5997293"/>
            <a:ext cx="758823" cy="834705"/>
          </a:xfrm>
          <a:prstGeom xmlns:a="http://schemas.openxmlformats.org/drawingml/2006/main" prst="rect">
            <a:avLst/>
          </a:prstGeom>
        </p:spPr>
      </p:pic>
      <p:pic>
        <p:nvPicPr>
          <p:cNvPr id="76" name="Gráfico 46"/>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7355106" y="4715384"/>
            <a:ext cx="758823" cy="834705"/>
          </a:xfrm>
          <a:prstGeom xmlns:a="http://schemas.openxmlformats.org/drawingml/2006/main" prst="rect">
            <a:avLst/>
          </a:prstGeom>
        </p:spPr>
      </p:pic>
      <p:pic>
        <p:nvPicPr>
          <p:cNvPr id="77" name="Gráfico 49"/>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6130903" y="2959083"/>
            <a:ext cx="758823" cy="834705"/>
          </a:xfrm>
          <a:prstGeom xmlns:a="http://schemas.openxmlformats.org/drawingml/2006/main" prst="rect">
            <a:avLst/>
          </a:prstGeom>
        </p:spPr>
      </p:pic>
      <p:pic>
        <p:nvPicPr>
          <p:cNvPr id="78" name="Gráfico 51"/>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4881043" y="2052061"/>
            <a:ext cx="758823" cy="834705"/>
          </a:xfrm>
          <a:prstGeom xmlns:a="http://schemas.openxmlformats.org/drawingml/2006/main" prst="rect">
            <a:avLst/>
          </a:prstGeom>
        </p:spPr>
      </p:pic>
      <p:pic>
        <p:nvPicPr>
          <p:cNvPr id="79" name="Gráfico 53"/>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3825133" y="1711111"/>
            <a:ext cx="758823" cy="834705"/>
          </a:xfrm>
          <a:prstGeom xmlns:a="http://schemas.openxmlformats.org/drawingml/2006/main" prst="rect">
            <a:avLst/>
          </a:prstGeom>
        </p:spPr>
      </p:pic>
      <p:pic>
        <p:nvPicPr>
          <p:cNvPr id="80" name="Gráfico 54"/>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3825133" y="2945461"/>
            <a:ext cx="758823" cy="834705"/>
          </a:xfrm>
          <a:prstGeom xmlns:a="http://schemas.openxmlformats.org/drawingml/2006/main" prst="rect">
            <a:avLst/>
          </a:prstGeom>
        </p:spPr>
      </p:pic>
      <p:pic>
        <p:nvPicPr>
          <p:cNvPr id="81" name="Gráfico 56"/>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2619837" y="2262781"/>
            <a:ext cx="758823" cy="834705"/>
          </a:xfrm>
          <a:prstGeom xmlns:a="http://schemas.openxmlformats.org/drawingml/2006/main" prst="rect">
            <a:avLst/>
          </a:prstGeom>
        </p:spPr>
      </p:pic>
      <p:pic>
        <p:nvPicPr>
          <p:cNvPr id="82" name="Gráfico 57"/>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1388199" y="241590"/>
            <a:ext cx="758823" cy="834705"/>
          </a:xfrm>
          <a:prstGeom xmlns:a="http://schemas.openxmlformats.org/drawingml/2006/main" prst="rect">
            <a:avLst/>
          </a:prstGeom>
        </p:spPr>
      </p:pic>
      <p:pic>
        <p:nvPicPr>
          <p:cNvPr id="83" name="Gráfico 26"/>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11044998" y="5529684"/>
            <a:ext cx="758823" cy="834705"/>
          </a:xfrm>
          <a:prstGeom xmlns:a="http://schemas.openxmlformats.org/drawingml/2006/main" prst="rect">
            <a:avLst/>
          </a:prstGeom>
        </p:spPr>
      </p:pic>
      <p:pic>
        <p:nvPicPr>
          <p:cNvPr id="84" name="Gráfico 28"/>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9717676" y="4962914"/>
            <a:ext cx="758823" cy="834705"/>
          </a:xfrm>
          <a:prstGeom xmlns:a="http://schemas.openxmlformats.org/drawingml/2006/main" prst="rect">
            <a:avLst/>
          </a:prstGeom>
        </p:spPr>
      </p:pic>
      <p:pic>
        <p:nvPicPr>
          <p:cNvPr id="85" name="Gráfico 32"/>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8503679" y="4247775"/>
            <a:ext cx="758823" cy="834705"/>
          </a:xfrm>
          <a:prstGeom xmlns:a="http://schemas.openxmlformats.org/drawingml/2006/main" prst="rect">
            <a:avLst/>
          </a:prstGeom>
        </p:spPr>
      </p:pic>
      <p:pic>
        <p:nvPicPr>
          <p:cNvPr id="86" name="Gráfico 33"/>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8503681" y="5551302"/>
            <a:ext cx="758823" cy="834705"/>
          </a:xfrm>
          <a:prstGeom xmlns:a="http://schemas.openxmlformats.org/drawingml/2006/main" prst="rect">
            <a:avLst/>
          </a:prstGeom>
        </p:spPr>
      </p:pic>
      <p:sp>
        <p:nvSpPr>
          <p:cNvPr id="5" name="Freeform: Shape 4">
            <a:extLst xmlns:a="http://schemas.openxmlformats.org/drawingml/2006/main">
              <a:ext uri="{FF2B5EF4-FFF2-40B4-BE49-F238E27FC236}">
                <a16:creationId xmlns:a16="http://schemas.microsoft.com/office/drawing/2014/main" id="{39913389-D143-427B-9746-EF1001FA685D}"/>
              </a:ext>
            </a:extLst>
          </p:cNvPr>
          <p:cNvSpPr>
            <a:spLocks xmlns:a="http://schemas.openxmlformats.org/drawingml/2006/main" noGrp="1"/>
          </p:cNvSpPr>
          <p:nvPr/>
        </p:nvSpPr>
        <p:spPr>
          <a:xfrm xmlns:a="http://schemas.openxmlformats.org/drawingml/2006/main" flipH="1" flipV="1">
            <a:off x="0" y="-3"/>
            <a:ext cx="12192000" cy="6858000"/>
          </a:xfrm>
          <a:custGeom xmlns:a="http://schemas.openxmlformats.org/drawingml/2006/main">
            <a:gdLst>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3418462 w 12192000"/>
              <a:gd name="connsiteY3" fmla="*/ 1259120 h 6858000"/>
              <a:gd name="connsiteX4" fmla="*/ 3418618 w 12192000"/>
              <a:gd name="connsiteY4" fmla="*/ 1259993 h 6858000"/>
              <a:gd name="connsiteX5" fmla="*/ 3419024 w 12192000"/>
              <a:gd name="connsiteY5" fmla="*/ 1259444 h 6858000"/>
              <a:gd name="connsiteX6" fmla="*/ 7965465 w 12192000"/>
              <a:gd name="connsiteY6" fmla="*/ 0 h 6858000"/>
              <a:gd name="connsiteX7" fmla="*/ 12192000 w 12192000"/>
              <a:gd name="connsiteY7" fmla="*/ 0 h 6858000"/>
              <a:gd name="connsiteX8" fmla="*/ 12192000 w 12192000"/>
              <a:gd name="connsiteY8" fmla="*/ 6858000 h 6858000"/>
              <a:gd name="connsiteX9" fmla="*/ 11453891 w 12192000"/>
              <a:gd name="connsiteY9" fmla="*/ 6858000 h 6858000"/>
              <a:gd name="connsiteX10" fmla="*/ 11412751 w 12192000"/>
              <a:gd name="connsiteY10" fmla="*/ 6815162 h 6858000"/>
              <a:gd name="connsiteX11" fmla="*/ 11289597 w 12192000"/>
              <a:gd name="connsiteY11" fmla="*/ 6217433 h 6858000"/>
              <a:gd name="connsiteX12" fmla="*/ 11169959 w 12192000"/>
              <a:gd name="connsiteY12" fmla="*/ 5812733 h 6858000"/>
              <a:gd name="connsiteX13" fmla="*/ 10803229 w 12192000"/>
              <a:gd name="connsiteY13" fmla="*/ 5927798 h 6858000"/>
              <a:gd name="connsiteX14" fmla="*/ 10019849 w 12192000"/>
              <a:gd name="connsiteY14" fmla="*/ 6076112 h 6858000"/>
              <a:gd name="connsiteX15" fmla="*/ 9636342 w 12192000"/>
              <a:gd name="connsiteY15" fmla="*/ 5271760 h 6858000"/>
              <a:gd name="connsiteX16" fmla="*/ 9525372 w 12192000"/>
              <a:gd name="connsiteY16" fmla="*/ 4836737 h 6858000"/>
              <a:gd name="connsiteX17" fmla="*/ 9206679 w 12192000"/>
              <a:gd name="connsiteY17" fmla="*/ 4887483 h 6858000"/>
              <a:gd name="connsiteX18" fmla="*/ 9147680 w 12192000"/>
              <a:gd name="connsiteY18" fmla="*/ 4924210 h 6858000"/>
              <a:gd name="connsiteX19" fmla="*/ 9124161 w 12192000"/>
              <a:gd name="connsiteY19" fmla="*/ 4944484 h 6858000"/>
              <a:gd name="connsiteX20" fmla="*/ 9042018 w 12192000"/>
              <a:gd name="connsiteY20" fmla="*/ 4989282 h 6858000"/>
              <a:gd name="connsiteX21" fmla="*/ 8921199 w 12192000"/>
              <a:gd name="connsiteY21" fmla="*/ 5062844 h 6858000"/>
              <a:gd name="connsiteX22" fmla="*/ 8321246 w 12192000"/>
              <a:gd name="connsiteY22" fmla="*/ 5086583 h 6858000"/>
              <a:gd name="connsiteX23" fmla="*/ 8028426 w 12192000"/>
              <a:gd name="connsiteY23" fmla="*/ 4369922 h 6858000"/>
              <a:gd name="connsiteX24" fmla="*/ 7910835 w 12192000"/>
              <a:gd name="connsiteY24" fmla="*/ 3931077 h 6858000"/>
              <a:gd name="connsiteX25" fmla="*/ 7310682 w 12192000"/>
              <a:gd name="connsiteY25" fmla="*/ 4052693 h 6858000"/>
              <a:gd name="connsiteX26" fmla="*/ 6686835 w 12192000"/>
              <a:gd name="connsiteY26" fmla="*/ 4169457 h 6858000"/>
              <a:gd name="connsiteX27" fmla="*/ 6360308 w 12192000"/>
              <a:gd name="connsiteY27" fmla="*/ 3612051 h 6858000"/>
              <a:gd name="connsiteX28" fmla="*/ 6351881 w 12192000"/>
              <a:gd name="connsiteY28" fmla="*/ 3403504 h 6858000"/>
              <a:gd name="connsiteX29" fmla="*/ 6348681 w 12192000"/>
              <a:gd name="connsiteY29" fmla="*/ 3342060 h 6858000"/>
              <a:gd name="connsiteX30" fmla="*/ 6350035 w 12192000"/>
              <a:gd name="connsiteY30" fmla="*/ 3334078 h 6858000"/>
              <a:gd name="connsiteX31" fmla="*/ 6349219 w 12192000"/>
              <a:gd name="connsiteY31" fmla="*/ 3285618 h 6858000"/>
              <a:gd name="connsiteX32" fmla="*/ 6242624 w 12192000"/>
              <a:gd name="connsiteY32" fmla="*/ 3041905 h 6858000"/>
              <a:gd name="connsiteX33" fmla="*/ 6219524 w 12192000"/>
              <a:gd name="connsiteY33" fmla="*/ 3024059 h 6858000"/>
              <a:gd name="connsiteX34" fmla="*/ 6329195 w 12192000"/>
              <a:gd name="connsiteY34" fmla="*/ 2834103 h 6858000"/>
              <a:gd name="connsiteX35" fmla="*/ 0 w 12192000"/>
              <a:gd name="connsiteY35" fmla="*/ 0 h 6858000"/>
              <a:gd name="connsiteX36" fmla="*/ 7965461 w 12192000"/>
              <a:gd name="connsiteY36" fmla="*/ 0 h 6858000"/>
              <a:gd name="connsiteX37" fmla="*/ 6331536 w 12192000"/>
              <a:gd name="connsiteY37" fmla="*/ 2830043 h 6858000"/>
              <a:gd name="connsiteX38" fmla="*/ 6210400 w 12192000"/>
              <a:gd name="connsiteY38" fmla="*/ 3039855 h 6858000"/>
              <a:gd name="connsiteX39" fmla="*/ 6153762 w 12192000"/>
              <a:gd name="connsiteY39" fmla="*/ 3040629 h 6858000"/>
              <a:gd name="connsiteX40" fmla="*/ 5850888 w 12192000"/>
              <a:gd name="connsiteY40" fmla="*/ 3174553 h 6858000"/>
              <a:gd name="connsiteX41" fmla="*/ 5167421 w 12192000"/>
              <a:gd name="connsiteY41" fmla="*/ 3256896 h 6858000"/>
              <a:gd name="connsiteX42" fmla="*/ 4859578 w 12192000"/>
              <a:gd name="connsiteY42" fmla="*/ 2505059 h 6858000"/>
              <a:gd name="connsiteX43" fmla="*/ 4739941 w 12192000"/>
              <a:gd name="connsiteY43" fmla="*/ 2100360 h 6858000"/>
              <a:gd name="connsiteX44" fmla="*/ 4373210 w 12192000"/>
              <a:gd name="connsiteY44" fmla="*/ 2215424 h 6858000"/>
              <a:gd name="connsiteX45" fmla="*/ 3589832 w 12192000"/>
              <a:gd name="connsiteY45" fmla="*/ 2363739 h 6858000"/>
              <a:gd name="connsiteX46" fmla="*/ 3206324 w 12192000"/>
              <a:gd name="connsiteY46" fmla="*/ 1559387 h 6858000"/>
              <a:gd name="connsiteX47" fmla="*/ 3095355 w 12192000"/>
              <a:gd name="connsiteY47" fmla="*/ 1124364 h 6858000"/>
              <a:gd name="connsiteX48" fmla="*/ 2776662 w 12192000"/>
              <a:gd name="connsiteY48" fmla="*/ 1175111 h 6858000"/>
              <a:gd name="connsiteX49" fmla="*/ 2717662 w 12192000"/>
              <a:gd name="connsiteY49" fmla="*/ 1211837 h 6858000"/>
              <a:gd name="connsiteX50" fmla="*/ 2694143 w 12192000"/>
              <a:gd name="connsiteY50" fmla="*/ 1232111 h 6858000"/>
              <a:gd name="connsiteX51" fmla="*/ 2612003 w 12192000"/>
              <a:gd name="connsiteY51" fmla="*/ 1276911 h 6858000"/>
              <a:gd name="connsiteX52" fmla="*/ 2491182 w 12192000"/>
              <a:gd name="connsiteY52" fmla="*/ 1350471 h 6858000"/>
              <a:gd name="connsiteX53" fmla="*/ 1891229 w 12192000"/>
              <a:gd name="connsiteY53" fmla="*/ 1374211 h 6858000"/>
              <a:gd name="connsiteX54" fmla="*/ 1598408 w 12192000"/>
              <a:gd name="connsiteY54" fmla="*/ 657549 h 6858000"/>
              <a:gd name="connsiteX55" fmla="*/ 1480818 w 12192000"/>
              <a:gd name="connsiteY55" fmla="*/ 218704 h 6858000"/>
              <a:gd name="connsiteX56" fmla="*/ 880664 w 12192000"/>
              <a:gd name="connsiteY56" fmla="*/ 340320 h 6858000"/>
              <a:gd name="connsiteX57" fmla="*/ 256820 w 12192000"/>
              <a:gd name="connsiteY57" fmla="*/ 457086 h 6858000"/>
              <a:gd name="connsiteX58" fmla="*/ 7821 w 12192000"/>
              <a:gd name="connsiteY58" fmla="*/ 218775 h 6858000"/>
              <a:gd name="connsiteX59" fmla="*/ 0 w 12192000"/>
              <a:gd name="connsiteY59" fmla="*/ 200305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2624 w 12192000"/>
              <a:gd name="connsiteY34" fmla="*/ 3041905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7387 w 12192000"/>
              <a:gd name="connsiteY34" fmla="*/ 3056192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7387 w 12192000"/>
              <a:gd name="connsiteY34" fmla="*/ 3056192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177062 w 12192000"/>
              <a:gd name="connsiteY41" fmla="*/ 2999374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7387 w 12192000"/>
              <a:gd name="connsiteY34" fmla="*/ 3056192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399 w 12192000"/>
              <a:gd name="connsiteY41" fmla="*/ 3042236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Lst>
            <a:rect l="l" t="t" r="r" b="b"/>
            <a:pathLst>
              <a:path w="12192000" h="6858000">
                <a:moveTo>
                  <a:pt x="9848479" y="4971492"/>
                </a:moveTo>
                <a:lnTo>
                  <a:pt x="9848637" y="4972367"/>
                </a:lnTo>
                <a:lnTo>
                  <a:pt x="9849043" y="4971818"/>
                </a:lnTo>
                <a:lnTo>
                  <a:pt x="9848479" y="4971492"/>
                </a:lnTo>
                <a:close/>
                <a:moveTo>
                  <a:pt x="3418462" y="1259120"/>
                </a:moveTo>
                <a:lnTo>
                  <a:pt x="3418618" y="1259993"/>
                </a:lnTo>
                <a:lnTo>
                  <a:pt x="3419024" y="1259444"/>
                </a:lnTo>
                <a:lnTo>
                  <a:pt x="3418462" y="1259120"/>
                </a:lnTo>
                <a:close/>
                <a:moveTo>
                  <a:pt x="7965465" y="0"/>
                </a:moveTo>
                <a:lnTo>
                  <a:pt x="12192000" y="0"/>
                </a:lnTo>
                <a:lnTo>
                  <a:pt x="12192000" y="6858000"/>
                </a:lnTo>
                <a:lnTo>
                  <a:pt x="11453891" y="6858000"/>
                </a:lnTo>
                <a:lnTo>
                  <a:pt x="11412751" y="6815162"/>
                </a:lnTo>
                <a:cubicBezTo>
                  <a:pt x="11279527" y="6642192"/>
                  <a:pt x="11285140" y="6420212"/>
                  <a:pt x="11289597" y="6217433"/>
                </a:cubicBezTo>
                <a:cubicBezTo>
                  <a:pt x="11290419" y="6032434"/>
                  <a:pt x="11300666" y="5861703"/>
                  <a:pt x="11169959" y="5812733"/>
                </a:cubicBezTo>
                <a:cubicBezTo>
                  <a:pt x="11036454" y="5753316"/>
                  <a:pt x="10925062" y="5839160"/>
                  <a:pt x="10803229" y="5927798"/>
                </a:cubicBezTo>
                <a:cubicBezTo>
                  <a:pt x="10606207" y="6070182"/>
                  <a:pt x="10391084" y="6228612"/>
                  <a:pt x="10019849" y="6076112"/>
                </a:cubicBezTo>
                <a:cubicBezTo>
                  <a:pt x="9624919" y="5918754"/>
                  <a:pt x="9634971" y="5580093"/>
                  <a:pt x="9636342" y="5271760"/>
                </a:cubicBezTo>
                <a:cubicBezTo>
                  <a:pt x="9640988" y="5080134"/>
                  <a:pt x="9641813" y="4895127"/>
                  <a:pt x="9525372" y="4836737"/>
                </a:cubicBezTo>
                <a:cubicBezTo>
                  <a:pt x="9426009" y="4779369"/>
                  <a:pt x="9318729" y="4821762"/>
                  <a:pt x="9206679" y="4887483"/>
                </a:cubicBezTo>
                <a:lnTo>
                  <a:pt x="9147680" y="4924210"/>
                </a:lnTo>
                <a:lnTo>
                  <a:pt x="9124161" y="4944484"/>
                </a:lnTo>
                <a:lnTo>
                  <a:pt x="9042018" y="4989282"/>
                </a:lnTo>
                <a:lnTo>
                  <a:pt x="8921199" y="5062844"/>
                </a:lnTo>
                <a:cubicBezTo>
                  <a:pt x="8744839" y="5158918"/>
                  <a:pt x="8552648" y="5213563"/>
                  <a:pt x="8321246" y="5086583"/>
                </a:cubicBezTo>
                <a:cubicBezTo>
                  <a:pt x="8019331" y="4921112"/>
                  <a:pt x="8022479" y="4640295"/>
                  <a:pt x="8028426" y="4369922"/>
                </a:cubicBezTo>
                <a:cubicBezTo>
                  <a:pt x="8033074" y="4178294"/>
                  <a:pt x="8036699" y="4003744"/>
                  <a:pt x="7910835" y="3931077"/>
                </a:cubicBezTo>
                <a:cubicBezTo>
                  <a:pt x="7751855" y="3839289"/>
                  <a:pt x="7522735" y="3945483"/>
                  <a:pt x="7310682" y="4052693"/>
                </a:cubicBezTo>
                <a:cubicBezTo>
                  <a:pt x="7088187" y="4162702"/>
                  <a:pt x="6869515" y="4266090"/>
                  <a:pt x="6686835" y="4169457"/>
                </a:cubicBezTo>
                <a:cubicBezTo>
                  <a:pt x="6439760" y="4046679"/>
                  <a:pt x="6378761" y="3842546"/>
                  <a:pt x="6360308" y="3612051"/>
                </a:cubicBezTo>
                <a:lnTo>
                  <a:pt x="6351881" y="3403504"/>
                </a:lnTo>
                <a:lnTo>
                  <a:pt x="6348681" y="3342060"/>
                </a:lnTo>
                <a:lnTo>
                  <a:pt x="6350035" y="3334078"/>
                </a:lnTo>
                <a:lnTo>
                  <a:pt x="6349219" y="3285618"/>
                </a:lnTo>
                <a:cubicBezTo>
                  <a:pt x="6347858" y="3165593"/>
                  <a:pt x="6299835" y="3103033"/>
                  <a:pt x="6247387" y="3056192"/>
                </a:cubicBezTo>
                <a:lnTo>
                  <a:pt x="6207618" y="3047871"/>
                </a:lnTo>
                <a:cubicBezTo>
                  <a:pt x="6244175" y="2984552"/>
                  <a:pt x="6292638" y="2897422"/>
                  <a:pt x="6329195" y="2834103"/>
                </a:cubicBezTo>
                <a:lnTo>
                  <a:pt x="7965465" y="0"/>
                </a:lnTo>
                <a:close/>
                <a:moveTo>
                  <a:pt x="0" y="0"/>
                </a:moveTo>
                <a:lnTo>
                  <a:pt x="7965461" y="0"/>
                </a:lnTo>
                <a:lnTo>
                  <a:pt x="6331536" y="2830043"/>
                </a:lnTo>
                <a:lnTo>
                  <a:pt x="6210399" y="3042236"/>
                </a:lnTo>
                <a:lnTo>
                  <a:pt x="6153762" y="3040629"/>
                </a:lnTo>
                <a:cubicBezTo>
                  <a:pt x="6034881" y="3053073"/>
                  <a:pt x="5940096" y="3115652"/>
                  <a:pt x="5850888" y="3174553"/>
                </a:cubicBezTo>
                <a:cubicBezTo>
                  <a:pt x="5661517" y="3303686"/>
                  <a:pt x="5475961" y="3426194"/>
                  <a:pt x="5167421" y="3256896"/>
                </a:cubicBezTo>
                <a:cubicBezTo>
                  <a:pt x="4845636" y="3079939"/>
                  <a:pt x="4853635" y="2775431"/>
                  <a:pt x="4859578" y="2505059"/>
                </a:cubicBezTo>
                <a:cubicBezTo>
                  <a:pt x="4860401" y="2320061"/>
                  <a:pt x="4870650" y="2149331"/>
                  <a:pt x="4739941" y="2100360"/>
                </a:cubicBezTo>
                <a:cubicBezTo>
                  <a:pt x="4606435" y="2040942"/>
                  <a:pt x="4495042" y="2126786"/>
                  <a:pt x="4373210" y="2215424"/>
                </a:cubicBezTo>
                <a:cubicBezTo>
                  <a:pt x="4176188" y="2357808"/>
                  <a:pt x="3961067" y="2516240"/>
                  <a:pt x="3589832" y="2363739"/>
                </a:cubicBezTo>
                <a:cubicBezTo>
                  <a:pt x="3194902" y="2206382"/>
                  <a:pt x="3204954" y="1867721"/>
                  <a:pt x="3206324" y="1559387"/>
                </a:cubicBezTo>
                <a:cubicBezTo>
                  <a:pt x="3210971" y="1367762"/>
                  <a:pt x="3211796" y="1182755"/>
                  <a:pt x="3095355" y="1124364"/>
                </a:cubicBezTo>
                <a:cubicBezTo>
                  <a:pt x="2995992" y="1066997"/>
                  <a:pt x="2888711" y="1109389"/>
                  <a:pt x="2776662" y="1175111"/>
                </a:cubicBezTo>
                <a:lnTo>
                  <a:pt x="2717662" y="1211837"/>
                </a:lnTo>
                <a:lnTo>
                  <a:pt x="2694143" y="1232111"/>
                </a:lnTo>
                <a:lnTo>
                  <a:pt x="2612003" y="1276911"/>
                </a:lnTo>
                <a:lnTo>
                  <a:pt x="2491182" y="1350471"/>
                </a:lnTo>
                <a:cubicBezTo>
                  <a:pt x="2314822" y="1446546"/>
                  <a:pt x="2122633" y="1501192"/>
                  <a:pt x="1891229" y="1374211"/>
                </a:cubicBezTo>
                <a:cubicBezTo>
                  <a:pt x="1589315" y="1208740"/>
                  <a:pt x="1592463" y="927924"/>
                  <a:pt x="1598408" y="657549"/>
                </a:cubicBezTo>
                <a:cubicBezTo>
                  <a:pt x="1603056" y="465922"/>
                  <a:pt x="1606681" y="291372"/>
                  <a:pt x="1480818" y="218704"/>
                </a:cubicBezTo>
                <a:cubicBezTo>
                  <a:pt x="1321837" y="126917"/>
                  <a:pt x="1092718" y="233111"/>
                  <a:pt x="880664" y="340320"/>
                </a:cubicBezTo>
                <a:cubicBezTo>
                  <a:pt x="658169" y="450330"/>
                  <a:pt x="439497" y="553718"/>
                  <a:pt x="256820" y="457086"/>
                </a:cubicBezTo>
                <a:cubicBezTo>
                  <a:pt x="133281" y="395697"/>
                  <a:pt x="56262" y="313968"/>
                  <a:pt x="7821" y="218775"/>
                </a:cubicBezTo>
                <a:lnTo>
                  <a:pt x="0" y="200305"/>
                </a:lnTo>
                <a:lnTo>
                  <a:pt x="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6" name="Freeform: Shape 5">
            <a:extLst xmlns:a="http://schemas.openxmlformats.org/drawingml/2006/main">
              <a:ext uri="{FF2B5EF4-FFF2-40B4-BE49-F238E27FC236}">
                <a16:creationId xmlns:a16="http://schemas.microsoft.com/office/drawing/2014/main" id="{5D848C68-2AD4-4B05-B09C-4952D1C49A4D}"/>
              </a:ext>
            </a:extLst>
          </p:cNvPr>
          <p:cNvSpPr>
            <a:spLocks xmlns:a="http://schemas.openxmlformats.org/drawingml/2006/main" noGrp="1"/>
          </p:cNvSpPr>
          <p:nvPr/>
        </p:nvSpPr>
        <p:spPr>
          <a:xfrm xmlns:a="http://schemas.openxmlformats.org/drawingml/2006/main" rot="0" flipH="1" flipV="0">
            <a:off x="0" y="910846"/>
            <a:ext cx="9886231" cy="5947154"/>
          </a:xfrm>
          <a:custGeom xmlns:a="http://schemas.openxmlformats.org/drawingml/2006/main">
            <a:gdLst>
              <a:gd name="connsiteX0" fmla="*/ 3506461 w 9886230"/>
              <a:gd name="connsiteY0" fmla="*/ 5598007 h 5947154"/>
              <a:gd name="connsiteX1" fmla="*/ 3506868 w 9886230"/>
              <a:gd name="connsiteY1" fmla="*/ 5598556 h 5947154"/>
              <a:gd name="connsiteX2" fmla="*/ 3506305 w 9886230"/>
              <a:gd name="connsiteY2" fmla="*/ 5598880 h 5947154"/>
              <a:gd name="connsiteX3" fmla="*/ 1814508 w 9886230"/>
              <a:gd name="connsiteY3" fmla="*/ 5598007 h 5947154"/>
              <a:gd name="connsiteX4" fmla="*/ 1814352 w 9886230"/>
              <a:gd name="connsiteY4" fmla="*/ 5598880 h 5947154"/>
              <a:gd name="connsiteX5" fmla="*/ 1814914 w 9886230"/>
              <a:gd name="connsiteY5" fmla="*/ 5598556 h 5947154"/>
              <a:gd name="connsiteX6" fmla="*/ 3865223 w 9886230"/>
              <a:gd name="connsiteY6" fmla="*/ 3518710 h 5947154"/>
              <a:gd name="connsiteX7" fmla="*/ 4246778 w 9886230"/>
              <a:gd name="connsiteY7" fmla="*/ 3683447 h 5947154"/>
              <a:gd name="connsiteX8" fmla="*/ 4549652 w 9886230"/>
              <a:gd name="connsiteY8" fmla="*/ 3817371 h 5947154"/>
              <a:gd name="connsiteX9" fmla="*/ 4606290 w 9886230"/>
              <a:gd name="connsiteY9" fmla="*/ 3818145 h 5947154"/>
              <a:gd name="connsiteX10" fmla="*/ 4727426 w 9886230"/>
              <a:gd name="connsiteY10" fmla="*/ 4027957 h 5947154"/>
              <a:gd name="connsiteX11" fmla="*/ 4947436 w 9886230"/>
              <a:gd name="connsiteY11" fmla="*/ 4409025 h 5947154"/>
              <a:gd name="connsiteX12" fmla="*/ 4947456 w 9886230"/>
              <a:gd name="connsiteY12" fmla="*/ 4487335 h 5947154"/>
              <a:gd name="connsiteX13" fmla="*/ 4827784 w 9886230"/>
              <a:gd name="connsiteY13" fmla="*/ 4757640 h 5947154"/>
              <a:gd name="connsiteX14" fmla="*/ 4461053 w 9886230"/>
              <a:gd name="connsiteY14" fmla="*/ 4642576 h 5947154"/>
              <a:gd name="connsiteX15" fmla="*/ 3677675 w 9886230"/>
              <a:gd name="connsiteY15" fmla="*/ 4494261 h 5947154"/>
              <a:gd name="connsiteX16" fmla="*/ 3294167 w 9886230"/>
              <a:gd name="connsiteY16" fmla="*/ 5298613 h 5947154"/>
              <a:gd name="connsiteX17" fmla="*/ 3183199 w 9886230"/>
              <a:gd name="connsiteY17" fmla="*/ 5733636 h 5947154"/>
              <a:gd name="connsiteX18" fmla="*/ 2864505 w 9886230"/>
              <a:gd name="connsiteY18" fmla="*/ 5682889 h 5947154"/>
              <a:gd name="connsiteX19" fmla="*/ 2805505 w 9886230"/>
              <a:gd name="connsiteY19" fmla="*/ 5646163 h 5947154"/>
              <a:gd name="connsiteX20" fmla="*/ 2781986 w 9886230"/>
              <a:gd name="connsiteY20" fmla="*/ 5625889 h 5947154"/>
              <a:gd name="connsiteX21" fmla="*/ 2699847 w 9886230"/>
              <a:gd name="connsiteY21" fmla="*/ 5581089 h 5947154"/>
              <a:gd name="connsiteX22" fmla="*/ 2579026 w 9886230"/>
              <a:gd name="connsiteY22" fmla="*/ 5507529 h 5947154"/>
              <a:gd name="connsiteX23" fmla="*/ 1979073 w 9886230"/>
              <a:gd name="connsiteY23" fmla="*/ 5483789 h 5947154"/>
              <a:gd name="connsiteX24" fmla="*/ 1696683 w 9886230"/>
              <a:gd name="connsiteY24" fmla="*/ 5898508 h 5947154"/>
              <a:gd name="connsiteX25" fmla="*/ 1691953 w 9886230"/>
              <a:gd name="connsiteY25" fmla="*/ 5947154 h 5947154"/>
              <a:gd name="connsiteX26" fmla="*/ 0 w 9886230"/>
              <a:gd name="connsiteY26" fmla="*/ 5947154 h 5947154"/>
              <a:gd name="connsiteX27" fmla="*/ 4730 w 9886230"/>
              <a:gd name="connsiteY27" fmla="*/ 5898508 h 5947154"/>
              <a:gd name="connsiteX28" fmla="*/ 287119 w 9886230"/>
              <a:gd name="connsiteY28" fmla="*/ 5483789 h 5947154"/>
              <a:gd name="connsiteX29" fmla="*/ 887072 w 9886230"/>
              <a:gd name="connsiteY29" fmla="*/ 5507529 h 5947154"/>
              <a:gd name="connsiteX30" fmla="*/ 1007893 w 9886230"/>
              <a:gd name="connsiteY30" fmla="*/ 5581089 h 5947154"/>
              <a:gd name="connsiteX31" fmla="*/ 1090033 w 9886230"/>
              <a:gd name="connsiteY31" fmla="*/ 5625889 h 5947154"/>
              <a:gd name="connsiteX32" fmla="*/ 1113552 w 9886230"/>
              <a:gd name="connsiteY32" fmla="*/ 5646163 h 5947154"/>
              <a:gd name="connsiteX33" fmla="*/ 1172552 w 9886230"/>
              <a:gd name="connsiteY33" fmla="*/ 5682889 h 5947154"/>
              <a:gd name="connsiteX34" fmla="*/ 1491245 w 9886230"/>
              <a:gd name="connsiteY34" fmla="*/ 5733636 h 5947154"/>
              <a:gd name="connsiteX35" fmla="*/ 1602214 w 9886230"/>
              <a:gd name="connsiteY35" fmla="*/ 5298613 h 5947154"/>
              <a:gd name="connsiteX36" fmla="*/ 1985722 w 9886230"/>
              <a:gd name="connsiteY36" fmla="*/ 4494261 h 5947154"/>
              <a:gd name="connsiteX37" fmla="*/ 2769101 w 9886230"/>
              <a:gd name="connsiteY37" fmla="*/ 4642576 h 5947154"/>
              <a:gd name="connsiteX38" fmla="*/ 3135832 w 9886230"/>
              <a:gd name="connsiteY38" fmla="*/ 4757640 h 5947154"/>
              <a:gd name="connsiteX39" fmla="*/ 3255469 w 9886230"/>
              <a:gd name="connsiteY39" fmla="*/ 4352941 h 5947154"/>
              <a:gd name="connsiteX40" fmla="*/ 3563312 w 9886230"/>
              <a:gd name="connsiteY40" fmla="*/ 3601104 h 5947154"/>
              <a:gd name="connsiteX41" fmla="*/ 3865223 w 9886230"/>
              <a:gd name="connsiteY41" fmla="*/ 3518710 h 5947154"/>
              <a:gd name="connsiteX42" fmla="*/ 8244527 w 9886230"/>
              <a:gd name="connsiteY42" fmla="*/ 1885633 h 5947154"/>
              <a:gd name="connsiteX43" fmla="*/ 8244369 w 9886230"/>
              <a:gd name="connsiteY43" fmla="*/ 1886508 h 5947154"/>
              <a:gd name="connsiteX44" fmla="*/ 8244933 w 9886230"/>
              <a:gd name="connsiteY44" fmla="*/ 1886182 h 5947154"/>
              <a:gd name="connsiteX45" fmla="*/ 9849781 w 9886230"/>
              <a:gd name="connsiteY45" fmla="*/ 0 h 5947154"/>
              <a:gd name="connsiteX46" fmla="*/ 9886230 w 9886230"/>
              <a:gd name="connsiteY46" fmla="*/ 0 h 5947154"/>
              <a:gd name="connsiteX47" fmla="*/ 9886230 w 9886230"/>
              <a:gd name="connsiteY47" fmla="*/ 926156 h 5947154"/>
              <a:gd name="connsiteX48" fmla="*/ 9880965 w 9886230"/>
              <a:gd name="connsiteY48" fmla="*/ 930594 h 5947154"/>
              <a:gd name="connsiteX49" fmla="*/ 9724185 w 9886230"/>
              <a:gd name="connsiteY49" fmla="*/ 1586240 h 5947154"/>
              <a:gd name="connsiteX50" fmla="*/ 9613215 w 9886230"/>
              <a:gd name="connsiteY50" fmla="*/ 2021263 h 5947154"/>
              <a:gd name="connsiteX51" fmla="*/ 9294522 w 9886230"/>
              <a:gd name="connsiteY51" fmla="*/ 1970517 h 5947154"/>
              <a:gd name="connsiteX52" fmla="*/ 9235523 w 9886230"/>
              <a:gd name="connsiteY52" fmla="*/ 1933790 h 5947154"/>
              <a:gd name="connsiteX53" fmla="*/ 9212004 w 9886230"/>
              <a:gd name="connsiteY53" fmla="*/ 1913516 h 5947154"/>
              <a:gd name="connsiteX54" fmla="*/ 9129861 w 9886230"/>
              <a:gd name="connsiteY54" fmla="*/ 1868718 h 5947154"/>
              <a:gd name="connsiteX55" fmla="*/ 9009042 w 9886230"/>
              <a:gd name="connsiteY55" fmla="*/ 1795156 h 5947154"/>
              <a:gd name="connsiteX56" fmla="*/ 8409089 w 9886230"/>
              <a:gd name="connsiteY56" fmla="*/ 1771417 h 5947154"/>
              <a:gd name="connsiteX57" fmla="*/ 8116269 w 9886230"/>
              <a:gd name="connsiteY57" fmla="*/ 2488078 h 5947154"/>
              <a:gd name="connsiteX58" fmla="*/ 7998678 w 9886230"/>
              <a:gd name="connsiteY58" fmla="*/ 2926923 h 5947154"/>
              <a:gd name="connsiteX59" fmla="*/ 7398525 w 9886230"/>
              <a:gd name="connsiteY59" fmla="*/ 2805307 h 5947154"/>
              <a:gd name="connsiteX60" fmla="*/ 6774678 w 9886230"/>
              <a:gd name="connsiteY60" fmla="*/ 2688543 h 5947154"/>
              <a:gd name="connsiteX61" fmla="*/ 6448151 w 9886230"/>
              <a:gd name="connsiteY61" fmla="*/ 3245949 h 5947154"/>
              <a:gd name="connsiteX62" fmla="*/ 6439724 w 9886230"/>
              <a:gd name="connsiteY62" fmla="*/ 3454496 h 5947154"/>
              <a:gd name="connsiteX63" fmla="*/ 6436524 w 9886230"/>
              <a:gd name="connsiteY63" fmla="*/ 3515940 h 5947154"/>
              <a:gd name="connsiteX64" fmla="*/ 6437878 w 9886230"/>
              <a:gd name="connsiteY64" fmla="*/ 3523922 h 5947154"/>
              <a:gd name="connsiteX65" fmla="*/ 6437062 w 9886230"/>
              <a:gd name="connsiteY65" fmla="*/ 3572382 h 5947154"/>
              <a:gd name="connsiteX66" fmla="*/ 6330467 w 9886230"/>
              <a:gd name="connsiteY66" fmla="*/ 3816095 h 5947154"/>
              <a:gd name="connsiteX67" fmla="*/ 6307367 w 9886230"/>
              <a:gd name="connsiteY67" fmla="*/ 3833941 h 5947154"/>
              <a:gd name="connsiteX68" fmla="*/ 6417038 w 9886230"/>
              <a:gd name="connsiteY68" fmla="*/ 4023897 h 5947154"/>
              <a:gd name="connsiteX69" fmla="*/ 7527431 w 9886230"/>
              <a:gd name="connsiteY69" fmla="*/ 5947154 h 5947154"/>
              <a:gd name="connsiteX70" fmla="*/ 7527427 w 9886230"/>
              <a:gd name="connsiteY70" fmla="*/ 5947154 h 5947154"/>
              <a:gd name="connsiteX71" fmla="*/ 6419379 w 9886230"/>
              <a:gd name="connsiteY71" fmla="*/ 4027957 h 5947154"/>
              <a:gd name="connsiteX72" fmla="*/ 6298243 w 9886230"/>
              <a:gd name="connsiteY72" fmla="*/ 3818145 h 5947154"/>
              <a:gd name="connsiteX73" fmla="*/ 6241605 w 9886230"/>
              <a:gd name="connsiteY73" fmla="*/ 3817371 h 5947154"/>
              <a:gd name="connsiteX74" fmla="*/ 5938731 w 9886230"/>
              <a:gd name="connsiteY74" fmla="*/ 3683447 h 5947154"/>
              <a:gd name="connsiteX75" fmla="*/ 5255265 w 9886230"/>
              <a:gd name="connsiteY75" fmla="*/ 3601104 h 5947154"/>
              <a:gd name="connsiteX76" fmla="*/ 4947421 w 9886230"/>
              <a:gd name="connsiteY76" fmla="*/ 4352941 h 5947154"/>
              <a:gd name="connsiteX77" fmla="*/ 4947436 w 9886230"/>
              <a:gd name="connsiteY77" fmla="*/ 4409019 h 5947154"/>
              <a:gd name="connsiteX78" fmla="*/ 4725086 w 9886230"/>
              <a:gd name="connsiteY78" fmla="*/ 4023897 h 5947154"/>
              <a:gd name="connsiteX79" fmla="*/ 4615415 w 9886230"/>
              <a:gd name="connsiteY79" fmla="*/ 3833941 h 5947154"/>
              <a:gd name="connsiteX80" fmla="*/ 4638514 w 9886230"/>
              <a:gd name="connsiteY80" fmla="*/ 3816095 h 5947154"/>
              <a:gd name="connsiteX81" fmla="*/ 4745110 w 9886230"/>
              <a:gd name="connsiteY81" fmla="*/ 3572382 h 5947154"/>
              <a:gd name="connsiteX82" fmla="*/ 4745925 w 9886230"/>
              <a:gd name="connsiteY82" fmla="*/ 3523922 h 5947154"/>
              <a:gd name="connsiteX83" fmla="*/ 4744571 w 9886230"/>
              <a:gd name="connsiteY83" fmla="*/ 3515940 h 5947154"/>
              <a:gd name="connsiteX84" fmla="*/ 4747772 w 9886230"/>
              <a:gd name="connsiteY84" fmla="*/ 3454496 h 5947154"/>
              <a:gd name="connsiteX85" fmla="*/ 4756198 w 9886230"/>
              <a:gd name="connsiteY85" fmla="*/ 3245949 h 5947154"/>
              <a:gd name="connsiteX86" fmla="*/ 5082726 w 9886230"/>
              <a:gd name="connsiteY86" fmla="*/ 2688543 h 5947154"/>
              <a:gd name="connsiteX87" fmla="*/ 5706572 w 9886230"/>
              <a:gd name="connsiteY87" fmla="*/ 2805307 h 5947154"/>
              <a:gd name="connsiteX88" fmla="*/ 6306725 w 9886230"/>
              <a:gd name="connsiteY88" fmla="*/ 2926923 h 5947154"/>
              <a:gd name="connsiteX89" fmla="*/ 6424316 w 9886230"/>
              <a:gd name="connsiteY89" fmla="*/ 2488078 h 5947154"/>
              <a:gd name="connsiteX90" fmla="*/ 6717136 w 9886230"/>
              <a:gd name="connsiteY90" fmla="*/ 1771417 h 5947154"/>
              <a:gd name="connsiteX91" fmla="*/ 7317089 w 9886230"/>
              <a:gd name="connsiteY91" fmla="*/ 1795156 h 5947154"/>
              <a:gd name="connsiteX92" fmla="*/ 7437908 w 9886230"/>
              <a:gd name="connsiteY92" fmla="*/ 1868718 h 5947154"/>
              <a:gd name="connsiteX93" fmla="*/ 7520051 w 9886230"/>
              <a:gd name="connsiteY93" fmla="*/ 1913516 h 5947154"/>
              <a:gd name="connsiteX94" fmla="*/ 7543570 w 9886230"/>
              <a:gd name="connsiteY94" fmla="*/ 1933790 h 5947154"/>
              <a:gd name="connsiteX95" fmla="*/ 7602569 w 9886230"/>
              <a:gd name="connsiteY95" fmla="*/ 1970517 h 5947154"/>
              <a:gd name="connsiteX96" fmla="*/ 7921262 w 9886230"/>
              <a:gd name="connsiteY96" fmla="*/ 2021263 h 5947154"/>
              <a:gd name="connsiteX97" fmla="*/ 8032232 w 9886230"/>
              <a:gd name="connsiteY97" fmla="*/ 1586240 h 5947154"/>
              <a:gd name="connsiteX98" fmla="*/ 8415739 w 9886230"/>
              <a:gd name="connsiteY98" fmla="*/ 781888 h 5947154"/>
              <a:gd name="connsiteX99" fmla="*/ 9199119 w 9886230"/>
              <a:gd name="connsiteY99" fmla="*/ 930202 h 5947154"/>
              <a:gd name="connsiteX100" fmla="*/ 9565849 w 9886230"/>
              <a:gd name="connsiteY100" fmla="*/ 1045267 h 5947154"/>
              <a:gd name="connsiteX101" fmla="*/ 9685487 w 9886230"/>
              <a:gd name="connsiteY101" fmla="*/ 640567 h 5947154"/>
              <a:gd name="connsiteX102" fmla="*/ 9808641 w 9886230"/>
              <a:gd name="connsiteY102" fmla="*/ 42838 h 5947154"/>
            </a:gdLst>
            <a:rect l="l" t="t" r="r" b="b"/>
            <a:pathLst>
              <a:path w="9886230" h="5947154">
                <a:moveTo>
                  <a:pt x="3506461" y="5598007"/>
                </a:moveTo>
                <a:lnTo>
                  <a:pt x="3506868" y="5598556"/>
                </a:lnTo>
                <a:lnTo>
                  <a:pt x="3506305" y="5598880"/>
                </a:lnTo>
                <a:close/>
                <a:moveTo>
                  <a:pt x="1814508" y="5598007"/>
                </a:moveTo>
                <a:lnTo>
                  <a:pt x="1814352" y="5598880"/>
                </a:lnTo>
                <a:lnTo>
                  <a:pt x="1814914" y="5598556"/>
                </a:lnTo>
                <a:close/>
                <a:moveTo>
                  <a:pt x="3865223" y="3518710"/>
                </a:moveTo>
                <a:cubicBezTo>
                  <a:pt x="4011555" y="3524619"/>
                  <a:pt x="4128422" y="3602739"/>
                  <a:pt x="4246778" y="3683447"/>
                </a:cubicBezTo>
                <a:cubicBezTo>
                  <a:pt x="4335986" y="3742348"/>
                  <a:pt x="4430771" y="3804927"/>
                  <a:pt x="4549652" y="3817371"/>
                </a:cubicBezTo>
                <a:lnTo>
                  <a:pt x="4606290" y="3818145"/>
                </a:lnTo>
                <a:lnTo>
                  <a:pt x="4727426" y="4027957"/>
                </a:lnTo>
                <a:lnTo>
                  <a:pt x="4947436" y="4409025"/>
                </a:lnTo>
                <a:lnTo>
                  <a:pt x="4947456" y="4487335"/>
                </a:lnTo>
                <a:cubicBezTo>
                  <a:pt x="4944559" y="4615694"/>
                  <a:pt x="4925816" y="4720911"/>
                  <a:pt x="4827784" y="4757640"/>
                </a:cubicBezTo>
                <a:cubicBezTo>
                  <a:pt x="4694278" y="4817058"/>
                  <a:pt x="4582885" y="4731214"/>
                  <a:pt x="4461053" y="4642576"/>
                </a:cubicBezTo>
                <a:cubicBezTo>
                  <a:pt x="4264031" y="4500192"/>
                  <a:pt x="4048910" y="4341760"/>
                  <a:pt x="3677675" y="4494261"/>
                </a:cubicBezTo>
                <a:cubicBezTo>
                  <a:pt x="3282746" y="4651618"/>
                  <a:pt x="3292798" y="4990279"/>
                  <a:pt x="3294167" y="5298613"/>
                </a:cubicBezTo>
                <a:cubicBezTo>
                  <a:pt x="3298814" y="5490238"/>
                  <a:pt x="3299640" y="5675245"/>
                  <a:pt x="3183199" y="5733636"/>
                </a:cubicBezTo>
                <a:cubicBezTo>
                  <a:pt x="3083835" y="5791003"/>
                  <a:pt x="2976554" y="5748611"/>
                  <a:pt x="2864505" y="5682889"/>
                </a:cubicBezTo>
                <a:lnTo>
                  <a:pt x="2805505" y="5646163"/>
                </a:lnTo>
                <a:lnTo>
                  <a:pt x="2781986" y="5625889"/>
                </a:lnTo>
                <a:lnTo>
                  <a:pt x="2699847" y="5581089"/>
                </a:lnTo>
                <a:lnTo>
                  <a:pt x="2579026" y="5507529"/>
                </a:lnTo>
                <a:cubicBezTo>
                  <a:pt x="2402667" y="5411454"/>
                  <a:pt x="2210476" y="5356808"/>
                  <a:pt x="1979073" y="5483789"/>
                </a:cubicBezTo>
                <a:cubicBezTo>
                  <a:pt x="1790376" y="5587209"/>
                  <a:pt x="1720845" y="5735685"/>
                  <a:pt x="1696683" y="5898508"/>
                </a:cubicBezTo>
                <a:lnTo>
                  <a:pt x="1691953" y="5947154"/>
                </a:lnTo>
                <a:lnTo>
                  <a:pt x="0" y="5947154"/>
                </a:lnTo>
                <a:lnTo>
                  <a:pt x="4730" y="5898508"/>
                </a:lnTo>
                <a:cubicBezTo>
                  <a:pt x="28892" y="5735685"/>
                  <a:pt x="98423" y="5587209"/>
                  <a:pt x="287119" y="5483789"/>
                </a:cubicBezTo>
                <a:cubicBezTo>
                  <a:pt x="518523" y="5356808"/>
                  <a:pt x="710712" y="5411454"/>
                  <a:pt x="887072" y="5507529"/>
                </a:cubicBezTo>
                <a:lnTo>
                  <a:pt x="1007893" y="5581089"/>
                </a:lnTo>
                <a:lnTo>
                  <a:pt x="1090033" y="5625889"/>
                </a:lnTo>
                <a:lnTo>
                  <a:pt x="1113552" y="5646163"/>
                </a:lnTo>
                <a:lnTo>
                  <a:pt x="1172552" y="5682889"/>
                </a:lnTo>
                <a:cubicBezTo>
                  <a:pt x="1284601" y="5748611"/>
                  <a:pt x="1391882" y="5791003"/>
                  <a:pt x="1491245" y="5733636"/>
                </a:cubicBezTo>
                <a:cubicBezTo>
                  <a:pt x="1607686" y="5675245"/>
                  <a:pt x="1606861" y="5490238"/>
                  <a:pt x="1602214" y="5298613"/>
                </a:cubicBezTo>
                <a:cubicBezTo>
                  <a:pt x="1600844" y="4990279"/>
                  <a:pt x="1590792" y="4651618"/>
                  <a:pt x="1985722" y="4494261"/>
                </a:cubicBezTo>
                <a:cubicBezTo>
                  <a:pt x="2356958" y="4341760"/>
                  <a:pt x="2572078" y="4500192"/>
                  <a:pt x="2769101" y="4642576"/>
                </a:cubicBezTo>
                <a:cubicBezTo>
                  <a:pt x="2890932" y="4731214"/>
                  <a:pt x="3002326" y="4817058"/>
                  <a:pt x="3135832" y="4757640"/>
                </a:cubicBezTo>
                <a:cubicBezTo>
                  <a:pt x="3266541" y="4708669"/>
                  <a:pt x="3256292" y="4537939"/>
                  <a:pt x="3255469" y="4352941"/>
                </a:cubicBezTo>
                <a:cubicBezTo>
                  <a:pt x="3249526" y="4082569"/>
                  <a:pt x="3241526" y="3778061"/>
                  <a:pt x="3563312" y="3601104"/>
                </a:cubicBezTo>
                <a:cubicBezTo>
                  <a:pt x="3679014" y="3537617"/>
                  <a:pt x="3777423" y="3515166"/>
                  <a:pt x="3865223" y="3518710"/>
                </a:cubicBezTo>
                <a:close/>
                <a:moveTo>
                  <a:pt x="8244527" y="1885633"/>
                </a:moveTo>
                <a:lnTo>
                  <a:pt x="8244369" y="1886508"/>
                </a:lnTo>
                <a:lnTo>
                  <a:pt x="8244933" y="1886182"/>
                </a:lnTo>
                <a:close/>
                <a:moveTo>
                  <a:pt x="9849781" y="0"/>
                </a:moveTo>
                <a:lnTo>
                  <a:pt x="9886230" y="0"/>
                </a:lnTo>
                <a:lnTo>
                  <a:pt x="9886230" y="926156"/>
                </a:lnTo>
                <a:lnTo>
                  <a:pt x="9880965" y="930594"/>
                </a:lnTo>
                <a:cubicBezTo>
                  <a:pt x="9717245" y="1106681"/>
                  <a:pt x="9723157" y="1354990"/>
                  <a:pt x="9724185" y="1586240"/>
                </a:cubicBezTo>
                <a:cubicBezTo>
                  <a:pt x="9728831" y="1777866"/>
                  <a:pt x="9729656" y="1962873"/>
                  <a:pt x="9613215" y="2021263"/>
                </a:cubicBezTo>
                <a:cubicBezTo>
                  <a:pt x="9513852" y="2078631"/>
                  <a:pt x="9406572" y="2036238"/>
                  <a:pt x="9294522" y="1970517"/>
                </a:cubicBezTo>
                <a:lnTo>
                  <a:pt x="9235523" y="1933790"/>
                </a:lnTo>
                <a:lnTo>
                  <a:pt x="9212004" y="1913516"/>
                </a:lnTo>
                <a:lnTo>
                  <a:pt x="9129861" y="1868718"/>
                </a:lnTo>
                <a:lnTo>
                  <a:pt x="9009042" y="1795156"/>
                </a:lnTo>
                <a:cubicBezTo>
                  <a:pt x="8832682" y="1699082"/>
                  <a:pt x="8640491" y="1644437"/>
                  <a:pt x="8409089" y="1771417"/>
                </a:cubicBezTo>
                <a:cubicBezTo>
                  <a:pt x="8107174" y="1936888"/>
                  <a:pt x="8110322" y="2217705"/>
                  <a:pt x="8116269" y="2488078"/>
                </a:cubicBezTo>
                <a:cubicBezTo>
                  <a:pt x="8120917" y="2679706"/>
                  <a:pt x="8124542" y="2854256"/>
                  <a:pt x="7998678" y="2926923"/>
                </a:cubicBezTo>
                <a:cubicBezTo>
                  <a:pt x="7839698" y="3018711"/>
                  <a:pt x="7610578" y="2912517"/>
                  <a:pt x="7398525" y="2805307"/>
                </a:cubicBezTo>
                <a:cubicBezTo>
                  <a:pt x="7176030" y="2695298"/>
                  <a:pt x="6957358" y="2591910"/>
                  <a:pt x="6774678" y="2688543"/>
                </a:cubicBezTo>
                <a:cubicBezTo>
                  <a:pt x="6527603" y="2811321"/>
                  <a:pt x="6466604" y="3015454"/>
                  <a:pt x="6448151" y="3245949"/>
                </a:cubicBezTo>
                <a:lnTo>
                  <a:pt x="6439724" y="3454496"/>
                </a:lnTo>
                <a:lnTo>
                  <a:pt x="6436524" y="3515940"/>
                </a:lnTo>
                <a:lnTo>
                  <a:pt x="6437878" y="3523922"/>
                </a:lnTo>
                <a:lnTo>
                  <a:pt x="6437062" y="3572382"/>
                </a:lnTo>
                <a:cubicBezTo>
                  <a:pt x="6435701" y="3692407"/>
                  <a:pt x="6382915" y="3769254"/>
                  <a:pt x="6330467" y="3816095"/>
                </a:cubicBezTo>
                <a:lnTo>
                  <a:pt x="6307367" y="3833941"/>
                </a:lnTo>
                <a:lnTo>
                  <a:pt x="6417038" y="4023897"/>
                </a:lnTo>
                <a:lnTo>
                  <a:pt x="7527431" y="5947154"/>
                </a:lnTo>
                <a:lnTo>
                  <a:pt x="7527427" y="5947154"/>
                </a:lnTo>
                <a:lnTo>
                  <a:pt x="6419379" y="4027957"/>
                </a:lnTo>
                <a:lnTo>
                  <a:pt x="6298243" y="3818145"/>
                </a:lnTo>
                <a:lnTo>
                  <a:pt x="6241605" y="3817371"/>
                </a:lnTo>
                <a:cubicBezTo>
                  <a:pt x="6122724" y="3804927"/>
                  <a:pt x="6027939" y="3742348"/>
                  <a:pt x="5938731" y="3683447"/>
                </a:cubicBezTo>
                <a:cubicBezTo>
                  <a:pt x="5749360" y="3554314"/>
                  <a:pt x="5563804" y="3431806"/>
                  <a:pt x="5255265" y="3601104"/>
                </a:cubicBezTo>
                <a:cubicBezTo>
                  <a:pt x="4933480" y="3778061"/>
                  <a:pt x="4941478" y="4082569"/>
                  <a:pt x="4947421" y="4352941"/>
                </a:cubicBezTo>
                <a:lnTo>
                  <a:pt x="4947436" y="4409019"/>
                </a:lnTo>
                <a:lnTo>
                  <a:pt x="4725086" y="4023897"/>
                </a:lnTo>
                <a:lnTo>
                  <a:pt x="4615415" y="3833941"/>
                </a:lnTo>
                <a:lnTo>
                  <a:pt x="4638514" y="3816095"/>
                </a:lnTo>
                <a:cubicBezTo>
                  <a:pt x="4690962" y="3769254"/>
                  <a:pt x="4743748" y="3692407"/>
                  <a:pt x="4745110" y="3572382"/>
                </a:cubicBezTo>
                <a:lnTo>
                  <a:pt x="4745925" y="3523922"/>
                </a:lnTo>
                <a:lnTo>
                  <a:pt x="4744571" y="3515940"/>
                </a:lnTo>
                <a:lnTo>
                  <a:pt x="4747772" y="3454496"/>
                </a:lnTo>
                <a:lnTo>
                  <a:pt x="4756198" y="3245949"/>
                </a:lnTo>
                <a:cubicBezTo>
                  <a:pt x="4774652" y="3015454"/>
                  <a:pt x="4835651" y="2811321"/>
                  <a:pt x="5082726" y="2688543"/>
                </a:cubicBezTo>
                <a:cubicBezTo>
                  <a:pt x="5265406" y="2591910"/>
                  <a:pt x="5484077" y="2695298"/>
                  <a:pt x="5706572" y="2805307"/>
                </a:cubicBezTo>
                <a:cubicBezTo>
                  <a:pt x="5918625" y="2912517"/>
                  <a:pt x="6147745" y="3018711"/>
                  <a:pt x="6306725" y="2926923"/>
                </a:cubicBezTo>
                <a:cubicBezTo>
                  <a:pt x="6432589" y="2854256"/>
                  <a:pt x="6428964" y="2679706"/>
                  <a:pt x="6424316" y="2488078"/>
                </a:cubicBezTo>
                <a:cubicBezTo>
                  <a:pt x="6418369" y="2217705"/>
                  <a:pt x="6415221" y="1936888"/>
                  <a:pt x="6717136" y="1771417"/>
                </a:cubicBezTo>
                <a:cubicBezTo>
                  <a:pt x="6948538" y="1644437"/>
                  <a:pt x="7140729" y="1699082"/>
                  <a:pt x="7317089" y="1795156"/>
                </a:cubicBezTo>
                <a:lnTo>
                  <a:pt x="7437908" y="1868718"/>
                </a:lnTo>
                <a:lnTo>
                  <a:pt x="7520051" y="1913516"/>
                </a:lnTo>
                <a:lnTo>
                  <a:pt x="7543570" y="1933790"/>
                </a:lnTo>
                <a:lnTo>
                  <a:pt x="7602569" y="1970517"/>
                </a:lnTo>
                <a:cubicBezTo>
                  <a:pt x="7714619" y="2036238"/>
                  <a:pt x="7821899" y="2078631"/>
                  <a:pt x="7921262" y="2021263"/>
                </a:cubicBezTo>
                <a:cubicBezTo>
                  <a:pt x="8037703" y="1962873"/>
                  <a:pt x="8036878" y="1777866"/>
                  <a:pt x="8032232" y="1586240"/>
                </a:cubicBezTo>
                <a:cubicBezTo>
                  <a:pt x="8030861" y="1277907"/>
                  <a:pt x="8020809" y="939246"/>
                  <a:pt x="8415739" y="781888"/>
                </a:cubicBezTo>
                <a:cubicBezTo>
                  <a:pt x="8786974" y="629388"/>
                  <a:pt x="9002097" y="787818"/>
                  <a:pt x="9199119" y="930202"/>
                </a:cubicBezTo>
                <a:cubicBezTo>
                  <a:pt x="9320952" y="1018840"/>
                  <a:pt x="9432344" y="1104684"/>
                  <a:pt x="9565849" y="1045267"/>
                </a:cubicBezTo>
                <a:cubicBezTo>
                  <a:pt x="9696556" y="996297"/>
                  <a:pt x="9686309" y="825566"/>
                  <a:pt x="9685487" y="640567"/>
                </a:cubicBezTo>
                <a:cubicBezTo>
                  <a:pt x="9681030" y="437788"/>
                  <a:pt x="9675417" y="215808"/>
                  <a:pt x="9808641" y="42838"/>
                </a:cubicBezTo>
                <a:close/>
              </a:path>
            </a:pathLst>
          </a:custGeom>
          <a:solidFill xmlns:a="http://schemas.openxmlformats.org/drawingml/2006/main">
            <a:schemeClr val="accent2">
              <a:lumMod val="50000"/>
              <a:alpha val="6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7" name="Freeform: Shape 6">
            <a:extLst xmlns:a="http://schemas.openxmlformats.org/drawingml/2006/main">
              <a:ext uri="{FF2B5EF4-FFF2-40B4-BE49-F238E27FC236}">
                <a16:creationId xmlns:a16="http://schemas.microsoft.com/office/drawing/2014/main" id="{09B5E42C-B13C-44D8-8EB1-CFCF68E9539B}"/>
              </a:ext>
            </a:extLst>
          </p:cNvPr>
          <p:cNvSpPr>
            <a:spLocks xmlns:a="http://schemas.openxmlformats.org/drawingml/2006/main" noGrp="1"/>
          </p:cNvSpPr>
          <p:nvPr/>
        </p:nvSpPr>
        <p:spPr>
          <a:xfrm xmlns:a="http://schemas.openxmlformats.org/drawingml/2006/main" rot="0" flipH="1" flipV="0">
            <a:off x="0" y="3561016"/>
            <a:ext cx="5485327" cy="3296984"/>
          </a:xfrm>
          <a:custGeom xmlns:a="http://schemas.openxmlformats.org/drawingml/2006/main">
            <a:gdLst>
              <a:gd name="connsiteX0" fmla="*/ 3503552 w 5485326"/>
              <a:gd name="connsiteY0" fmla="*/ 2947837 h 3296984"/>
              <a:gd name="connsiteX1" fmla="*/ 3503959 w 5485326"/>
              <a:gd name="connsiteY1" fmla="*/ 2948386 h 3296984"/>
              <a:gd name="connsiteX2" fmla="*/ 3503396 w 5485326"/>
              <a:gd name="connsiteY2" fmla="*/ 2948710 h 3296984"/>
              <a:gd name="connsiteX3" fmla="*/ 1811599 w 5485326"/>
              <a:gd name="connsiteY3" fmla="*/ 2947837 h 3296984"/>
              <a:gd name="connsiteX4" fmla="*/ 1811443 w 5485326"/>
              <a:gd name="connsiteY4" fmla="*/ 2948710 h 3296984"/>
              <a:gd name="connsiteX5" fmla="*/ 1812005 w 5485326"/>
              <a:gd name="connsiteY5" fmla="*/ 2948386 h 3296984"/>
              <a:gd name="connsiteX6" fmla="*/ 3862313 w 5485326"/>
              <a:gd name="connsiteY6" fmla="*/ 868540 h 3296984"/>
              <a:gd name="connsiteX7" fmla="*/ 4243869 w 5485326"/>
              <a:gd name="connsiteY7" fmla="*/ 1033277 h 3296984"/>
              <a:gd name="connsiteX8" fmla="*/ 4546743 w 5485326"/>
              <a:gd name="connsiteY8" fmla="*/ 1167201 h 3296984"/>
              <a:gd name="connsiteX9" fmla="*/ 4603381 w 5485326"/>
              <a:gd name="connsiteY9" fmla="*/ 1167975 h 3296984"/>
              <a:gd name="connsiteX10" fmla="*/ 4724517 w 5485326"/>
              <a:gd name="connsiteY10" fmla="*/ 1377787 h 3296984"/>
              <a:gd name="connsiteX11" fmla="*/ 4944527 w 5485326"/>
              <a:gd name="connsiteY11" fmla="*/ 1758855 h 3296984"/>
              <a:gd name="connsiteX12" fmla="*/ 4944547 w 5485326"/>
              <a:gd name="connsiteY12" fmla="*/ 1837165 h 3296984"/>
              <a:gd name="connsiteX13" fmla="*/ 4824875 w 5485326"/>
              <a:gd name="connsiteY13" fmla="*/ 2107470 h 3296984"/>
              <a:gd name="connsiteX14" fmla="*/ 4458144 w 5485326"/>
              <a:gd name="connsiteY14" fmla="*/ 1992406 h 3296984"/>
              <a:gd name="connsiteX15" fmla="*/ 3674766 w 5485326"/>
              <a:gd name="connsiteY15" fmla="*/ 1844091 h 3296984"/>
              <a:gd name="connsiteX16" fmla="*/ 3291258 w 5485326"/>
              <a:gd name="connsiteY16" fmla="*/ 2648443 h 3296984"/>
              <a:gd name="connsiteX17" fmla="*/ 3180290 w 5485326"/>
              <a:gd name="connsiteY17" fmla="*/ 3083466 h 3296984"/>
              <a:gd name="connsiteX18" fmla="*/ 2861596 w 5485326"/>
              <a:gd name="connsiteY18" fmla="*/ 3032719 h 3296984"/>
              <a:gd name="connsiteX19" fmla="*/ 2802596 w 5485326"/>
              <a:gd name="connsiteY19" fmla="*/ 2995993 h 3296984"/>
              <a:gd name="connsiteX20" fmla="*/ 2779077 w 5485326"/>
              <a:gd name="connsiteY20" fmla="*/ 2975719 h 3296984"/>
              <a:gd name="connsiteX21" fmla="*/ 2696938 w 5485326"/>
              <a:gd name="connsiteY21" fmla="*/ 2930919 h 3296984"/>
              <a:gd name="connsiteX22" fmla="*/ 2576117 w 5485326"/>
              <a:gd name="connsiteY22" fmla="*/ 2857359 h 3296984"/>
              <a:gd name="connsiteX23" fmla="*/ 1976163 w 5485326"/>
              <a:gd name="connsiteY23" fmla="*/ 2833619 h 3296984"/>
              <a:gd name="connsiteX24" fmla="*/ 1714306 w 5485326"/>
              <a:gd name="connsiteY24" fmla="*/ 3152611 h 3296984"/>
              <a:gd name="connsiteX25" fmla="*/ 1691953 w 5485326"/>
              <a:gd name="connsiteY25" fmla="*/ 3296984 h 3296984"/>
              <a:gd name="connsiteX26" fmla="*/ 0 w 5485326"/>
              <a:gd name="connsiteY26" fmla="*/ 3296984 h 3296984"/>
              <a:gd name="connsiteX27" fmla="*/ 22353 w 5485326"/>
              <a:gd name="connsiteY27" fmla="*/ 3152611 h 3296984"/>
              <a:gd name="connsiteX28" fmla="*/ 284210 w 5485326"/>
              <a:gd name="connsiteY28" fmla="*/ 2833619 h 3296984"/>
              <a:gd name="connsiteX29" fmla="*/ 884163 w 5485326"/>
              <a:gd name="connsiteY29" fmla="*/ 2857359 h 3296984"/>
              <a:gd name="connsiteX30" fmla="*/ 1004984 w 5485326"/>
              <a:gd name="connsiteY30" fmla="*/ 2930919 h 3296984"/>
              <a:gd name="connsiteX31" fmla="*/ 1087124 w 5485326"/>
              <a:gd name="connsiteY31" fmla="*/ 2975719 h 3296984"/>
              <a:gd name="connsiteX32" fmla="*/ 1110643 w 5485326"/>
              <a:gd name="connsiteY32" fmla="*/ 2995993 h 3296984"/>
              <a:gd name="connsiteX33" fmla="*/ 1169643 w 5485326"/>
              <a:gd name="connsiteY33" fmla="*/ 3032719 h 3296984"/>
              <a:gd name="connsiteX34" fmla="*/ 1488337 w 5485326"/>
              <a:gd name="connsiteY34" fmla="*/ 3083466 h 3296984"/>
              <a:gd name="connsiteX35" fmla="*/ 1599305 w 5485326"/>
              <a:gd name="connsiteY35" fmla="*/ 2648443 h 3296984"/>
              <a:gd name="connsiteX36" fmla="*/ 1982813 w 5485326"/>
              <a:gd name="connsiteY36" fmla="*/ 1844091 h 3296984"/>
              <a:gd name="connsiteX37" fmla="*/ 2766192 w 5485326"/>
              <a:gd name="connsiteY37" fmla="*/ 1992406 h 3296984"/>
              <a:gd name="connsiteX38" fmla="*/ 3132922 w 5485326"/>
              <a:gd name="connsiteY38" fmla="*/ 2107470 h 3296984"/>
              <a:gd name="connsiteX39" fmla="*/ 3252560 w 5485326"/>
              <a:gd name="connsiteY39" fmla="*/ 1702771 h 3296984"/>
              <a:gd name="connsiteX40" fmla="*/ 3560402 w 5485326"/>
              <a:gd name="connsiteY40" fmla="*/ 950934 h 3296984"/>
              <a:gd name="connsiteX41" fmla="*/ 3862313 w 5485326"/>
              <a:gd name="connsiteY41" fmla="*/ 868540 h 3296984"/>
              <a:gd name="connsiteX42" fmla="*/ 5223073 w 5485326"/>
              <a:gd name="connsiteY42" fmla="*/ 381 h 3296984"/>
              <a:gd name="connsiteX43" fmla="*/ 5456666 w 5485326"/>
              <a:gd name="connsiteY43" fmla="*/ 44369 h 3296984"/>
              <a:gd name="connsiteX44" fmla="*/ 5485326 w 5485326"/>
              <a:gd name="connsiteY44" fmla="*/ 55829 h 3296984"/>
              <a:gd name="connsiteX45" fmla="*/ 5485326 w 5485326"/>
              <a:gd name="connsiteY45" fmla="*/ 872815 h 3296984"/>
              <a:gd name="connsiteX46" fmla="*/ 5462682 w 5485326"/>
              <a:gd name="connsiteY46" fmla="*/ 874218 h 3296984"/>
              <a:gd name="connsiteX47" fmla="*/ 5252356 w 5485326"/>
              <a:gd name="connsiteY47" fmla="*/ 950934 h 3296984"/>
              <a:gd name="connsiteX48" fmla="*/ 4944512 w 5485326"/>
              <a:gd name="connsiteY48" fmla="*/ 1702771 h 3296984"/>
              <a:gd name="connsiteX49" fmla="*/ 4944527 w 5485326"/>
              <a:gd name="connsiteY49" fmla="*/ 1758849 h 3296984"/>
              <a:gd name="connsiteX50" fmla="*/ 4722177 w 5485326"/>
              <a:gd name="connsiteY50" fmla="*/ 1373727 h 3296984"/>
              <a:gd name="connsiteX51" fmla="*/ 4612506 w 5485326"/>
              <a:gd name="connsiteY51" fmla="*/ 1183771 h 3296984"/>
              <a:gd name="connsiteX52" fmla="*/ 4635605 w 5485326"/>
              <a:gd name="connsiteY52" fmla="*/ 1165925 h 3296984"/>
              <a:gd name="connsiteX53" fmla="*/ 4742201 w 5485326"/>
              <a:gd name="connsiteY53" fmla="*/ 922212 h 3296984"/>
              <a:gd name="connsiteX54" fmla="*/ 4743016 w 5485326"/>
              <a:gd name="connsiteY54" fmla="*/ 873752 h 3296984"/>
              <a:gd name="connsiteX55" fmla="*/ 4741662 w 5485326"/>
              <a:gd name="connsiteY55" fmla="*/ 865770 h 3296984"/>
              <a:gd name="connsiteX56" fmla="*/ 4744863 w 5485326"/>
              <a:gd name="connsiteY56" fmla="*/ 804326 h 3296984"/>
              <a:gd name="connsiteX57" fmla="*/ 4753289 w 5485326"/>
              <a:gd name="connsiteY57" fmla="*/ 595779 h 3296984"/>
              <a:gd name="connsiteX58" fmla="*/ 5079817 w 5485326"/>
              <a:gd name="connsiteY58" fmla="*/ 38373 h 3296984"/>
              <a:gd name="connsiteX59" fmla="*/ 5223073 w 5485326"/>
              <a:gd name="connsiteY59" fmla="*/ 381 h 3296984"/>
            </a:gdLst>
            <a:rect l="l" t="t" r="r" b="b"/>
            <a:pathLst>
              <a:path w="5485326" h="3296984">
                <a:moveTo>
                  <a:pt x="3503552" y="2947837"/>
                </a:moveTo>
                <a:lnTo>
                  <a:pt x="3503959" y="2948386"/>
                </a:lnTo>
                <a:lnTo>
                  <a:pt x="3503396" y="2948710"/>
                </a:lnTo>
                <a:close/>
                <a:moveTo>
                  <a:pt x="1811599" y="2947837"/>
                </a:moveTo>
                <a:lnTo>
                  <a:pt x="1811443" y="2948710"/>
                </a:lnTo>
                <a:lnTo>
                  <a:pt x="1812005" y="2948386"/>
                </a:lnTo>
                <a:close/>
                <a:moveTo>
                  <a:pt x="3862313" y="868540"/>
                </a:moveTo>
                <a:cubicBezTo>
                  <a:pt x="4008646" y="874449"/>
                  <a:pt x="4125513" y="952569"/>
                  <a:pt x="4243869" y="1033277"/>
                </a:cubicBezTo>
                <a:cubicBezTo>
                  <a:pt x="4333077" y="1092178"/>
                  <a:pt x="4427862" y="1154757"/>
                  <a:pt x="4546743" y="1167201"/>
                </a:cubicBezTo>
                <a:lnTo>
                  <a:pt x="4603381" y="1167975"/>
                </a:lnTo>
                <a:lnTo>
                  <a:pt x="4724517" y="1377787"/>
                </a:lnTo>
                <a:lnTo>
                  <a:pt x="4944527" y="1758855"/>
                </a:lnTo>
                <a:lnTo>
                  <a:pt x="4944547" y="1837165"/>
                </a:lnTo>
                <a:cubicBezTo>
                  <a:pt x="4941650" y="1965524"/>
                  <a:pt x="4922907" y="2070741"/>
                  <a:pt x="4824875" y="2107470"/>
                </a:cubicBezTo>
                <a:cubicBezTo>
                  <a:pt x="4691369" y="2166888"/>
                  <a:pt x="4579976" y="2081044"/>
                  <a:pt x="4458144" y="1992406"/>
                </a:cubicBezTo>
                <a:cubicBezTo>
                  <a:pt x="4261122" y="1850022"/>
                  <a:pt x="4046001" y="1691590"/>
                  <a:pt x="3674766" y="1844091"/>
                </a:cubicBezTo>
                <a:cubicBezTo>
                  <a:pt x="3279837" y="2001448"/>
                  <a:pt x="3289888" y="2340109"/>
                  <a:pt x="3291258" y="2648443"/>
                </a:cubicBezTo>
                <a:cubicBezTo>
                  <a:pt x="3295905" y="2840068"/>
                  <a:pt x="3296731" y="3025075"/>
                  <a:pt x="3180290" y="3083466"/>
                </a:cubicBezTo>
                <a:cubicBezTo>
                  <a:pt x="3080926" y="3140833"/>
                  <a:pt x="2973645" y="3098441"/>
                  <a:pt x="2861596" y="3032719"/>
                </a:cubicBezTo>
                <a:lnTo>
                  <a:pt x="2802596" y="2995993"/>
                </a:lnTo>
                <a:lnTo>
                  <a:pt x="2779077" y="2975719"/>
                </a:lnTo>
                <a:lnTo>
                  <a:pt x="2696938" y="2930919"/>
                </a:lnTo>
                <a:lnTo>
                  <a:pt x="2576117" y="2857359"/>
                </a:lnTo>
                <a:cubicBezTo>
                  <a:pt x="2399757" y="2761284"/>
                  <a:pt x="2207567" y="2706638"/>
                  <a:pt x="1976163" y="2833619"/>
                </a:cubicBezTo>
                <a:cubicBezTo>
                  <a:pt x="1825206" y="2916355"/>
                  <a:pt x="1750515" y="3027926"/>
                  <a:pt x="1714306" y="3152611"/>
                </a:cubicBezTo>
                <a:lnTo>
                  <a:pt x="1691953" y="3296984"/>
                </a:lnTo>
                <a:lnTo>
                  <a:pt x="0" y="3296984"/>
                </a:lnTo>
                <a:lnTo>
                  <a:pt x="22353" y="3152611"/>
                </a:lnTo>
                <a:cubicBezTo>
                  <a:pt x="58562" y="3027926"/>
                  <a:pt x="133253" y="2916355"/>
                  <a:pt x="284210" y="2833619"/>
                </a:cubicBezTo>
                <a:cubicBezTo>
                  <a:pt x="515615" y="2706638"/>
                  <a:pt x="707804" y="2761284"/>
                  <a:pt x="884163" y="2857359"/>
                </a:cubicBezTo>
                <a:lnTo>
                  <a:pt x="1004984" y="2930919"/>
                </a:lnTo>
                <a:lnTo>
                  <a:pt x="1087124" y="2975719"/>
                </a:lnTo>
                <a:lnTo>
                  <a:pt x="1110643" y="2995993"/>
                </a:lnTo>
                <a:lnTo>
                  <a:pt x="1169643" y="3032719"/>
                </a:lnTo>
                <a:cubicBezTo>
                  <a:pt x="1281693" y="3098441"/>
                  <a:pt x="1388973" y="3140833"/>
                  <a:pt x="1488337" y="3083466"/>
                </a:cubicBezTo>
                <a:cubicBezTo>
                  <a:pt x="1604778" y="3025075"/>
                  <a:pt x="1603952" y="2840068"/>
                  <a:pt x="1599305" y="2648443"/>
                </a:cubicBezTo>
                <a:cubicBezTo>
                  <a:pt x="1597935" y="2340109"/>
                  <a:pt x="1587883" y="2001448"/>
                  <a:pt x="1982813" y="1844091"/>
                </a:cubicBezTo>
                <a:cubicBezTo>
                  <a:pt x="2354048" y="1691590"/>
                  <a:pt x="2569169" y="1850022"/>
                  <a:pt x="2766192" y="1992406"/>
                </a:cubicBezTo>
                <a:cubicBezTo>
                  <a:pt x="2888023" y="2081044"/>
                  <a:pt x="2999417" y="2166888"/>
                  <a:pt x="3132922" y="2107470"/>
                </a:cubicBezTo>
                <a:cubicBezTo>
                  <a:pt x="3263632" y="2058499"/>
                  <a:pt x="3253383" y="1887769"/>
                  <a:pt x="3252560" y="1702771"/>
                </a:cubicBezTo>
                <a:cubicBezTo>
                  <a:pt x="3246616" y="1432399"/>
                  <a:pt x="3238617" y="1127891"/>
                  <a:pt x="3560402" y="950934"/>
                </a:cubicBezTo>
                <a:cubicBezTo>
                  <a:pt x="3676105" y="887447"/>
                  <a:pt x="3774513" y="864996"/>
                  <a:pt x="3862313" y="868540"/>
                </a:cubicBezTo>
                <a:close/>
                <a:moveTo>
                  <a:pt x="5223073" y="381"/>
                </a:moveTo>
                <a:cubicBezTo>
                  <a:pt x="5297572" y="-2886"/>
                  <a:pt x="5376002" y="15177"/>
                  <a:pt x="5456666" y="44369"/>
                </a:cubicBezTo>
                <a:lnTo>
                  <a:pt x="5485326" y="55829"/>
                </a:lnTo>
                <a:lnTo>
                  <a:pt x="5485326" y="872815"/>
                </a:lnTo>
                <a:lnTo>
                  <a:pt x="5462682" y="874218"/>
                </a:lnTo>
                <a:cubicBezTo>
                  <a:pt x="5398939" y="884523"/>
                  <a:pt x="5329491" y="908610"/>
                  <a:pt x="5252356" y="950934"/>
                </a:cubicBezTo>
                <a:cubicBezTo>
                  <a:pt x="4930571" y="1127891"/>
                  <a:pt x="4938569" y="1432399"/>
                  <a:pt x="4944512" y="1702771"/>
                </a:cubicBezTo>
                <a:lnTo>
                  <a:pt x="4944527" y="1758849"/>
                </a:lnTo>
                <a:lnTo>
                  <a:pt x="4722177" y="1373727"/>
                </a:lnTo>
                <a:lnTo>
                  <a:pt x="4612506" y="1183771"/>
                </a:lnTo>
                <a:lnTo>
                  <a:pt x="4635605" y="1165925"/>
                </a:lnTo>
                <a:cubicBezTo>
                  <a:pt x="4688053" y="1119084"/>
                  <a:pt x="4740839" y="1042237"/>
                  <a:pt x="4742201" y="922212"/>
                </a:cubicBezTo>
                <a:lnTo>
                  <a:pt x="4743016" y="873752"/>
                </a:lnTo>
                <a:lnTo>
                  <a:pt x="4741662" y="865770"/>
                </a:lnTo>
                <a:lnTo>
                  <a:pt x="4744863" y="804326"/>
                </a:lnTo>
                <a:lnTo>
                  <a:pt x="4753289" y="595779"/>
                </a:lnTo>
                <a:cubicBezTo>
                  <a:pt x="4771743" y="365284"/>
                  <a:pt x="4832742" y="161151"/>
                  <a:pt x="5079817" y="38373"/>
                </a:cubicBezTo>
                <a:cubicBezTo>
                  <a:pt x="5125487" y="14215"/>
                  <a:pt x="5173406" y="2558"/>
                  <a:pt x="5223073" y="381"/>
                </a:cubicBezTo>
                <a:close/>
              </a:path>
            </a:pathLst>
          </a:custGeom>
          <a:solidFill xmlns:a="http://schemas.openxmlformats.org/drawingml/2006/main">
            <a:schemeClr val="accent2">
              <a:lumMod val="50000"/>
              <a:alpha val="6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8" name="Freeform: Shape 7">
            <a:extLst xmlns:a="http://schemas.openxmlformats.org/drawingml/2006/main">
              <a:ext uri="{FF2B5EF4-FFF2-40B4-BE49-F238E27FC236}">
                <a16:creationId xmlns:a16="http://schemas.microsoft.com/office/drawing/2014/main" id="{7942C339-A8DC-4E9C-8E18-CEAEF41974A3}"/>
              </a:ext>
            </a:extLst>
          </p:cNvPr>
          <p:cNvSpPr>
            <a:spLocks xmlns:a="http://schemas.openxmlformats.org/drawingml/2006/main" noGrp="1"/>
          </p:cNvSpPr>
          <p:nvPr/>
        </p:nvSpPr>
        <p:spPr>
          <a:xfrm xmlns:a="http://schemas.openxmlformats.org/drawingml/2006/main" rot="0" flipH="1" flipV="0">
            <a:off x="1" y="6320364"/>
            <a:ext cx="689528" cy="537636"/>
          </a:xfrm>
          <a:custGeom xmlns:a="http://schemas.openxmlformats.org/drawingml/2006/main">
            <a:gdLst>
              <a:gd name="connsiteX0" fmla="*/ 529229 w 689528"/>
              <a:gd name="connsiteY0" fmla="*/ 648 h 537636"/>
              <a:gd name="connsiteX1" fmla="*/ 677847 w 689528"/>
              <a:gd name="connsiteY1" fmla="*/ 14798 h 537636"/>
              <a:gd name="connsiteX2" fmla="*/ 689528 w 689528"/>
              <a:gd name="connsiteY2" fmla="*/ 18286 h 537636"/>
              <a:gd name="connsiteX3" fmla="*/ 689528 w 689528"/>
              <a:gd name="connsiteY3" fmla="*/ 537636 h 537636"/>
              <a:gd name="connsiteX4" fmla="*/ 0 w 689528"/>
              <a:gd name="connsiteY4" fmla="*/ 537636 h 537636"/>
              <a:gd name="connsiteX5" fmla="*/ 22353 w 689528"/>
              <a:gd name="connsiteY5" fmla="*/ 393263 h 537636"/>
              <a:gd name="connsiteX6" fmla="*/ 284210 w 689528"/>
              <a:gd name="connsiteY6" fmla="*/ 74271 h 537636"/>
              <a:gd name="connsiteX7" fmla="*/ 529229 w 689528"/>
              <a:gd name="connsiteY7" fmla="*/ 648 h 537636"/>
            </a:gdLst>
            <a:rect l="l" t="t" r="r" b="b"/>
            <a:pathLst>
              <a:path w="689528" h="537636">
                <a:moveTo>
                  <a:pt x="529229" y="648"/>
                </a:moveTo>
                <a:cubicBezTo>
                  <a:pt x="580549" y="-1971"/>
                  <a:pt x="629967" y="3476"/>
                  <a:pt x="677847" y="14798"/>
                </a:cubicBezTo>
                <a:lnTo>
                  <a:pt x="689528" y="18286"/>
                </a:lnTo>
                <a:lnTo>
                  <a:pt x="689528" y="537636"/>
                </a:lnTo>
                <a:lnTo>
                  <a:pt x="0" y="537636"/>
                </a:lnTo>
                <a:lnTo>
                  <a:pt x="22353" y="393263"/>
                </a:lnTo>
                <a:cubicBezTo>
                  <a:pt x="58562" y="268578"/>
                  <a:pt x="133253" y="157007"/>
                  <a:pt x="284210" y="74271"/>
                </a:cubicBezTo>
                <a:cubicBezTo>
                  <a:pt x="370987" y="26653"/>
                  <a:pt x="452248" y="4577"/>
                  <a:pt x="529229" y="648"/>
                </a:cubicBezTo>
                <a:close/>
              </a:path>
            </a:pathLst>
          </a:custGeom>
          <a:solidFill xmlns:a="http://schemas.openxmlformats.org/drawingml/2006/main">
            <a:schemeClr val="accent2">
              <a:lumMod val="50000"/>
              <a:alpha val="6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10" name="TextBox 9">
            <a:extLst xmlns:a="http://schemas.openxmlformats.org/drawingml/2006/main">
              <a:ext uri="{FF2B5EF4-FFF2-40B4-BE49-F238E27FC236}">
                <a16:creationId xmlns:a16="http://schemas.microsoft.com/office/drawing/2014/main" id="{04DDC962-B9ED-4978-B06F-FEFAA00EA89F}"/>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bg1"/>
                </a:solidFill>
                <a:latin typeface="+mj-lt"/>
                <a:ea typeface="+mj-lt"/>
                <a:cs typeface="+mj-lt"/>
              </a:rPr>
              <a:t>‹#›</a:t>
            </a:fld>
            <a:endParaRPr sz="4400" i="0">
              <a:solidFill>
                <a:schemeClr val="bg1"/>
              </a:solidFill>
              <a:latin typeface="+mj-lt"/>
              <a:ea typeface="+mj-lt"/>
              <a:cs typeface="+mj-lt"/>
            </a:endParaRPr>
          </a:p>
        </p:txBody>
      </p:sp>
      <p:sp>
        <p:nvSpPr>
          <p:cNvPr id="19" name="Freeform: Shape 18">
            <a:extLst xmlns:a="http://schemas.openxmlformats.org/drawingml/2006/main">
              <a:ext uri="{FF2B5EF4-FFF2-40B4-BE49-F238E27FC236}">
                <a16:creationId xmlns:a16="http://schemas.microsoft.com/office/drawing/2014/main" id="{47125CF6-839A-48DD-9B5C-9E087C487F4B}"/>
              </a:ext>
            </a:extLst>
          </p:cNvPr>
          <p:cNvSpPr>
            <a:spLocks xmlns:a="http://schemas.openxmlformats.org/drawingml/2006/main" noGrp="1"/>
          </p:cNvSpPr>
          <p:nvPr/>
        </p:nvSpPr>
        <p:spPr>
          <a:xfrm xmlns:a="http://schemas.openxmlformats.org/drawingml/2006/main">
            <a:off x="11471504" y="6083574"/>
            <a:ext cx="720496" cy="774426"/>
          </a:xfrm>
          <a:custGeom xmlns:a="http://schemas.openxmlformats.org/drawingml/2006/main">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bg1"/>
              </a:solidFill>
            </a:endParaRPr>
          </a:p>
        </p:txBody>
      </p:sp>
      <p:pic>
        <p:nvPicPr>
          <p:cNvPr id="93" name="Gráfico 22"/>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11045000" y="241591"/>
            <a:ext cx="758823" cy="834705"/>
          </a:xfrm>
          <a:prstGeom xmlns:a="http://schemas.openxmlformats.org/drawingml/2006/main" prst="rect">
            <a:avLst/>
          </a:prstGeom>
        </p:spPr>
      </p:pic>
      <p:pic>
        <p:nvPicPr>
          <p:cNvPr id="94" name="Gráfico 23"/>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11045000" y="1593526"/>
            <a:ext cx="758823" cy="834705"/>
          </a:xfrm>
          <a:prstGeom xmlns:a="http://schemas.openxmlformats.org/drawingml/2006/main" prst="rect">
            <a:avLst/>
          </a:prstGeom>
        </p:spPr>
      </p:pic>
      <p:pic>
        <p:nvPicPr>
          <p:cNvPr id="95" name="Gráfico 24"/>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11044999" y="2945461"/>
            <a:ext cx="758823" cy="834705"/>
          </a:xfrm>
          <a:prstGeom xmlns:a="http://schemas.openxmlformats.org/drawingml/2006/main" prst="rect">
            <a:avLst/>
          </a:prstGeom>
        </p:spPr>
      </p:pic>
      <p:pic>
        <p:nvPicPr>
          <p:cNvPr id="96" name="Gráfico 25"/>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11044998" y="4247775"/>
            <a:ext cx="758823" cy="834705"/>
          </a:xfrm>
          <a:prstGeom xmlns:a="http://schemas.openxmlformats.org/drawingml/2006/main" prst="rect">
            <a:avLst/>
          </a:prstGeom>
        </p:spPr>
      </p:pic>
      <p:pic>
        <p:nvPicPr>
          <p:cNvPr id="97" name="Gráfico 27"/>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12269200" y="689621"/>
            <a:ext cx="758823" cy="834705"/>
          </a:xfrm>
          <a:prstGeom xmlns:a="http://schemas.openxmlformats.org/drawingml/2006/main" prst="rect">
            <a:avLst/>
          </a:prstGeom>
        </p:spPr>
      </p:pic>
      <p:pic>
        <p:nvPicPr>
          <p:cNvPr id="98" name="Gráfico 29"/>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8503681" y="241591"/>
            <a:ext cx="758823" cy="834705"/>
          </a:xfrm>
          <a:prstGeom xmlns:a="http://schemas.openxmlformats.org/drawingml/2006/main" prst="rect">
            <a:avLst/>
          </a:prstGeom>
        </p:spPr>
      </p:pic>
      <p:pic>
        <p:nvPicPr>
          <p:cNvPr id="99" name="Gráfico 30"/>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8503681" y="1593526"/>
            <a:ext cx="758823" cy="834705"/>
          </a:xfrm>
          <a:prstGeom xmlns:a="http://schemas.openxmlformats.org/drawingml/2006/main" prst="rect">
            <a:avLst/>
          </a:prstGeom>
        </p:spPr>
      </p:pic>
      <p:pic>
        <p:nvPicPr>
          <p:cNvPr id="100" name="Gráfico 31"/>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8503680" y="2945461"/>
            <a:ext cx="758823" cy="834705"/>
          </a:xfrm>
          <a:prstGeom xmlns:a="http://schemas.openxmlformats.org/drawingml/2006/main" prst="rect">
            <a:avLst/>
          </a:prstGeom>
        </p:spPr>
      </p:pic>
      <p:pic>
        <p:nvPicPr>
          <p:cNvPr id="101" name="Gráfico 34"/>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9727883" y="711239"/>
            <a:ext cx="758823" cy="834705"/>
          </a:xfrm>
          <a:prstGeom xmlns:a="http://schemas.openxmlformats.org/drawingml/2006/main" prst="rect">
            <a:avLst/>
          </a:prstGeom>
        </p:spPr>
      </p:pic>
      <p:pic>
        <p:nvPicPr>
          <p:cNvPr id="102" name="Gráfico 35"/>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9727883" y="2128464"/>
            <a:ext cx="758823" cy="834705"/>
          </a:xfrm>
          <a:prstGeom xmlns:a="http://schemas.openxmlformats.org/drawingml/2006/main" prst="rect">
            <a:avLst/>
          </a:prstGeom>
        </p:spPr>
      </p:pic>
      <p:pic>
        <p:nvPicPr>
          <p:cNvPr id="103" name="Gráfico 36"/>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9717677" y="3545689"/>
            <a:ext cx="758823" cy="834705"/>
          </a:xfrm>
          <a:prstGeom xmlns:a="http://schemas.openxmlformats.org/drawingml/2006/main" prst="rect">
            <a:avLst/>
          </a:prstGeom>
        </p:spPr>
      </p:pic>
      <p:pic>
        <p:nvPicPr>
          <p:cNvPr id="104" name="Imagen 40"/>
          <p:cNvPicPr>
            <a:picLocks xmlns:a="http://schemas.openxmlformats.org/drawingml/2006/main" noChangeAspect="1"/>
          </p:cNvPicPr>
          <p:nvPr/>
        </p:nvPicPr>
        <p:blipFill>
          <a:blip xmlns:r="http://schemas.openxmlformats.org/officeDocument/2006/relationships" xmlns:a="http://schemas.openxmlformats.org/drawingml/2006/main" r:embed="R3f8699aa9bea416c"/>
          <a:stretch xmlns:a="http://schemas.openxmlformats.org/drawingml/2006/main">
            <a:fillRect l="0" t="0" r="0" b="0"/>
          </a:stretch>
        </p:blipFill>
        <p:spPr>
          <a:xfrm xmlns:a="http://schemas.openxmlformats.org/drawingml/2006/main">
            <a:off x="291707" y="6182190"/>
            <a:ext cx="1399441" cy="291970"/>
          </a:xfrm>
          <a:prstGeom xmlns:a="http://schemas.openxmlformats.org/drawingml/2006/main" prst="rect">
            <a:avLst/>
          </a:prstGeom>
        </p:spPr>
      </p:pic>
      <p:sp>
        <p:nvSpPr>
          <p:cNvPr id="42" name="TextBox 7">
            <a:extLst xmlns:a="http://schemas.openxmlformats.org/drawingml/2006/main">
              <a:ext uri="{FF2B5EF4-FFF2-40B4-BE49-F238E27FC236}">
                <a16:creationId xmlns:a16="http://schemas.microsoft.com/office/drawing/2014/main" id="{3A75D47C-9747-468A-0728-A1BBD0DE4B4E}"/>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bg1"/>
                </a:solidFill>
                <a:latin typeface="Segoe UI"/>
                <a:ea typeface="Segoe UI"/>
                <a:cs typeface="Segoe UI"/>
              </a:rPr>
              <a:t>#BizzSummit2026</a:t>
            </a:r>
            <a:endParaRPr sz="1100" b="0">
              <a:solidFill>
                <a:schemeClr val="bg1"/>
              </a:solidFill>
              <a:latin typeface="Segoe UI"/>
              <a:ea typeface="Segoe UI"/>
              <a:cs typeface="Segoe UI"/>
            </a:endParaRPr>
          </a:p>
        </p:txBody>
      </p:sp>
      <p:pic>
        <p:nvPicPr>
          <p:cNvPr id="106" name="Gráfico 43"/>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7355108" y="709200"/>
            <a:ext cx="758823" cy="834705"/>
          </a:xfrm>
          <a:prstGeom xmlns:a="http://schemas.openxmlformats.org/drawingml/2006/main" prst="rect">
            <a:avLst/>
          </a:prstGeom>
        </p:spPr>
      </p:pic>
      <p:pic>
        <p:nvPicPr>
          <p:cNvPr id="107" name="Gráfico 44"/>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7355108" y="2061135"/>
            <a:ext cx="758823" cy="834705"/>
          </a:xfrm>
          <a:prstGeom xmlns:a="http://schemas.openxmlformats.org/drawingml/2006/main" prst="rect">
            <a:avLst/>
          </a:prstGeom>
        </p:spPr>
      </p:pic>
      <p:pic>
        <p:nvPicPr>
          <p:cNvPr id="108" name="Gráfico 45"/>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7355107" y="3413070"/>
            <a:ext cx="758823" cy="834705"/>
          </a:xfrm>
          <a:prstGeom xmlns:a="http://schemas.openxmlformats.org/drawingml/2006/main" prst="rect">
            <a:avLst/>
          </a:prstGeom>
        </p:spPr>
      </p:pic>
      <p:pic>
        <p:nvPicPr>
          <p:cNvPr id="109" name="Gráfico 47"/>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6130904" y="255213"/>
            <a:ext cx="758823" cy="834705"/>
          </a:xfrm>
          <a:prstGeom xmlns:a="http://schemas.openxmlformats.org/drawingml/2006/main" prst="rect">
            <a:avLst/>
          </a:prstGeom>
        </p:spPr>
      </p:pic>
      <p:pic>
        <p:nvPicPr>
          <p:cNvPr id="110" name="Gráfico 48"/>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6130904" y="1607148"/>
            <a:ext cx="758823" cy="834705"/>
          </a:xfrm>
          <a:prstGeom xmlns:a="http://schemas.openxmlformats.org/drawingml/2006/main" prst="rect">
            <a:avLst/>
          </a:prstGeom>
        </p:spPr>
      </p:pic>
      <p:pic>
        <p:nvPicPr>
          <p:cNvPr id="111" name="Gráfico 50"/>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4890991" y="709200"/>
            <a:ext cx="758823" cy="834705"/>
          </a:xfrm>
          <a:prstGeom xmlns:a="http://schemas.openxmlformats.org/drawingml/2006/main" prst="rect">
            <a:avLst/>
          </a:prstGeom>
        </p:spPr>
      </p:pic>
      <p:pic>
        <p:nvPicPr>
          <p:cNvPr id="112" name="Gráfico 52"/>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3786808" y="241591"/>
            <a:ext cx="758823" cy="834705"/>
          </a:xfrm>
          <a:prstGeom xmlns:a="http://schemas.openxmlformats.org/drawingml/2006/main" prst="rect">
            <a:avLst/>
          </a:prstGeom>
        </p:spPr>
      </p:pic>
      <p:pic>
        <p:nvPicPr>
          <p:cNvPr id="113" name="Gráfico 55"/>
          <p:cNvPicPr>
            <a:picLocks xmlns:a="http://schemas.openxmlformats.org/drawingml/2006/main" noChangeAspect="1"/>
          </p:cNvPicPr>
          <p:nvPr/>
        </p:nvPicPr>
        <p:blipFill>
          <a:blip xmlns:r="http://schemas.openxmlformats.org/officeDocument/2006/relationships" xmlns:a="http://schemas.openxmlformats.org/drawingml/2006/main" r:embed="R35b0d466e5734b0d">
            <a:extLst>
              <a:ext uri="{96DAC541-7B7A-43D3-8B79-37D633B846F1}">
                <asvg:svgBlip xmlns:asvg="http://schemas.microsoft.com/office/drawing/2016/SVG/main" r:embed="Ra2082d58afd24a82"/>
              </a:ext>
            </a:extLst>
          </a:blip>
          <a:stretch xmlns:a="http://schemas.openxmlformats.org/drawingml/2006/main">
            <a:fillRect l="0" t="0" r="0" b="0"/>
          </a:stretch>
        </p:blipFill>
        <p:spPr>
          <a:xfrm xmlns:a="http://schemas.openxmlformats.org/drawingml/2006/main">
            <a:off x="2646599" y="689621"/>
            <a:ext cx="758823" cy="834705"/>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a4c7b9803f6e4c49" /><Relationship Type="http://schemas.openxmlformats.org/officeDocument/2006/relationships/theme" Target="/ppt/slideMasters/theme/theme2.xml" Id="R976a34df94b04efb" /><Relationship Type="http://schemas.openxmlformats.org/officeDocument/2006/relationships/slideLayout" Target="/ppt/slideLayouts/slideLayout1.xml" Id="Re0445f0f4d144c36" /><Relationship Type="http://schemas.openxmlformats.org/officeDocument/2006/relationships/slideLayout" Target="/ppt/slideLayouts/slideLayout2.xml" Id="Rc18ab63aa1e44149" /><Relationship Type="http://schemas.openxmlformats.org/officeDocument/2006/relationships/slideLayout" Target="/ppt/slideLayouts/slideLayout3.xml" Id="R368fd1ce96744394" /><Relationship Type="http://schemas.openxmlformats.org/officeDocument/2006/relationships/slideLayout" Target="/ppt/slideLayouts/slideLayout4.xml" Id="Rd455adc760ad4ce9" /><Relationship Type="http://schemas.openxmlformats.org/officeDocument/2006/relationships/slideLayout" Target="/ppt/slideLayouts/slideLayout5.xml" Id="R686961e0456d4d32" /><Relationship Type="http://schemas.openxmlformats.org/officeDocument/2006/relationships/slideLayout" Target="/ppt/slideLayouts/slideLayout6.xml" Id="R6ace6a21720e493f" /><Relationship Type="http://schemas.openxmlformats.org/officeDocument/2006/relationships/slideLayout" Target="/ppt/slideLayouts/slideLayout7.xml" Id="Rbe90208bd4aa407e" /><Relationship Type="http://schemas.openxmlformats.org/officeDocument/2006/relationships/slideLayout" Target="/ppt/slideLayouts/slideLayout8.xml" Id="R4ed8ebd0f4174e3f" /><Relationship Type="http://schemas.openxmlformats.org/officeDocument/2006/relationships/slideLayout" Target="/ppt/slideLayouts/slideLayout9.xml" Id="Ra867d2405e9d4dd1" /><Relationship Type="http://schemas.openxmlformats.org/officeDocument/2006/relationships/slideLayout" Target="/ppt/slideLayouts/slideLayout10.xml" Id="Rbbeaa0317a204f0f" /><Relationship Type="http://schemas.openxmlformats.org/officeDocument/2006/relationships/slideLayout" Target="/ppt/slideLayouts/slideLayout11.xml" Id="Rc4d4124d0eab4d46" /><Relationship Type="http://schemas.openxmlformats.org/officeDocument/2006/relationships/slideLayout" Target="/ppt/slideLayouts/slideLayout12.xml" Id="Re4d847374a234610" /><Relationship Type="http://schemas.openxmlformats.org/officeDocument/2006/relationships/slideLayout" Target="/ppt/slideLayouts/slideLayout13.xml" Id="Ra233420856fd40de" /><Relationship Type="http://schemas.openxmlformats.org/officeDocument/2006/relationships/slideLayout" Target="/ppt/slideLayouts/slideLayout14.xml" Id="Rf841b541eabf46b1" /><Relationship Type="http://schemas.openxmlformats.org/officeDocument/2006/relationships/slideLayout" Target="/ppt/slideLayouts/slideLayout15.xml" Id="Rdf7c95bbc53643d2" /><Relationship Type="http://schemas.openxmlformats.org/officeDocument/2006/relationships/slideLayout" Target="/ppt/slideLayouts/slideLayout16.xml" Id="R6c8113022b9b4c5e" /><Relationship Type="http://schemas.openxmlformats.org/officeDocument/2006/relationships/slideLayout" Target="/ppt/slideLayouts/slideLayout17.xml" Id="Rad8d26a020e34ef1" /><Relationship Type="http://schemas.openxmlformats.org/officeDocument/2006/relationships/slideLayout" Target="/ppt/slideLayouts/slideLayout18.xml" Id="R1f48e338017844c6" /><Relationship Type="http://schemas.openxmlformats.org/officeDocument/2006/relationships/slideLayout" Target="/ppt/slideLayouts/slideLayout19.xml" Id="R21eea5c55791449b" /><Relationship Type="http://schemas.openxmlformats.org/officeDocument/2006/relationships/slideLayout" Target="/ppt/slideLayouts/slideLayout20.xml" Id="Rac16456b0ede48d6" /><Relationship Type="http://schemas.openxmlformats.org/officeDocument/2006/relationships/slideLayout" Target="/ppt/slideLayouts/slideLayout21.xml" Id="R28dee5b9a27b4a72" /><Relationship Type="http://schemas.openxmlformats.org/officeDocument/2006/relationships/slideLayout" Target="/ppt/slideLayouts/slideLayout22.xml" Id="R1f5e468428624bc8" /><Relationship Type="http://schemas.openxmlformats.org/officeDocument/2006/relationships/slideLayout" Target="/ppt/slideLayouts/slideLayout23.xml" Id="R8e36548e9b9a4755" /><Relationship Type="http://schemas.openxmlformats.org/officeDocument/2006/relationships/slideLayout" Target="/ppt/slideLayouts/slideLayout24.xml" Id="Rbd386e51f18e4cd6" /><Relationship Type="http://schemas.openxmlformats.org/officeDocument/2006/relationships/slideLayout" Target="/ppt/slideLayouts/slideLayout25.xml" Id="Rc7a9fea7958c431c" /><Relationship Type="http://schemas.openxmlformats.org/officeDocument/2006/relationships/slideLayout" Target="/ppt/slideLayouts/slideLayout26.xml" Id="R585c9bf6b0c94cc5" /><Relationship Type="http://schemas.openxmlformats.org/officeDocument/2006/relationships/slideLayout" Target="/ppt/slideLayouts/slideLayout27.xml" Id="R2eaca488b4804aed" /><Relationship Type="http://schemas.openxmlformats.org/officeDocument/2006/relationships/slideLayout" Target="/ppt/slideLayouts/slideLayout28.xml" Id="R65e92bf45832479c" /><Relationship Type="http://schemas.openxmlformats.org/officeDocument/2006/relationships/slideLayout" Target="/ppt/slideLayouts/slideLayout29.xml" Id="R27369a181a084a13" /><Relationship Type="http://schemas.openxmlformats.org/officeDocument/2006/relationships/slideLayout" Target="/ppt/slideLayouts/slideLayout30.xml" Id="R31c283c943a1425d" /><Relationship Type="http://schemas.openxmlformats.org/officeDocument/2006/relationships/slideLayout" Target="/ppt/slideLayouts/slideLayout31.xml" Id="R0638b62e8cbf4730" /><Relationship Type="http://schemas.openxmlformats.org/officeDocument/2006/relationships/slideLayout" Target="/ppt/slideLayouts/slideLayout32.xml" Id="R5783de59c1864aa0" /><Relationship Type="http://schemas.openxmlformats.org/officeDocument/2006/relationships/slideLayout" Target="/ppt/slideLayouts/slideLayout33.xml" Id="R89a2d7463f584d02" /><Relationship Type="http://schemas.openxmlformats.org/officeDocument/2006/relationships/slideLayout" Target="/ppt/slideLayouts/slideLayout34.xml" Id="R85c540c4e9044e4a" /><Relationship Type="http://schemas.openxmlformats.org/officeDocument/2006/relationships/slideLayout" Target="/ppt/slideLayouts/slideLayout35.xml" Id="Rd1fc5aefbcea4706" /><Relationship Type="http://schemas.openxmlformats.org/officeDocument/2006/relationships/slideLayout" Target="/ppt/slideLayouts/slideLayout36.xml" Id="R7a22f5bde80f41da" /><Relationship Type="http://schemas.openxmlformats.org/officeDocument/2006/relationships/slideLayout" Target="/ppt/slideLayouts/slideLayout37.xml" Id="R1b7c390e273a481b" /><Relationship Type="http://schemas.openxmlformats.org/officeDocument/2006/relationships/slideLayout" Target="/ppt/slideLayouts/slideLayout38.xml" Id="Rbf7fa2ca5f09404b" /><Relationship Type="http://schemas.openxmlformats.org/officeDocument/2006/relationships/slideLayout" Target="/ppt/slideLayouts/slideLayout39.xml" Id="R1e641ae1325b4f97" /><Relationship Type="http://schemas.openxmlformats.org/officeDocument/2006/relationships/slideLayout" Target="/ppt/slideLayouts/slideLayout40.xml" Id="R80633d8267ca4304" /><Relationship Type="http://schemas.openxmlformats.org/officeDocument/2006/relationships/slideLayout" Target="/ppt/slideLayouts/slideLayout41.xml" Id="R11cce0adb0624f5a" /><Relationship Type="http://schemas.openxmlformats.org/officeDocument/2006/relationships/slideLayout" Target="/ppt/slideLayouts/slideLayout42.xml" Id="R2f5b512785734afa" /><Relationship Type="http://schemas.openxmlformats.org/officeDocument/2006/relationships/slideLayout" Target="/ppt/slideLayouts/slideLayout43.xml" Id="Rc4ad19ca5e494ad3" /><Relationship Type="http://schemas.openxmlformats.org/officeDocument/2006/relationships/slideLayout" Target="/ppt/slideLayouts/slideLayout44.xml" Id="Re23384eadfe64373" /><Relationship Type="http://schemas.openxmlformats.org/officeDocument/2006/relationships/slideLayout" Target="/ppt/slideLayouts/slideLayout45.xml" Id="R0fb996b7472d4720" /><Relationship Type="http://schemas.openxmlformats.org/officeDocument/2006/relationships/slideLayout" Target="/ppt/slideLayouts/slideLayout46.xml" Id="R63b97b86760c45ae" /><Relationship Type="http://schemas.openxmlformats.org/officeDocument/2006/relationships/slideLayout" Target="/ppt/slideLayouts/slideLayout47.xml" Id="Rb3f3a619ff754488" /><Relationship Type="http://schemas.openxmlformats.org/officeDocument/2006/relationships/slideLayout" Target="/ppt/slideLayouts/slideLayout48.xml" Id="Rb7c9260ef2294ca3" /><Relationship Type="http://schemas.openxmlformats.org/officeDocument/2006/relationships/slideLayout" Target="/ppt/slideLayouts/slideLayout49.xml" Id="Rb68f39ca8ff148f4" /><Relationship Type="http://schemas.openxmlformats.org/officeDocument/2006/relationships/slideLayout" Target="/ppt/slideLayouts/slideLayout50.xml" Id="Rd645aa40dba140d8" /><Relationship Type="http://schemas.openxmlformats.org/officeDocument/2006/relationships/slideLayout" Target="/ppt/slideLayouts/slideLayout51.xml" Id="R3f256f411875478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7" name="TextBox 6">
            <a:extLst xmlns:a="http://schemas.openxmlformats.org/drawingml/2006/main">
              <a:ext uri="{FF2B5EF4-FFF2-40B4-BE49-F238E27FC236}">
                <a16:creationId xmlns:a16="http://schemas.microsoft.com/office/drawing/2014/main" id="{B416207C-FF11-40DE-B9C0-CEB4888F4E26}"/>
              </a:ext>
            </a:extLst>
          </p:cNvPr>
          <p:cNvSpPr>
            <a:spLocks xmlns:a="http://schemas.openxmlformats.org/drawingml/2006/main" noGrp="1"/>
          </p:cNvSpPr>
          <p:nvPr/>
        </p:nvSpPr>
        <p:spPr>
          <a:xfrm xmlns:a="http://schemas.openxmlformats.org/drawingml/2006/main" rot="0" flipH="0" flipV="0">
            <a:off x="5625360" y="6336040"/>
            <a:ext cx="94128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tx1">
                    <a:lumMod val="50000"/>
                    <a:lumOff val="50000"/>
                  </a:schemeClr>
                </a:solidFill>
                <a:latin typeface="+mj-lt"/>
                <a:ea typeface="+mj-lt"/>
                <a:cs typeface="+mj-lt"/>
              </a:rPr>
              <a:t>‹#›</a:t>
            </a:fld>
            <a:endParaRPr sz="4400" i="0">
              <a:solidFill>
                <a:schemeClr val="tx1">
                  <a:lumMod val="50000"/>
                  <a:lumOff val="50000"/>
                </a:schemeClr>
              </a:solidFill>
              <a:latin typeface="+mj-lt"/>
              <a:ea typeface="+mj-lt"/>
              <a:cs typeface="+mj-lt"/>
            </a:endParaRPr>
          </a:p>
        </p:txBody>
      </p:sp>
      <p:sp>
        <p:nvSpPr>
          <p:cNvPr id="8" name="TextBox 7">
            <a:extLst xmlns:a="http://schemas.openxmlformats.org/drawingml/2006/main">
              <a:ext uri="{FF2B5EF4-FFF2-40B4-BE49-F238E27FC236}">
                <a16:creationId xmlns:a16="http://schemas.microsoft.com/office/drawing/2014/main" id="{CE9DEFE9-F2E2-4331-AFC6-5ABE82E6A5F7}"/>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tx1">
                    <a:lumMod val="75000"/>
                    <a:lumOff val="25000"/>
                  </a:schemeClr>
                </a:solidFill>
                <a:latin typeface="Segoe UI"/>
                <a:ea typeface="Segoe UI"/>
                <a:cs typeface="Segoe UI"/>
              </a:rPr>
              <a:t>#BizzSummit2026</a:t>
            </a:r>
            <a:endParaRPr sz="1100" b="0">
              <a:solidFill>
                <a:schemeClr val="tx1">
                  <a:lumMod val="75000"/>
                  <a:lumOff val="25000"/>
                </a:schemeClr>
              </a:solidFill>
              <a:latin typeface="Segoe UI"/>
              <a:ea typeface="Segoe UI"/>
              <a:cs typeface="Segoe UI"/>
            </a:endParaRPr>
          </a:p>
        </p:txBody>
      </p:sp>
      <p:sp>
        <p:nvSpPr>
          <p:cNvPr id="25" name="Freeform: Shape 24">
            <a:extLst xmlns:a="http://schemas.openxmlformats.org/drawingml/2006/main">
              <a:ext uri="{FF2B5EF4-FFF2-40B4-BE49-F238E27FC236}">
                <a16:creationId xmlns:a16="http://schemas.microsoft.com/office/drawing/2014/main" id="{023CAFE7-6A74-4343-8542-B856EF27BD7E}"/>
              </a:ext>
            </a:extLst>
          </p:cNvPr>
          <p:cNvSpPr>
            <a:spLocks xmlns:a="http://schemas.openxmlformats.org/drawingml/2006/main" noGrp="1"/>
          </p:cNvSpPr>
          <p:nvPr/>
        </p:nvSpPr>
        <p:spPr>
          <a:xfrm xmlns:a="http://schemas.openxmlformats.org/drawingml/2006/main">
            <a:off x="11471504" y="6083574"/>
            <a:ext cx="720496" cy="774426"/>
          </a:xfrm>
          <a:custGeom xmlns:a="http://schemas.openxmlformats.org/drawingml/2006/main">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30" name="Imagen 23"/>
          <p:cNvPicPr>
            <a:picLocks xmlns:a="http://schemas.openxmlformats.org/drawingml/2006/main" noChangeAspect="1"/>
          </p:cNvPicPr>
          <p:nvPr/>
        </p:nvPicPr>
        <p:blipFill>
          <a:blip xmlns:r="http://schemas.openxmlformats.org/officeDocument/2006/relationships" xmlns:a="http://schemas.openxmlformats.org/drawingml/2006/main" r:embed="Ra4c7b9803f6e4c49"/>
          <a:stretch xmlns:a="http://schemas.openxmlformats.org/drawingml/2006/main">
            <a:fillRect l="0" t="0" r="0" b="0"/>
          </a:stretch>
        </p:blipFill>
        <p:spPr>
          <a:xfrm xmlns:a="http://schemas.openxmlformats.org/drawingml/2006/main">
            <a:off x="263997" y="6177177"/>
            <a:ext cx="1536779" cy="317516"/>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445f0f4d144c36"/>
    <p:sldLayoutId xmlns:r="http://schemas.openxmlformats.org/officeDocument/2006/relationships" id="2147483650" r:id="Rc18ab63aa1e44149"/>
    <p:sldLayoutId xmlns:r="http://schemas.openxmlformats.org/officeDocument/2006/relationships" id="2147483651" r:id="R368fd1ce96744394"/>
    <p:sldLayoutId xmlns:r="http://schemas.openxmlformats.org/officeDocument/2006/relationships" id="2147483652" r:id="Rd455adc760ad4ce9"/>
    <p:sldLayoutId xmlns:r="http://schemas.openxmlformats.org/officeDocument/2006/relationships" id="2147483653" r:id="R686961e0456d4d32"/>
    <p:sldLayoutId xmlns:r="http://schemas.openxmlformats.org/officeDocument/2006/relationships" id="2147483654" r:id="R6ace6a21720e493f"/>
    <p:sldLayoutId xmlns:r="http://schemas.openxmlformats.org/officeDocument/2006/relationships" id="2147483655" r:id="Rbe90208bd4aa407e"/>
    <p:sldLayoutId xmlns:r="http://schemas.openxmlformats.org/officeDocument/2006/relationships" id="2147483656" r:id="R4ed8ebd0f4174e3f"/>
    <p:sldLayoutId xmlns:r="http://schemas.openxmlformats.org/officeDocument/2006/relationships" id="2147483657" r:id="Ra867d2405e9d4dd1"/>
    <p:sldLayoutId xmlns:r="http://schemas.openxmlformats.org/officeDocument/2006/relationships" id="2147483658" r:id="Rbbeaa0317a204f0f"/>
    <p:sldLayoutId xmlns:r="http://schemas.openxmlformats.org/officeDocument/2006/relationships" id="2147483659" r:id="Rc4d4124d0eab4d46"/>
    <p:sldLayoutId xmlns:r="http://schemas.openxmlformats.org/officeDocument/2006/relationships" id="2147483660" r:id="Re4d847374a234610"/>
    <p:sldLayoutId xmlns:r="http://schemas.openxmlformats.org/officeDocument/2006/relationships" id="2147483661" r:id="Ra233420856fd40de"/>
    <p:sldLayoutId xmlns:r="http://schemas.openxmlformats.org/officeDocument/2006/relationships" id="2147483662" r:id="Rf841b541eabf46b1"/>
    <p:sldLayoutId xmlns:r="http://schemas.openxmlformats.org/officeDocument/2006/relationships" id="2147483663" r:id="Rdf7c95bbc53643d2"/>
    <p:sldLayoutId xmlns:r="http://schemas.openxmlformats.org/officeDocument/2006/relationships" id="2147483664" r:id="R6c8113022b9b4c5e"/>
    <p:sldLayoutId xmlns:r="http://schemas.openxmlformats.org/officeDocument/2006/relationships" id="2147483665" r:id="Rad8d26a020e34ef1"/>
    <p:sldLayoutId xmlns:r="http://schemas.openxmlformats.org/officeDocument/2006/relationships" id="2147483666" r:id="R1f48e338017844c6"/>
    <p:sldLayoutId xmlns:r="http://schemas.openxmlformats.org/officeDocument/2006/relationships" id="2147483667" r:id="R21eea5c55791449b"/>
    <p:sldLayoutId xmlns:r="http://schemas.openxmlformats.org/officeDocument/2006/relationships" id="2147483668" r:id="Rac16456b0ede48d6"/>
    <p:sldLayoutId xmlns:r="http://schemas.openxmlformats.org/officeDocument/2006/relationships" id="2147483669" r:id="R28dee5b9a27b4a72"/>
    <p:sldLayoutId xmlns:r="http://schemas.openxmlformats.org/officeDocument/2006/relationships" id="2147483670" r:id="R1f5e468428624bc8"/>
    <p:sldLayoutId xmlns:r="http://schemas.openxmlformats.org/officeDocument/2006/relationships" id="2147483671" r:id="R8e36548e9b9a4755"/>
    <p:sldLayoutId xmlns:r="http://schemas.openxmlformats.org/officeDocument/2006/relationships" id="2147483672" r:id="Rbd386e51f18e4cd6"/>
    <p:sldLayoutId xmlns:r="http://schemas.openxmlformats.org/officeDocument/2006/relationships" id="2147483673" r:id="Rc7a9fea7958c431c"/>
    <p:sldLayoutId xmlns:r="http://schemas.openxmlformats.org/officeDocument/2006/relationships" id="2147483674" r:id="R585c9bf6b0c94cc5"/>
    <p:sldLayoutId xmlns:r="http://schemas.openxmlformats.org/officeDocument/2006/relationships" id="2147483675" r:id="R2eaca488b4804aed"/>
    <p:sldLayoutId xmlns:r="http://schemas.openxmlformats.org/officeDocument/2006/relationships" id="2147483676" r:id="R65e92bf45832479c"/>
    <p:sldLayoutId xmlns:r="http://schemas.openxmlformats.org/officeDocument/2006/relationships" id="2147483677" r:id="R27369a181a084a13"/>
    <p:sldLayoutId xmlns:r="http://schemas.openxmlformats.org/officeDocument/2006/relationships" id="2147483678" r:id="R31c283c943a1425d"/>
    <p:sldLayoutId xmlns:r="http://schemas.openxmlformats.org/officeDocument/2006/relationships" id="2147483679" r:id="R0638b62e8cbf4730"/>
    <p:sldLayoutId xmlns:r="http://schemas.openxmlformats.org/officeDocument/2006/relationships" id="2147483680" r:id="R5783de59c1864aa0"/>
    <p:sldLayoutId xmlns:r="http://schemas.openxmlformats.org/officeDocument/2006/relationships" id="2147483681" r:id="R89a2d7463f584d02"/>
    <p:sldLayoutId xmlns:r="http://schemas.openxmlformats.org/officeDocument/2006/relationships" id="2147483682" r:id="R85c540c4e9044e4a"/>
    <p:sldLayoutId xmlns:r="http://schemas.openxmlformats.org/officeDocument/2006/relationships" id="2147483683" r:id="Rd1fc5aefbcea4706"/>
    <p:sldLayoutId xmlns:r="http://schemas.openxmlformats.org/officeDocument/2006/relationships" id="2147483684" r:id="R7a22f5bde80f41da"/>
    <p:sldLayoutId xmlns:r="http://schemas.openxmlformats.org/officeDocument/2006/relationships" id="2147483685" r:id="R1b7c390e273a481b"/>
    <p:sldLayoutId xmlns:r="http://schemas.openxmlformats.org/officeDocument/2006/relationships" id="2147483686" r:id="Rbf7fa2ca5f09404b"/>
    <p:sldLayoutId xmlns:r="http://schemas.openxmlformats.org/officeDocument/2006/relationships" id="2147483687" r:id="R1e641ae1325b4f97"/>
    <p:sldLayoutId xmlns:r="http://schemas.openxmlformats.org/officeDocument/2006/relationships" id="2147483688" r:id="R80633d8267ca4304"/>
    <p:sldLayoutId xmlns:r="http://schemas.openxmlformats.org/officeDocument/2006/relationships" id="2147483689" r:id="R11cce0adb0624f5a"/>
    <p:sldLayoutId xmlns:r="http://schemas.openxmlformats.org/officeDocument/2006/relationships" id="2147483690" r:id="R2f5b512785734afa"/>
    <p:sldLayoutId xmlns:r="http://schemas.openxmlformats.org/officeDocument/2006/relationships" id="2147483691" r:id="Rc4ad19ca5e494ad3"/>
    <p:sldLayoutId xmlns:r="http://schemas.openxmlformats.org/officeDocument/2006/relationships" id="2147483692" r:id="Re23384eadfe64373"/>
    <p:sldLayoutId xmlns:r="http://schemas.openxmlformats.org/officeDocument/2006/relationships" id="2147483693" r:id="R0fb996b7472d4720"/>
    <p:sldLayoutId xmlns:r="http://schemas.openxmlformats.org/officeDocument/2006/relationships" id="2147483694" r:id="R63b97b86760c45ae"/>
    <p:sldLayoutId xmlns:r="http://schemas.openxmlformats.org/officeDocument/2006/relationships" id="2147483695" r:id="Rb3f3a619ff754488"/>
    <p:sldLayoutId xmlns:r="http://schemas.openxmlformats.org/officeDocument/2006/relationships" id="2147483696" r:id="Rb7c9260ef2294ca3"/>
    <p:sldLayoutId xmlns:r="http://schemas.openxmlformats.org/officeDocument/2006/relationships" id="2147483697" r:id="Rb68f39ca8ff148f4"/>
    <p:sldLayoutId xmlns:r="http://schemas.openxmlformats.org/officeDocument/2006/relationships" id="2147483698" r:id="Rd645aa40dba140d8"/>
    <p:sldLayoutId xmlns:r="http://schemas.openxmlformats.org/officeDocument/2006/relationships" id="2147483699" r:id="R3f256f4118754789"/>
  </p:sldLayoutIdLst>
  <p:txStyles>
    <p:titleStyle>
      <a:lvl1pPr xmlns:a="http://schemas.openxmlformats.org/drawingml/2006/main" algn="l" defTabSz="914377">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594" indent="-228594" algn="l" defTabSz="914377">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783" indent="-228594" algn="l" defTabSz="914377">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2971" indent="-228594" algn="l" defTabSz="914377">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160" indent="-228594" algn="l" defTabSz="914377">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349" indent="-228594" algn="l" defTabSz="914377">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103" indent="-228594" algn="l" defTabSz="914377">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377">
        <a:buNone/>
        <a:defRPr sz="1800" kern="1200">
          <a:solidFill>
            <a:schemeClr val="tx1"/>
          </a:solidFill>
          <a:latin typeface="+mn-lt"/>
          <a:ea typeface="+mn-lt"/>
          <a:cs typeface="+mn-lt"/>
        </a:defRPr>
      </a:lvl1pPr>
      <a:lvl2pPr xmlns:a="http://schemas.openxmlformats.org/drawingml/2006/main" marL="457189" algn="l" defTabSz="914377">
        <a:buNone/>
        <a:defRPr sz="1800" kern="1200">
          <a:solidFill>
            <a:schemeClr val="tx1"/>
          </a:solidFill>
          <a:latin typeface="+mn-lt"/>
          <a:ea typeface="+mn-lt"/>
          <a:cs typeface="+mn-lt"/>
        </a:defRPr>
      </a:lvl2pPr>
      <a:lvl3pPr xmlns:a="http://schemas.openxmlformats.org/drawingml/2006/main" marL="914377" algn="l" defTabSz="914377">
        <a:buNone/>
        <a:defRPr sz="1800" kern="1200">
          <a:solidFill>
            <a:schemeClr val="tx1"/>
          </a:solidFill>
          <a:latin typeface="+mn-lt"/>
          <a:ea typeface="+mn-lt"/>
          <a:cs typeface="+mn-lt"/>
        </a:defRPr>
      </a:lvl3pPr>
      <a:lvl4pPr xmlns:a="http://schemas.openxmlformats.org/drawingml/2006/main" marL="1371566" algn="l" defTabSz="914377">
        <a:buNone/>
        <a:defRPr sz="1800" kern="1200">
          <a:solidFill>
            <a:schemeClr val="tx1"/>
          </a:solidFill>
          <a:latin typeface="+mn-lt"/>
          <a:ea typeface="+mn-lt"/>
          <a:cs typeface="+mn-lt"/>
        </a:defRPr>
      </a:lvl4pPr>
      <a:lvl5pPr xmlns:a="http://schemas.openxmlformats.org/drawingml/2006/main" marL="1828754" algn="l" defTabSz="914377">
        <a:buNone/>
        <a:defRPr sz="1800" kern="1200">
          <a:solidFill>
            <a:schemeClr val="tx1"/>
          </a:solidFill>
          <a:latin typeface="+mn-lt"/>
          <a:ea typeface="+mn-lt"/>
          <a:cs typeface="+mn-lt"/>
        </a:defRPr>
      </a:lvl5pPr>
      <a:lvl6pPr xmlns:a="http://schemas.openxmlformats.org/drawingml/2006/main" marL="2285943" algn="l" defTabSz="914377">
        <a:buNone/>
        <a:defRPr sz="1800" kern="1200">
          <a:solidFill>
            <a:schemeClr val="tx1"/>
          </a:solidFill>
          <a:latin typeface="+mn-lt"/>
          <a:ea typeface="+mn-lt"/>
          <a:cs typeface="+mn-lt"/>
        </a:defRPr>
      </a:lvl6pPr>
      <a:lvl7pPr xmlns:a="http://schemas.openxmlformats.org/drawingml/2006/main" marL="2743131" algn="l" defTabSz="914377">
        <a:buNone/>
        <a:defRPr sz="1800" kern="1200">
          <a:solidFill>
            <a:schemeClr val="tx1"/>
          </a:solidFill>
          <a:latin typeface="+mn-lt"/>
          <a:ea typeface="+mn-lt"/>
          <a:cs typeface="+mn-lt"/>
        </a:defRPr>
      </a:lvl7pPr>
      <a:lvl8pPr xmlns:a="http://schemas.openxmlformats.org/drawingml/2006/main" marL="3200320" algn="l" defTabSz="914377">
        <a:buNone/>
        <a:defRPr sz="1800" kern="1200">
          <a:solidFill>
            <a:schemeClr val="tx1"/>
          </a:solidFill>
          <a:latin typeface="+mn-lt"/>
          <a:ea typeface="+mn-lt"/>
          <a:cs typeface="+mn-lt"/>
        </a:defRPr>
      </a:lvl8pPr>
      <a:lvl9pPr xmlns:a="http://schemas.openxmlformats.org/drawingml/2006/main" marL="3657509" algn="l" defTabSz="914377">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Bizz Summit">
      <a:dk1>
        <a:srgbClr val="000000"/>
      </a:dk1>
      <a:lt1>
        <a:srgbClr val="FFFFFF"/>
      </a:lt1>
      <a:dk2>
        <a:srgbClr val="292B45"/>
      </a:dk2>
      <a:lt2>
        <a:srgbClr val="E7E6E6"/>
      </a:lt2>
      <a:accent1>
        <a:srgbClr val="119F9A"/>
      </a:accent1>
      <a:accent2>
        <a:srgbClr val="FF509F"/>
      </a:accent2>
      <a:accent3>
        <a:srgbClr val="FFDA37"/>
      </a:accent3>
      <a:accent4>
        <a:srgbClr val="4BE7D8"/>
      </a:accent4>
      <a:accent5>
        <a:srgbClr val="292B45"/>
      </a:accent5>
      <a:accent6>
        <a:srgbClr val="119F9A"/>
      </a:accent6>
      <a:hlink>
        <a:srgbClr val="FF6EA8"/>
      </a:hlink>
      <a:folHlink>
        <a:srgbClr val="FFDA37"/>
      </a:folHlink>
    </a:clrScheme>
    <a:fontScheme name="Custom 8">
      <a:majorFont>
        <a:latin typeface="Fira Sans"/>
        <a:ea typeface=""/>
        <a:cs typeface=""/>
      </a:majorFont>
      <a:minorFont>
        <a:latin typeface="Open Sans Light"/>
        <a:ea typeface=""/>
        <a:cs typeface=""/>
      </a:minorFont>
    </a:fontScheme>
    <a:fmtScheme name="Bizz Summi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4.xml" Id="R827b20409cc7438f" /><Relationship Type="http://schemas.openxmlformats.org/officeDocument/2006/relationships/image" Target="/ppt/media/image6.png" Id="R0c5b20630fdb4eff" /><Relationship Type="http://schemas.openxmlformats.org/officeDocument/2006/relationships/notesSlide" Target="/ppt/notesSlides/notesSlide1.xml" Id="Rac068ad451784e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2d13ba86d91400b" /><Relationship Type="http://schemas.openxmlformats.org/officeDocument/2006/relationships/image" Target="/ppt/media/image7.png" Id="R8fefcde6976a47b8" /><Relationship Type="http://schemas.openxmlformats.org/officeDocument/2006/relationships/image" Target="/ppt/media/image8.png" Id="R57b2fe2f6b964587" /><Relationship Type="http://schemas.openxmlformats.org/officeDocument/2006/relationships/image" Target="/ppt/media/image2.svg" Id="Rbc4e1d6a699648d7" /><Relationship Type="http://schemas.openxmlformats.org/officeDocument/2006/relationships/image" Target="/ppt/media/image9.png" Id="R7a855bb903ef421a" /><Relationship Type="http://schemas.openxmlformats.org/officeDocument/2006/relationships/image" Target="/ppt/media/image10.png" Id="R299725db3ae7481c" /><Relationship Type="http://schemas.openxmlformats.org/officeDocument/2006/relationships/image" Target="/ppt/media/image11.png" Id="R7209fc808a6a4e38" /><Relationship Type="http://schemas.openxmlformats.org/officeDocument/2006/relationships/image" Target="/ppt/media/image12.png" Id="R37f2e732d9c348b9" /><Relationship Type="http://schemas.openxmlformats.org/officeDocument/2006/relationships/image" Target="/ppt/media/image.gif" Id="Redd98d3a4d8445d6" /><Relationship Type="http://schemas.openxmlformats.org/officeDocument/2006/relationships/image" Target="/ppt/media/image13.png" Id="R8ea6373d96bc476c" /><Relationship Type="http://schemas.openxmlformats.org/officeDocument/2006/relationships/image" Target="/ppt/media/image3.svg" Id="Ra4c9b0061b124674" /><Relationship Type="http://schemas.openxmlformats.org/officeDocument/2006/relationships/image" Target="/ppt/media/image14.png" Id="R4e99dd2137044e8c" /><Relationship Type="http://schemas.openxmlformats.org/officeDocument/2006/relationships/image" Target="/ppt/media/image15.png" Id="Rc41a49f5cabf40eb" /><Relationship Type="http://schemas.openxmlformats.org/officeDocument/2006/relationships/image" Target="/ppt/media/image4.svg" Id="R6ddde03b22464909" /><Relationship Type="http://schemas.openxmlformats.org/officeDocument/2006/relationships/image" Target="/ppt/media/image16.png" Id="Rbf097c2f2ea24c0d" /><Relationship Type="http://schemas.openxmlformats.org/officeDocument/2006/relationships/image" Target="/ppt/media/image17.png" Id="Rda77d5ec19534b3b" /><Relationship Type="http://schemas.openxmlformats.org/officeDocument/2006/relationships/image" Target="/ppt/media/image5.svg" Id="Rc9b6d62146c8487a" /><Relationship Type="http://schemas.openxmlformats.org/officeDocument/2006/relationships/image" Target="/ppt/media/image18.png" Id="R79cef265da994d90" /><Relationship Type="http://schemas.openxmlformats.org/officeDocument/2006/relationships/image" Target="/ppt/media/image19.png" Id="R7bbb4c025f6e474a" /><Relationship Type="http://schemas.openxmlformats.org/officeDocument/2006/relationships/image" Target="/ppt/media/image20.png" Id="R50feac0f0e4a4600" /><Relationship Type="http://schemas.openxmlformats.org/officeDocument/2006/relationships/image" Target="/ppt/media/image6.svg" Id="Rd3d91be9a48e433c" /><Relationship Type="http://schemas.openxmlformats.org/officeDocument/2006/relationships/image" Target="/ppt/media/image21.png" Id="R7b2bb591474b4f34" /><Relationship Type="http://schemas.openxmlformats.org/officeDocument/2006/relationships/image" Target="/ppt/media/image7.svg" Id="R361296fa82234aed" /><Relationship Type="http://schemas.openxmlformats.org/officeDocument/2006/relationships/image" Target="/ppt/media/image22.png" Id="R280beebca1df4176" /><Relationship Type="http://schemas.openxmlformats.org/officeDocument/2006/relationships/image" Target="/ppt/media/image8.svg" Id="Rd0948e34ef924cd2" /><Relationship Type="http://schemas.openxmlformats.org/officeDocument/2006/relationships/image" Target="/ppt/media/image23.png" Id="R8d1aed1e89f242e6" /><Relationship Type="http://schemas.openxmlformats.org/officeDocument/2006/relationships/image" Target="/ppt/media/image24.png" Id="Re78244df30474023" /><Relationship Type="http://schemas.openxmlformats.org/officeDocument/2006/relationships/image" Target="/ppt/media/image25.png" Id="Recb7f7db29994e44" /><Relationship Type="http://schemas.openxmlformats.org/officeDocument/2006/relationships/notesSlide" Target="/ppt/notesSlides/notesSlide2.xml" Id="Ra791b1f99b8a40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36.xml" Id="Rf3ac6f8421494235" /><Relationship Type="http://schemas.openxmlformats.org/officeDocument/2006/relationships/image" Target="/ppt/media/image26.png" Id="Rd85fd7d5d7774b0b" /><Relationship Type="http://schemas.openxmlformats.org/officeDocument/2006/relationships/notesSlide" Target="/ppt/notesSlides/notesSlide3.xml" Id="R61f24385505248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28bd8a9270c428d" /><Relationship Type="http://schemas.openxmlformats.org/officeDocument/2006/relationships/image" Target="/ppt/media/image27.png" Id="R54e0b36012c84e7a" /><Relationship Type="http://schemas.openxmlformats.org/officeDocument/2006/relationships/notesSlide" Target="/ppt/notesSlides/notesSlide4.xml" Id="Re7e82453421f4085" /></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87aa58127fe743cf" /><ns0:Relationship Type="http://schemas.openxmlformats.org/officeDocument/2006/relationships/notesSlide" Target="/ppt/notesSlides/notesSlide5.xml" Id="R6f06d4f309274701"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1.xml" Id="Rc4e9bf5d357045e2" /><ns0:Relationship Type="http://schemas.openxmlformats.org/officeDocument/2006/relationships/notesSlide" Target="/ppt/notesSlides/notesSlide6.xml" Id="Radd25346232c42b9"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f47acca4d3ff4de5" /><ns0:Relationship Type="http://schemas.openxmlformats.org/officeDocument/2006/relationships/notesSlide" Target="/ppt/notesSlides/notesSlide7.xml" Id="Rbd1a8febd3dc4f3e" /></ns0: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7bc6b0c9ae441da" /><Relationship Type="http://schemas.openxmlformats.org/officeDocument/2006/relationships/image" Target="/ppt/media/image31.png" Id="R3df528f563da4911" /><Relationship Type="http://schemas.openxmlformats.org/officeDocument/2006/relationships/notesSlide" Target="/ppt/notesSlides/notesSlide8.xml" Id="R61b368414dde4d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0dc126c1fa04631" /><Relationship Type="http://schemas.openxmlformats.org/officeDocument/2006/relationships/image" Target="/ppt/media/image32.png" Id="R792d5bc327bb4ab1" /><Relationship Type="http://schemas.openxmlformats.org/officeDocument/2006/relationships/notesSlide" Target="/ppt/notesSlides/notesSlide9.xml" Id="R5c8cbe3af5574f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b75cbd36804029" /><Relationship Type="http://schemas.openxmlformats.org/officeDocument/2006/relationships/image" Target="/ppt/media/image33.png" Id="R90a172abb0fc4862" /><Relationship Type="http://schemas.openxmlformats.org/officeDocument/2006/relationships/notesSlide" Target="/ppt/notesSlides/notesSlide10.xml" Id="Rb4a9d660e99444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ed0386273f94fdc" /><Relationship Type="http://schemas.openxmlformats.org/officeDocument/2006/relationships/notesSlide" Target="/ppt/notesSlides/notesSlide11.xml" Id="R5a56bd16bd22477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7fe2ffbd22f4d94" /><Relationship Type="http://schemas.openxmlformats.org/officeDocument/2006/relationships/notesSlide" Target="/ppt/notesSlides/notesSlide12.xml" Id="Rca0d4ab250f8465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2309fc2f6b134f1e" /><Relationship Type="http://schemas.openxmlformats.org/officeDocument/2006/relationships/notesSlide" Target="/ppt/notesSlides/notesSlide13.xml" Id="R2dfee20948584b4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b222e4b00d147ad" /><Relationship Type="http://schemas.openxmlformats.org/officeDocument/2006/relationships/notesSlide" Target="/ppt/notesSlides/notesSlide14.xml" Id="Rf0971be2b3844bf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6ff8882ba664835" /><Relationship Type="http://schemas.openxmlformats.org/officeDocument/2006/relationships/image" Target="/ppt/media/image34.png" Id="R5d2f4808a24d41ac" /><Relationship Type="http://schemas.openxmlformats.org/officeDocument/2006/relationships/notesSlide" Target="/ppt/notesSlides/notesSlide15.xml" Id="R7f5a8459423647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0fa2af10713471c" /><Relationship Type="http://schemas.openxmlformats.org/officeDocument/2006/relationships/image" Target="/ppt/media/image35.png" Id="Ra0e7da99f43c4cba" /><Relationship Type="http://schemas.openxmlformats.org/officeDocument/2006/relationships/notesSlide" Target="/ppt/notesSlides/notesSlide16.xml" Id="Rd88210532b8c48f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8c35f28acda4dd0" /><Relationship Type="http://schemas.openxmlformats.org/officeDocument/2006/relationships/image" Target="/ppt/media/image27.png" Id="R8702bdeaa2354878" /><Relationship Type="http://schemas.openxmlformats.org/officeDocument/2006/relationships/notesSlide" Target="/ppt/notesSlides/notesSlide17.xml" Id="Rda1108c7170c414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5f72777f4584cd2" /><Relationship Type="http://schemas.openxmlformats.org/officeDocument/2006/relationships/notesSlide" Target="/ppt/notesSlides/notesSlide18.xml" Id="R8697a5d96ca64ac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869b4c979db4e8c" /><Relationship Type="http://schemas.openxmlformats.org/officeDocument/2006/relationships/notesSlide" Target="/ppt/notesSlides/notesSlide19.xml" Id="R547d1970abff4c0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cc0cd8dafb64fef" /><Relationship Type="http://schemas.openxmlformats.org/officeDocument/2006/relationships/notesSlide" Target="/ppt/notesSlides/notesSlide20.xml" Id="R28305cf784d6434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b05fc425c804936" /><Relationship Type="http://schemas.openxmlformats.org/officeDocument/2006/relationships/notesSlide" Target="/ppt/notesSlides/notesSlide21.xml" Id="R640cdae562b6421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8e2ed98f0cf4066" /><Relationship Type="http://schemas.openxmlformats.org/officeDocument/2006/relationships/notesSlide" Target="/ppt/notesSlides/notesSlide22.xml" Id="R4e433834135841b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c5c6301901874fc7" /><Relationship Type="http://schemas.openxmlformats.org/officeDocument/2006/relationships/image" Target="/ppt/media/image.jpeg" Id="R8df58706fa344dfe" /><Relationship Type="http://schemas.openxmlformats.org/officeDocument/2006/relationships/notesSlide" Target="/ppt/notesSlides/notesSlide23.xml" Id="Rb9d9b7f4f0064ee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51.xml" Id="R4538ebb4d92d45c4" /><Relationship Type="http://schemas.openxmlformats.org/officeDocument/2006/relationships/image" Target="/ppt/media/image36.png" Id="R76d9388344c14b99" /><Relationship Type="http://schemas.openxmlformats.org/officeDocument/2006/relationships/notesSlide" Target="/ppt/notesSlides/notesSlide24.xml" Id="Rb44644a489ee43f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6" name="Freeform: Shape 55">
            <a:extLst xmlns:a="http://schemas.openxmlformats.org/drawingml/2006/main">
              <a:ext uri="{FF2B5EF4-FFF2-40B4-BE49-F238E27FC236}">
                <a16:creationId xmlns:a16="http://schemas.microsoft.com/office/drawing/2014/main" id="{BBFEAC38-689B-4588-A133-2649219EA9F2}"/>
              </a:ext>
            </a:extLst>
          </p:cNvPr>
          <p:cNvSpPr>
            <a:spLocks xmlns:a="http://schemas.openxmlformats.org/drawingml/2006/main" noGrp="1"/>
          </p:cNvSpPr>
          <p:nvPr/>
        </p:nvSpPr>
        <p:spPr>
          <a:xfrm xmlns:a="http://schemas.openxmlformats.org/drawingml/2006/main" rot="522837">
            <a:off x="-2314985" y="-1534939"/>
            <a:ext cx="5801540" cy="6044718"/>
          </a:xfrm>
          <a:custGeom xmlns:a="http://schemas.openxmlformats.org/drawingml/2006/main">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xmlns:a="http://schemas.openxmlformats.org/drawingml/2006/main">
            <a:schemeClr val="accent1">
              <a:lumMod val="50000"/>
              <a:alpha val="15000"/>
            </a:schemeClr>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38" name="Freeform: Shape 37">
            <a:extLst xmlns:a="http://schemas.openxmlformats.org/drawingml/2006/main">
              <a:ext uri="{FF2B5EF4-FFF2-40B4-BE49-F238E27FC236}">
                <a16:creationId xmlns:a16="http://schemas.microsoft.com/office/drawing/2014/main" id="{E7EA2659-962F-4074-82E3-32B4D6EA78FF}"/>
              </a:ext>
            </a:extLst>
          </p:cNvPr>
          <p:cNvSpPr>
            <a:spLocks xmlns:a="http://schemas.openxmlformats.org/drawingml/2006/main" noGrp="1"/>
          </p:cNvSpPr>
          <p:nvPr/>
        </p:nvSpPr>
        <p:spPr>
          <a:xfrm xmlns:a="http://schemas.openxmlformats.org/drawingml/2006/main">
            <a:off x="8039682" y="2866025"/>
            <a:ext cx="5847749" cy="5317595"/>
          </a:xfrm>
          <a:custGeom xmlns:a="http://schemas.openxmlformats.org/drawingml/2006/main">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xmlns:a="http://schemas.openxmlformats.org/drawingml/2006/main">
            <a:schemeClr val="accent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42" name="Freeform: Shape 41">
            <a:extLst xmlns:a="http://schemas.openxmlformats.org/drawingml/2006/main">
              <a:ext uri="{FF2B5EF4-FFF2-40B4-BE49-F238E27FC236}">
                <a16:creationId xmlns:a16="http://schemas.microsoft.com/office/drawing/2014/main" id="{15997929-E2F8-4DED-B504-3C39B97DEADC}"/>
              </a:ext>
            </a:extLst>
          </p:cNvPr>
          <p:cNvSpPr>
            <a:spLocks xmlns:a="http://schemas.openxmlformats.org/drawingml/2006/main" noGrp="1"/>
          </p:cNvSpPr>
          <p:nvPr/>
        </p:nvSpPr>
        <p:spPr>
          <a:xfrm xmlns:a="http://schemas.openxmlformats.org/drawingml/2006/main" rot="14400000">
            <a:off x="-271950" y="5343369"/>
            <a:ext cx="2068608" cy="2225320"/>
          </a:xfrm>
          <a:custGeom xmlns:a="http://schemas.openxmlformats.org/drawingml/2006/main">
            <a:gdLst>
              <a:gd name="connsiteX0" fmla="*/ 7 w 628650"/>
              <a:gd name="connsiteY0" fmla="*/ 536473 h 676275"/>
              <a:gd name="connsiteX1" fmla="*/ 176219 w 628650"/>
              <a:gd name="connsiteY1" fmla="*/ 674586 h 676275"/>
              <a:gd name="connsiteX2" fmla="*/ 323857 w 628650"/>
              <a:gd name="connsiteY2" fmla="*/ 486943 h 676275"/>
              <a:gd name="connsiteX3" fmla="*/ 559124 w 628650"/>
              <a:gd name="connsiteY3" fmla="*/ 405028 h 676275"/>
              <a:gd name="connsiteX4" fmla="*/ 632467 w 628650"/>
              <a:gd name="connsiteY4" fmla="*/ 244056 h 676275"/>
              <a:gd name="connsiteX5" fmla="*/ 305759 w 628650"/>
              <a:gd name="connsiteY5" fmla="*/ 81178 h 676275"/>
              <a:gd name="connsiteX6" fmla="*/ 180029 w 628650"/>
              <a:gd name="connsiteY6" fmla="*/ 279298 h 676275"/>
              <a:gd name="connsiteX7" fmla="*/ 7 w 628650"/>
              <a:gd name="connsiteY7" fmla="*/ 536473 h 676275"/>
            </a:gdLst>
            <a:rect l="l" t="t" r="r" b="b"/>
            <a:pathLst>
              <a:path w="628650" h="676275">
                <a:moveTo>
                  <a:pt x="7" y="536473"/>
                </a:moveTo>
                <a:cubicBezTo>
                  <a:pt x="959" y="625056"/>
                  <a:pt x="96209" y="711733"/>
                  <a:pt x="176219" y="674586"/>
                </a:cubicBezTo>
                <a:cubicBezTo>
                  <a:pt x="249562" y="640296"/>
                  <a:pt x="260992" y="537426"/>
                  <a:pt x="323857" y="486943"/>
                </a:cubicBezTo>
                <a:cubicBezTo>
                  <a:pt x="388627" y="433603"/>
                  <a:pt x="488639" y="450748"/>
                  <a:pt x="559124" y="405028"/>
                </a:cubicBezTo>
                <a:cubicBezTo>
                  <a:pt x="610559" y="370738"/>
                  <a:pt x="636277" y="305968"/>
                  <a:pt x="632467" y="244056"/>
                </a:cubicBezTo>
                <a:cubicBezTo>
                  <a:pt x="621989" y="51651"/>
                  <a:pt x="419107" y="-99797"/>
                  <a:pt x="305759" y="81178"/>
                </a:cubicBezTo>
                <a:cubicBezTo>
                  <a:pt x="256229" y="161188"/>
                  <a:pt x="255277" y="208813"/>
                  <a:pt x="180029" y="279298"/>
                </a:cubicBezTo>
                <a:cubicBezTo>
                  <a:pt x="100972" y="352641"/>
                  <a:pt x="-946" y="412648"/>
                  <a:pt x="7" y="536473"/>
                </a:cubicBezTo>
                <a:close/>
              </a:path>
            </a:pathLst>
          </a:custGeom>
          <a:solidFill xmlns:a="http://schemas.openxmlformats.org/drawingml/2006/main">
            <a:schemeClr val="accent1">
              <a:lumMod val="75000"/>
            </a:schemeClr>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p:txBody>
      </p:sp>
      <p:sp>
        <p:nvSpPr>
          <p:cNvPr id="45" name="Freeform: Shape 44">
            <a:extLst xmlns:a="http://schemas.openxmlformats.org/drawingml/2006/main">
              <a:ext uri="{FF2B5EF4-FFF2-40B4-BE49-F238E27FC236}">
                <a16:creationId xmlns:a16="http://schemas.microsoft.com/office/drawing/2014/main" id="{0CA998FC-A01D-45D1-98F7-C44B011EA700}"/>
              </a:ext>
            </a:extLst>
          </p:cNvPr>
          <p:cNvSpPr>
            <a:spLocks xmlns:a="http://schemas.openxmlformats.org/drawingml/2006/main" noGrp="1"/>
          </p:cNvSpPr>
          <p:nvPr/>
        </p:nvSpPr>
        <p:spPr>
          <a:xfrm xmlns:a="http://schemas.openxmlformats.org/drawingml/2006/main" rot="522837">
            <a:off x="-452881" y="405217"/>
            <a:ext cx="2077332" cy="2164406"/>
          </a:xfrm>
          <a:custGeom xmlns:a="http://schemas.openxmlformats.org/drawingml/2006/main">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xmlns:a="http://schemas.openxmlformats.org/drawingml/2006/main">
            <a:schemeClr val="accent1">
              <a:lumMod val="75000"/>
            </a:schemeClr>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2" name="Graphic 37">
            <a:extLst xmlns:a="http://schemas.openxmlformats.org/drawingml/2006/main">
              <a:ext uri="{FF2B5EF4-FFF2-40B4-BE49-F238E27FC236}">
                <a16:creationId xmlns:a16="http://schemas.microsoft.com/office/drawing/2014/main" id="{A91876E0-CBF3-36AA-0B42-641FAAE9C92F}"/>
              </a:ext>
            </a:extLst>
          </p:cNvPr>
          <p:cNvSpPr>
            <a:spLocks xmlns:a="http://schemas.openxmlformats.org/drawingml/2006/main" noGrp="1"/>
          </p:cNvSpPr>
          <p:nvPr/>
        </p:nvSpPr>
        <p:spPr>
          <a:xfrm xmlns:a="http://schemas.openxmlformats.org/drawingml/2006/main" rot="5400000">
            <a:off x="7002526" y="-4265008"/>
            <a:ext cx="5595226" cy="6730404"/>
          </a:xfrm>
          <a:custGeom xmlns:a="http://schemas.openxmlformats.org/drawingml/2006/main">
            <a:gdLst>
              <a:gd name="connsiteX0" fmla="*/ 5592222 w 5595226"/>
              <a:gd name="connsiteY0" fmla="*/ 68300 h 6730404"/>
              <a:gd name="connsiteX1" fmla="*/ 5475065 w 5595226"/>
              <a:gd name="connsiteY1" fmla="*/ 1816 h 6730404"/>
              <a:gd name="connsiteX2" fmla="*/ 4790693 w 5595226"/>
              <a:gd name="connsiteY2" fmla="*/ 647896 h 6730404"/>
              <a:gd name="connsiteX3" fmla="*/ 4710017 w 5595226"/>
              <a:gd name="connsiteY3" fmla="*/ 1822519 h 6730404"/>
              <a:gd name="connsiteX4" fmla="*/ 4677822 w 5595226"/>
              <a:gd name="connsiteY4" fmla="*/ 2493175 h 6730404"/>
              <a:gd name="connsiteX5" fmla="*/ 4458747 w 5595226"/>
              <a:gd name="connsiteY5" fmla="*/ 2965043 h 6730404"/>
              <a:gd name="connsiteX6" fmla="*/ 3607688 w 5595226"/>
              <a:gd name="connsiteY6" fmla="*/ 3474345 h 6730404"/>
              <a:gd name="connsiteX7" fmla="*/ 2672333 w 5595226"/>
              <a:gd name="connsiteY7" fmla="*/ 3227933 h 6730404"/>
              <a:gd name="connsiteX8" fmla="*/ 2777965 w 5595226"/>
              <a:gd name="connsiteY8" fmla="*/ 2606522 h 6730404"/>
              <a:gd name="connsiteX9" fmla="*/ 2285714 w 5595226"/>
              <a:gd name="connsiteY9" fmla="*/ 2437168 h 6730404"/>
              <a:gd name="connsiteX10" fmla="*/ 2202751 w 5595226"/>
              <a:gd name="connsiteY10" fmla="*/ 2990094 h 6730404"/>
              <a:gd name="connsiteX11" fmla="*/ 2421254 w 5595226"/>
              <a:gd name="connsiteY11" fmla="*/ 3266224 h 6730404"/>
              <a:gd name="connsiteX12" fmla="*/ 2123407 w 5595226"/>
              <a:gd name="connsiteY12" fmla="*/ 3613791 h 6730404"/>
              <a:gd name="connsiteX13" fmla="*/ 1165859 w 5595226"/>
              <a:gd name="connsiteY13" fmla="*/ 4379220 h 6730404"/>
              <a:gd name="connsiteX14" fmla="*/ 284416 w 5595226"/>
              <a:gd name="connsiteY14" fmla="*/ 5260663 h 6730404"/>
              <a:gd name="connsiteX15" fmla="*/ 15334 w 5595226"/>
              <a:gd name="connsiteY15" fmla="*/ 6387566 h 6730404"/>
              <a:gd name="connsiteX16" fmla="*/ 92296 w 5595226"/>
              <a:gd name="connsiteY16" fmla="*/ 6660362 h 6730404"/>
              <a:gd name="connsiteX17" fmla="*/ 209454 w 5595226"/>
              <a:gd name="connsiteY17" fmla="*/ 6726847 h 6730404"/>
              <a:gd name="connsiteX18" fmla="*/ 275938 w 5595226"/>
              <a:gd name="connsiteY18" fmla="*/ 6609689 h 6730404"/>
              <a:gd name="connsiteX19" fmla="*/ 379380 w 5595226"/>
              <a:gd name="connsiteY19" fmla="*/ 5475833 h 6730404"/>
              <a:gd name="connsiteX20" fmla="*/ 1242631 w 5595226"/>
              <a:gd name="connsiteY20" fmla="*/ 4558576 h 6730404"/>
              <a:gd name="connsiteX21" fmla="*/ 2258281 w 5595226"/>
              <a:gd name="connsiteY21" fmla="*/ 3748475 h 6730404"/>
              <a:gd name="connsiteX22" fmla="*/ 2569178 w 5595226"/>
              <a:gd name="connsiteY22" fmla="*/ 3387001 h 6730404"/>
              <a:gd name="connsiteX23" fmla="*/ 2620613 w 5595226"/>
              <a:gd name="connsiteY23" fmla="*/ 3422815 h 6730404"/>
              <a:gd name="connsiteX24" fmla="*/ 3155060 w 5595226"/>
              <a:gd name="connsiteY24" fmla="*/ 3643700 h 6730404"/>
              <a:gd name="connsiteX25" fmla="*/ 4255103 w 5595226"/>
              <a:gd name="connsiteY25" fmla="*/ 3420148 h 6730404"/>
              <a:gd name="connsiteX26" fmla="*/ 4875942 w 5595226"/>
              <a:gd name="connsiteY26" fmla="*/ 2473649 h 6730404"/>
              <a:gd name="connsiteX27" fmla="*/ 4882991 w 5595226"/>
              <a:gd name="connsiteY27" fmla="*/ 1075759 h 6730404"/>
              <a:gd name="connsiteX28" fmla="*/ 5311711 w 5595226"/>
              <a:gd name="connsiteY28" fmla="*/ 261943 h 6730404"/>
              <a:gd name="connsiteX29" fmla="*/ 5525738 w 5595226"/>
              <a:gd name="connsiteY29" fmla="*/ 185362 h 6730404"/>
              <a:gd name="connsiteX30" fmla="*/ 5592222 w 5595226"/>
              <a:gd name="connsiteY30" fmla="*/ 68300 h 6730404"/>
              <a:gd name="connsiteX31" fmla="*/ 2325147 w 5595226"/>
              <a:gd name="connsiteY31" fmla="*/ 2750826 h 6730404"/>
              <a:gd name="connsiteX32" fmla="*/ 2408110 w 5595226"/>
              <a:gd name="connsiteY32" fmla="*/ 2584615 h 6730404"/>
              <a:gd name="connsiteX33" fmla="*/ 2573083 w 5595226"/>
              <a:gd name="connsiteY33" fmla="*/ 2637193 h 6730404"/>
              <a:gd name="connsiteX34" fmla="*/ 2525934 w 5595226"/>
              <a:gd name="connsiteY34" fmla="*/ 3100870 h 6730404"/>
              <a:gd name="connsiteX35" fmla="*/ 2431446 w 5595226"/>
              <a:gd name="connsiteY35" fmla="*/ 2993428 h 6730404"/>
              <a:gd name="connsiteX36" fmla="*/ 2325147 w 5595226"/>
              <a:gd name="connsiteY36" fmla="*/ 2750826 h 6730404"/>
            </a:gdLst>
            <a:rect l="l" t="t" r="r" b="b"/>
            <a:pathLst>
              <a:path w="5595226" h="6730404">
                <a:moveTo>
                  <a:pt x="5592222" y="68300"/>
                </a:moveTo>
                <a:cubicBezTo>
                  <a:pt x="5577458" y="14389"/>
                  <a:pt x="5526023" y="-6662"/>
                  <a:pt x="5475065" y="1816"/>
                </a:cubicBezTo>
                <a:cubicBezTo>
                  <a:pt x="5135308" y="58204"/>
                  <a:pt x="4908613" y="342811"/>
                  <a:pt x="4790693" y="647896"/>
                </a:cubicBezTo>
                <a:cubicBezTo>
                  <a:pt x="4644389" y="1026420"/>
                  <a:pt x="4688014" y="1426946"/>
                  <a:pt x="4710017" y="1822519"/>
                </a:cubicBezTo>
                <a:cubicBezTo>
                  <a:pt x="4722494" y="2045881"/>
                  <a:pt x="4728400" y="2273814"/>
                  <a:pt x="4677822" y="2493175"/>
                </a:cubicBezTo>
                <a:cubicBezTo>
                  <a:pt x="4638293" y="2664720"/>
                  <a:pt x="4563332" y="2823502"/>
                  <a:pt x="4458747" y="2965043"/>
                </a:cubicBezTo>
                <a:cubicBezTo>
                  <a:pt x="4258436" y="3236220"/>
                  <a:pt x="3943540" y="3431292"/>
                  <a:pt x="3607688" y="3474345"/>
                </a:cubicBezTo>
                <a:cubicBezTo>
                  <a:pt x="3282124" y="3516065"/>
                  <a:pt x="2936176" y="3424148"/>
                  <a:pt x="2672333" y="3227933"/>
                </a:cubicBezTo>
                <a:cubicBezTo>
                  <a:pt x="2780728" y="3043243"/>
                  <a:pt x="2873787" y="2814739"/>
                  <a:pt x="2777965" y="2606522"/>
                </a:cubicBezTo>
                <a:cubicBezTo>
                  <a:pt x="2694812" y="2425833"/>
                  <a:pt x="2462116" y="2312295"/>
                  <a:pt x="2285714" y="2437168"/>
                </a:cubicBezTo>
                <a:cubicBezTo>
                  <a:pt x="2104072" y="2565851"/>
                  <a:pt x="2107215" y="2810071"/>
                  <a:pt x="2202751" y="2990094"/>
                </a:cubicBezTo>
                <a:cubicBezTo>
                  <a:pt x="2257139" y="3092583"/>
                  <a:pt x="2334101" y="3185166"/>
                  <a:pt x="2421254" y="3266224"/>
                </a:cubicBezTo>
                <a:cubicBezTo>
                  <a:pt x="2333529" y="3391287"/>
                  <a:pt x="2232373" y="3506254"/>
                  <a:pt x="2123407" y="3613791"/>
                </a:cubicBezTo>
                <a:cubicBezTo>
                  <a:pt x="1831561" y="3901922"/>
                  <a:pt x="1491043" y="4131570"/>
                  <a:pt x="1165859" y="4379220"/>
                </a:cubicBezTo>
                <a:cubicBezTo>
                  <a:pt x="835056" y="4631156"/>
                  <a:pt x="509491" y="4905953"/>
                  <a:pt x="284416" y="5260663"/>
                </a:cubicBezTo>
                <a:cubicBezTo>
                  <a:pt x="74199" y="5592229"/>
                  <a:pt x="-44102" y="5994755"/>
                  <a:pt x="15334" y="6387566"/>
                </a:cubicBezTo>
                <a:cubicBezTo>
                  <a:pt x="29527" y="6481578"/>
                  <a:pt x="55339" y="6572732"/>
                  <a:pt x="92296" y="6660362"/>
                </a:cubicBezTo>
                <a:cubicBezTo>
                  <a:pt x="112204" y="6707701"/>
                  <a:pt x="155257" y="6741801"/>
                  <a:pt x="209454" y="6726847"/>
                </a:cubicBezTo>
                <a:cubicBezTo>
                  <a:pt x="254126" y="6714560"/>
                  <a:pt x="296036" y="6657410"/>
                  <a:pt x="275938" y="6609689"/>
                </a:cubicBezTo>
                <a:cubicBezTo>
                  <a:pt x="119633" y="6238405"/>
                  <a:pt x="193357" y="5822258"/>
                  <a:pt x="379380" y="5475833"/>
                </a:cubicBezTo>
                <a:cubicBezTo>
                  <a:pt x="580357" y="5101406"/>
                  <a:pt x="909541" y="4813465"/>
                  <a:pt x="1242631" y="4558576"/>
                </a:cubicBezTo>
                <a:cubicBezTo>
                  <a:pt x="1586293" y="4295495"/>
                  <a:pt x="1949195" y="4053655"/>
                  <a:pt x="2258281" y="3748475"/>
                </a:cubicBezTo>
                <a:cubicBezTo>
                  <a:pt x="2371248" y="3636937"/>
                  <a:pt x="2476880" y="3516636"/>
                  <a:pt x="2569178" y="3387001"/>
                </a:cubicBezTo>
                <a:cubicBezTo>
                  <a:pt x="2586227" y="3399288"/>
                  <a:pt x="2603372" y="3411290"/>
                  <a:pt x="2620613" y="3422815"/>
                </a:cubicBezTo>
                <a:cubicBezTo>
                  <a:pt x="2781204" y="3529971"/>
                  <a:pt x="2965798" y="3605885"/>
                  <a:pt x="3155060" y="3643700"/>
                </a:cubicBezTo>
                <a:cubicBezTo>
                  <a:pt x="3536822" y="3719900"/>
                  <a:pt x="3934586" y="3643318"/>
                  <a:pt x="4255103" y="3420148"/>
                </a:cubicBezTo>
                <a:cubicBezTo>
                  <a:pt x="4574857" y="3197453"/>
                  <a:pt x="4806124" y="2859030"/>
                  <a:pt x="4875942" y="2473649"/>
                </a:cubicBezTo>
                <a:cubicBezTo>
                  <a:pt x="4960238" y="2008352"/>
                  <a:pt x="4836413" y="1541913"/>
                  <a:pt x="4882991" y="1075759"/>
                </a:cubicBezTo>
                <a:cubicBezTo>
                  <a:pt x="4912994" y="775055"/>
                  <a:pt x="5041868" y="424059"/>
                  <a:pt x="5311711" y="261943"/>
                </a:cubicBezTo>
                <a:cubicBezTo>
                  <a:pt x="5378481" y="221843"/>
                  <a:pt x="5447919" y="198316"/>
                  <a:pt x="5525738" y="185362"/>
                </a:cubicBezTo>
                <a:cubicBezTo>
                  <a:pt x="5576506" y="177076"/>
                  <a:pt x="5604890" y="114211"/>
                  <a:pt x="5592222" y="68300"/>
                </a:cubicBezTo>
                <a:close/>
                <a:moveTo>
                  <a:pt x="2325147" y="2750826"/>
                </a:moveTo>
                <a:cubicBezTo>
                  <a:pt x="2323909" y="2689104"/>
                  <a:pt x="2348864" y="2613571"/>
                  <a:pt x="2408110" y="2584615"/>
                </a:cubicBezTo>
                <a:cubicBezTo>
                  <a:pt x="2467831" y="2555468"/>
                  <a:pt x="2531554" y="2590520"/>
                  <a:pt x="2573083" y="2637193"/>
                </a:cubicBezTo>
                <a:cubicBezTo>
                  <a:pt x="2689478" y="2768161"/>
                  <a:pt x="2604801" y="2961805"/>
                  <a:pt x="2525934" y="3100870"/>
                </a:cubicBezTo>
                <a:cubicBezTo>
                  <a:pt x="2492120" y="3066961"/>
                  <a:pt x="2460307" y="3031242"/>
                  <a:pt x="2431446" y="2993428"/>
                </a:cubicBezTo>
                <a:cubicBezTo>
                  <a:pt x="2378963" y="2924657"/>
                  <a:pt x="2326861" y="2840075"/>
                  <a:pt x="2325147" y="2750826"/>
                </a:cubicBezTo>
                <a:close/>
              </a:path>
            </a:pathLst>
          </a:custGeom>
          <a:solidFill xmlns:a="http://schemas.openxmlformats.org/drawingml/2006/main">
            <a:schemeClr val="accent3"/>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solidFill>
                <a:schemeClr val="accent3"/>
              </a:solidFill>
            </a:endParaRPr>
          </a:p>
        </p:txBody>
      </p:sp>
      <p:sp>
        <p:nvSpPr>
          <p:cNvPr id="14" name="CuadroTexto 13">
            <a:extLst xmlns:a="http://schemas.openxmlformats.org/drawingml/2006/main">
              <a:ext uri="{FF2B5EF4-FFF2-40B4-BE49-F238E27FC236}">
                <a16:creationId xmlns:a16="http://schemas.microsoft.com/office/drawing/2014/main" id="{2921E7F8-57ED-61DB-4C4A-AE57E5351894}"/>
              </a:ext>
            </a:extLst>
          </p:cNvPr>
          <p:cNvSpPr>
            <a:spLocks xmlns:a="http://schemas.openxmlformats.org/drawingml/2006/main" noGrp="1"/>
          </p:cNvSpPr>
          <p:nvPr/>
        </p:nvSpPr>
        <p:spPr>
          <a:xfrm xmlns:a="http://schemas.openxmlformats.org/drawingml/2006/main">
            <a:off x="1768525" y="2750000"/>
            <a:ext cx="9800000" cy="11079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4000" b="1">
                <a:solidFill>
                  <a:schemeClr val="bg1"/>
                </a:solidFill>
                <a:latin typeface="Segoe UI"/>
                <a:ea typeface="Segoe UI"/>
                <a:cs typeface="Segoe UI"/>
              </a:rPr>
              <a:t>CIRCE COMPRAS,</a:t>
            </a:r>
          </a:p>
          <a:p xmlns:a="http://schemas.openxmlformats.org/drawingml/2006/main">
            <a:r>
              <a:rPr sz="4000" b="1">
                <a:solidFill>
                  <a:schemeClr val="bg1"/>
                </a:solidFill>
                <a:latin typeface="Segoe UI"/>
                <a:ea typeface="Segoe UI"/>
                <a:cs typeface="Segoe UI"/>
              </a:rPr>
              <a:t>CONSTRUIDA COMO CÓDIGO</a:t>
            </a:r>
          </a:p>
        </p:txBody>
      </p:sp>
      <p:sp>
        <p:nvSpPr>
          <p:cNvPr id="15" name="CuadroTexto 14">
            <a:extLst xmlns:a="http://schemas.openxmlformats.org/drawingml/2006/main">
              <a:ext uri="{FF2B5EF4-FFF2-40B4-BE49-F238E27FC236}">
                <a16:creationId xmlns:a16="http://schemas.microsoft.com/office/drawing/2014/main" id="{E4DE1087-C48A-4984-832A-C9D09D342340}"/>
              </a:ext>
            </a:extLst>
          </p:cNvPr>
          <p:cNvSpPr>
            <a:spLocks xmlns:a="http://schemas.openxmlformats.org/drawingml/2006/main" noGrp="1"/>
          </p:cNvSpPr>
          <p:nvPr/>
        </p:nvSpPr>
        <p:spPr>
          <a:xfrm xmlns:a="http://schemas.openxmlformats.org/drawingml/2006/main">
            <a:off x="1864386" y="4471613"/>
            <a:ext cx="8023721"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a:solidFill>
                  <a:schemeClr val="bg1"/>
                </a:solidFill>
                <a:latin typeface="Segoe UI"/>
                <a:ea typeface="Segoe UI"/>
                <a:cs typeface="Segoe UI"/>
              </a:rPr>
              <a:t>@JAVIER ARMESTO</a:t>
            </a:r>
          </a:p>
        </p:txBody>
      </p:sp>
      <p:pic>
        <p:nvPicPr>
          <p:cNvPr id="80" name="Imagen 19"/>
          <p:cNvPicPr>
            <a:picLocks xmlns:a="http://schemas.openxmlformats.org/drawingml/2006/main" noChangeAspect="1"/>
          </p:cNvPicPr>
          <p:nvPr/>
        </p:nvPicPr>
        <p:blipFill>
          <a:blip xmlns:r="http://schemas.openxmlformats.org/officeDocument/2006/relationships" xmlns:a="http://schemas.openxmlformats.org/drawingml/2006/main" r:embed="R0c5b20630fdb4eff"/>
          <a:stretch xmlns:a="http://schemas.openxmlformats.org/drawingml/2006/main">
            <a:fillRect l="0" t="0" r="0" b="0"/>
          </a:stretch>
        </p:blipFill>
        <p:spPr>
          <a:xfrm xmlns:a="http://schemas.openxmlformats.org/drawingml/2006/main">
            <a:off x="983081" y="771421"/>
            <a:ext cx="2817559" cy="1307808"/>
          </a:xfrm>
          <a:prstGeom xmlns:a="http://schemas.openxmlformats.org/drawingml/2006/main" prst="rect">
            <a:avLst/>
          </a:prstGeom>
        </p:spPr>
      </p:pic>
      <p:sp>
        <p:nvSpPr>
          <p:cNvPr id="71" name="TextBox 7">
            <a:extLst xmlns:a="http://schemas.openxmlformats.org/drawingml/2006/main">
              <a:ext uri="{FF2B5EF4-FFF2-40B4-BE49-F238E27FC236}">
                <a16:creationId xmlns:a16="http://schemas.microsoft.com/office/drawing/2014/main" id="{FDE71F51-E210-FD7D-51B8-B69393F509B3}"/>
              </a:ext>
            </a:extLst>
          </p:cNvPr>
          <p:cNvSpPr>
            <a:spLocks xmlns:a="http://schemas.openxmlformats.org/drawingml/2006/main" noGrp="1"/>
          </p:cNvSpPr>
          <p:nvPr/>
        </p:nvSpPr>
        <p:spPr>
          <a:xfrm xmlns:a="http://schemas.openxmlformats.org/drawingml/2006/main">
            <a:off x="10294951" y="6335935"/>
            <a:ext cx="135558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0">
                <a:solidFill>
                  <a:schemeClr val="bg1"/>
                </a:solidFill>
                <a:latin typeface="Segoe UI"/>
                <a:ea typeface="Segoe UI"/>
                <a:cs typeface="Segoe UI"/>
              </a:rPr>
              <a:t>#BizzSummit2026</a:t>
            </a:r>
            <a:endParaRPr sz="1100" b="0">
              <a:solidFill>
                <a:schemeClr val="bg1"/>
              </a:solidFill>
              <a:latin typeface="Segoe UI"/>
              <a:ea typeface="Segoe UI"/>
              <a:cs typeface="Segoe UI"/>
            </a:endParaRPr>
          </a:p>
        </p:txBody>
      </p:sp>
    </p:spTree>
    <p:extLst>
      <p:ext uri="{BB962C8B-B14F-4D97-AF65-F5344CB8AC3E}">
        <p14:creationId xmlns:p14="http://schemas.microsoft.com/office/powerpoint/2010/main" val="53904517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Rectángulo: esquinas redondeadas 2">
            <a:extLst xmlns:a="http://schemas.openxmlformats.org/drawingml/2006/main">
              <a:ext uri="{FF2B5EF4-FFF2-40B4-BE49-F238E27FC236}">
                <a16:creationId xmlns:a16="http://schemas.microsoft.com/office/drawing/2014/main" id="{ABF50102-F2A2-0AFC-04CA-2D1D4C80DB9A}"/>
              </a:ext>
            </a:extLst>
          </p:cNvPr>
          <p:cNvSpPr>
            <a:spLocks xmlns:a="http://schemas.openxmlformats.org/drawingml/2006/main" noGrp="1"/>
          </p:cNvSpPr>
          <p:nvPr/>
        </p:nvSpPr>
        <p:spPr>
          <a:xfrm xmlns:a="http://schemas.openxmlformats.org/drawingml/2006/main">
            <a:off x="5333003" y="1281329"/>
            <a:ext cx="6481864" cy="3623408"/>
          </a:xfrm>
          <a:prstGeom xmlns:a="http://schemas.openxmlformats.org/drawingml/2006/main" prst="roundRect">
            <a:avLst>
              <a:gd name="adj" fmla="val 8224"/>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esquinas redondeadas 4">
            <a:extLst xmlns:a="http://schemas.openxmlformats.org/drawingml/2006/main">
              <a:ext uri="{FF2B5EF4-FFF2-40B4-BE49-F238E27FC236}">
                <a16:creationId xmlns:a16="http://schemas.microsoft.com/office/drawing/2014/main" id="{1421258A-AB17-2D60-67EC-0D71FC492A91}"/>
              </a:ext>
            </a:extLst>
          </p:cNvPr>
          <p:cNvSpPr>
            <a:spLocks xmlns:a="http://schemas.openxmlformats.org/drawingml/2006/main" noGrp="1"/>
          </p:cNvSpPr>
          <p:nvPr/>
        </p:nvSpPr>
        <p:spPr>
          <a:xfrm xmlns:a="http://schemas.openxmlformats.org/drawingml/2006/main">
            <a:off x="5333003" y="5125442"/>
            <a:ext cx="3858867" cy="1014100"/>
          </a:xfrm>
          <a:prstGeom xmlns:a="http://schemas.openxmlformats.org/drawingml/2006/main" prst="roundRect">
            <a:avLst>
              <a:gd name="adj" fmla="val 13926"/>
            </a:avLst>
          </a:prstGeom>
          <a:solidFill xmlns:a="http://schemas.openxmlformats.org/drawingml/2006/main">
            <a:schemeClr val="tx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ectángulo: esquinas redondeadas 5">
            <a:extLst xmlns:a="http://schemas.openxmlformats.org/drawingml/2006/main">
              <a:ext uri="{FF2B5EF4-FFF2-40B4-BE49-F238E27FC236}">
                <a16:creationId xmlns:a16="http://schemas.microsoft.com/office/drawing/2014/main" id="{0AEDCCED-F15A-5E34-F6CB-8D773AC58FCC}"/>
              </a:ext>
            </a:extLst>
          </p:cNvPr>
          <p:cNvSpPr>
            <a:spLocks xmlns:a="http://schemas.openxmlformats.org/drawingml/2006/main" noGrp="1"/>
          </p:cNvSpPr>
          <p:nvPr/>
        </p:nvSpPr>
        <p:spPr>
          <a:xfrm xmlns:a="http://schemas.openxmlformats.org/drawingml/2006/main">
            <a:off x="9328583" y="5125442"/>
            <a:ext cx="2486284" cy="1002849"/>
          </a:xfrm>
          <a:prstGeom xmlns:a="http://schemas.openxmlformats.org/drawingml/2006/main" prst="roundRect">
            <a:avLst>
              <a:gd name="adj" fmla="val 14717"/>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32">
            <a:extLst xmlns:a="http://schemas.openxmlformats.org/drawingml/2006/main">
              <a:ext uri="{FF2B5EF4-FFF2-40B4-BE49-F238E27FC236}">
                <a16:creationId xmlns:a16="http://schemas.microsoft.com/office/drawing/2014/main" id="{E05541D6-50D3-EAC5-78EA-DEDB2D9074D9}"/>
              </a:ext>
            </a:extLst>
          </p:cNvPr>
          <p:cNvSpPr>
            <a:spLocks xmlns:a="http://schemas.openxmlformats.org/drawingml/2006/main" noGrp="1"/>
          </p:cNvSpPr>
          <p:nvPr/>
        </p:nvSpPr>
        <p:spPr>
          <a:xfrm xmlns:a="http://schemas.openxmlformats.org/drawingml/2006/main">
            <a:off x="377133" y="404661"/>
            <a:ext cx="6946982"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600" b="1">
                <a:solidFill>
                  <a:schemeClr val="tx2"/>
                </a:solidFill>
                <a:latin typeface="Segoe UI"/>
                <a:ea typeface="Segoe UI"/>
                <a:cs typeface="Segoe UI"/>
              </a:rPr>
              <a:t>¡Gracias a nuestros sponsors!</a:t>
            </a:r>
          </a:p>
        </p:txBody>
      </p:sp>
      <p:sp>
        <p:nvSpPr>
          <p:cNvPr id="9" name="TextBox 32">
            <a:extLst xmlns:a="http://schemas.openxmlformats.org/drawingml/2006/main">
              <a:ext uri="{FF2B5EF4-FFF2-40B4-BE49-F238E27FC236}">
                <a16:creationId xmlns:a16="http://schemas.microsoft.com/office/drawing/2014/main" id="{E28C60E8-3BC7-1D6E-BCF9-340BAA85E7C8}"/>
              </a:ext>
            </a:extLst>
          </p:cNvPr>
          <p:cNvSpPr>
            <a:spLocks xmlns:a="http://schemas.openxmlformats.org/drawingml/2006/main" noGrp="1"/>
          </p:cNvSpPr>
          <p:nvPr/>
        </p:nvSpPr>
        <p:spPr>
          <a:xfrm xmlns:a="http://schemas.openxmlformats.org/drawingml/2006/main">
            <a:off x="5472504" y="1406569"/>
            <a:ext cx="2103135"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solidFill>
                  <a:schemeClr val="bg1"/>
                </a:solidFill>
                <a:latin typeface="Segoe UI"/>
                <a:ea typeface="Segoe UI"/>
                <a:cs typeface="Segoe UI"/>
              </a:rPr>
              <a:t>ORO</a:t>
            </a:r>
          </a:p>
        </p:txBody>
      </p:sp>
      <p:sp>
        <p:nvSpPr>
          <p:cNvPr id="12" name="TextBox 32">
            <a:extLst xmlns:a="http://schemas.openxmlformats.org/drawingml/2006/main">
              <a:ext uri="{FF2B5EF4-FFF2-40B4-BE49-F238E27FC236}">
                <a16:creationId xmlns:a16="http://schemas.microsoft.com/office/drawing/2014/main" id="{16F146DA-F2C4-7A33-10A2-0BA4AE3F7157}"/>
              </a:ext>
            </a:extLst>
          </p:cNvPr>
          <p:cNvSpPr>
            <a:spLocks xmlns:a="http://schemas.openxmlformats.org/drawingml/2006/main" noGrp="1"/>
          </p:cNvSpPr>
          <p:nvPr/>
        </p:nvSpPr>
        <p:spPr>
          <a:xfrm xmlns:a="http://schemas.openxmlformats.org/drawingml/2006/main">
            <a:off x="5472503" y="5231673"/>
            <a:ext cx="3240932"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b="1">
                <a:solidFill>
                  <a:schemeClr val="bg1"/>
                </a:solidFill>
                <a:latin typeface="Segoe UI"/>
                <a:ea typeface="Segoe UI"/>
                <a:cs typeface="Segoe UI"/>
              </a:rPr>
              <a:t>COLABORAN</a:t>
            </a:r>
          </a:p>
        </p:txBody>
      </p:sp>
      <p:pic>
        <p:nvPicPr>
          <p:cNvPr id="2105" name="Imagen 13"/>
          <p:cNvPicPr>
            <a:picLocks xmlns:a="http://schemas.openxmlformats.org/drawingml/2006/main" noChangeAspect="1"/>
          </p:cNvPicPr>
          <p:nvPr/>
        </p:nvPicPr>
        <p:blipFill>
          <a:blip xmlns:r="http://schemas.openxmlformats.org/officeDocument/2006/relationships" xmlns:a="http://schemas.openxmlformats.org/drawingml/2006/main" r:embed="R8fefcde6976a47b8"/>
          <a:stretch xmlns:a="http://schemas.openxmlformats.org/drawingml/2006/main">
            <a:fillRect l="0" t="0" r="0" b="0"/>
          </a:stretch>
        </p:blipFill>
        <p:spPr>
          <a:xfrm xmlns:a="http://schemas.openxmlformats.org/drawingml/2006/main">
            <a:off x="5579721" y="3552615"/>
            <a:ext cx="1897524" cy="550633"/>
          </a:xfrm>
          <a:prstGeom xmlns:a="http://schemas.openxmlformats.org/drawingml/2006/main" prst="rect">
            <a:avLst/>
          </a:prstGeom>
        </p:spPr>
      </p:pic>
      <p:pic>
        <p:nvPicPr>
          <p:cNvPr id="2106" name="Gráfico 25"/>
          <p:cNvPicPr>
            <a:picLocks xmlns:a="http://schemas.openxmlformats.org/drawingml/2006/main" noChangeAspect="1"/>
          </p:cNvPicPr>
          <p:nvPr/>
        </p:nvPicPr>
        <p:blipFill>
          <a:blip xmlns:r="http://schemas.openxmlformats.org/officeDocument/2006/relationships" xmlns:a="http://schemas.openxmlformats.org/drawingml/2006/main" r:embed="R57b2fe2f6b964587">
            <a:extLst>
              <a:ext uri="{96DAC541-7B7A-43D3-8B79-37D633B846F1}">
                <asvg:svgBlip xmlns:asvg="http://schemas.microsoft.com/office/drawing/2016/SVG/main" r:embed="Rbc4e1d6a699648d7"/>
              </a:ext>
            </a:extLst>
          </a:blip>
          <a:stretch xmlns:a="http://schemas.openxmlformats.org/drawingml/2006/main">
            <a:fillRect l="0" t="0" r="0" b="0"/>
          </a:stretch>
        </p:blipFill>
        <p:spPr>
          <a:xfrm xmlns:a="http://schemas.openxmlformats.org/drawingml/2006/main">
            <a:off x="1824915" y="2667217"/>
            <a:ext cx="3209694" cy="4542122"/>
          </a:xfrm>
          <a:prstGeom xmlns:a="http://schemas.openxmlformats.org/drawingml/2006/main" prst="rect">
            <a:avLst/>
          </a:prstGeom>
        </p:spPr>
      </p:pic>
      <p:pic>
        <p:nvPicPr>
          <p:cNvPr id="2107" name="Picture 12"/>
          <p:cNvPicPr>
            <a:picLocks xmlns:a="http://schemas.openxmlformats.org/drawingml/2006/main" noChangeAspect="1"/>
          </p:cNvPicPr>
          <p:nvPr/>
        </p:nvPicPr>
        <p:blipFill>
          <a:blip xmlns:r="http://schemas.openxmlformats.org/officeDocument/2006/relationships" xmlns:a="http://schemas.openxmlformats.org/drawingml/2006/main" r:embed="R7a855bb903ef421a">
            <a:biLevel thresh="25000"/>
          </a:blip>
          <a:srcRect xmlns:a="http://schemas.openxmlformats.org/drawingml/2006/main" l="0" t="0" r="0" b="0"/>
          <a:stretch xmlns:a="http://schemas.openxmlformats.org/drawingml/2006/main"/>
        </p:blipFill>
        <p:spPr>
          <a:xfrm xmlns:a="http://schemas.openxmlformats.org/drawingml/2006/main">
            <a:off x="7815279" y="5692835"/>
            <a:ext cx="898156" cy="324099"/>
          </a:xfrm>
          <a:prstGeom xmlns:a="http://schemas.openxmlformats.org/drawingml/2006/main" prst="rect">
            <a:avLst/>
          </a:prstGeom>
        </p:spPr>
      </p:pic>
      <p:pic>
        <p:nvPicPr>
          <p:cNvPr id="2108" name="Picture 49"/>
          <p:cNvPicPr>
            <a:picLocks xmlns:a="http://schemas.openxmlformats.org/drawingml/2006/main" noChangeAspect="1"/>
          </p:cNvPicPr>
          <p:nvPr/>
        </p:nvPicPr>
        <p:blipFill>
          <a:blip xmlns:r="http://schemas.openxmlformats.org/officeDocument/2006/relationships" xmlns:a="http://schemas.openxmlformats.org/drawingml/2006/main" r:embed="R299725db3ae7481c">
            <a:biLevel thresh="25000"/>
          </a:blip>
          <a:stretch xmlns:a="http://schemas.openxmlformats.org/drawingml/2006/main">
            <a:fillRect l="0" t="0" r="0" b="0"/>
          </a:stretch>
        </p:blipFill>
        <p:spPr>
          <a:xfrm xmlns:a="http://schemas.openxmlformats.org/drawingml/2006/main">
            <a:off x="5551372" y="5676458"/>
            <a:ext cx="1720494" cy="311580"/>
          </a:xfrm>
          <a:prstGeom xmlns:a="http://schemas.openxmlformats.org/drawingml/2006/main" prst="rect">
            <a:avLst/>
          </a:prstGeom>
        </p:spPr>
      </p:pic>
      <p:pic>
        <p:nvPicPr>
          <p:cNvPr id="2109" name="Picture 2"/>
          <p:cNvPicPr>
            <a:picLocks xmlns:a="http://schemas.openxmlformats.org/drawingml/2006/main" noChangeAspect="1"/>
          </p:cNvPicPr>
          <p:nvPr/>
        </p:nvPicPr>
        <p:blipFill>
          <a:blip xmlns:r="http://schemas.openxmlformats.org/officeDocument/2006/relationships" xmlns:a="http://schemas.openxmlformats.org/drawingml/2006/main" r:embed="R7209fc808a6a4e38"/>
          <a:srcRect xmlns:a="http://schemas.openxmlformats.org/drawingml/2006/main" l="0" t="0" r="0" b="0"/>
          <a:stretch xmlns:a="http://schemas.openxmlformats.org/drawingml/2006/main">
            <a:fillRect l="0" t="0" r="0" b="0"/>
          </a:stretch>
        </p:blipFill>
        <p:spPr>
          <a:xfrm xmlns:a="http://schemas.openxmlformats.org/drawingml/2006/main">
            <a:off x="9851866" y="2848246"/>
            <a:ext cx="1436905" cy="430534"/>
          </a:xfrm>
          <a:prstGeom xmlns:a="http://schemas.openxmlformats.org/drawingml/2006/main" prst="rect">
            <a:avLst/>
          </a:prstGeom>
        </p:spPr>
      </p:pic>
      <p:pic>
        <p:nvPicPr>
          <p:cNvPr id="2110" name="Picture 27"/>
          <p:cNvPicPr>
            <a:picLocks xmlns:a="http://schemas.openxmlformats.org/drawingml/2006/main" noChangeAspect="1"/>
          </p:cNvPicPr>
          <p:nvPr/>
        </p:nvPicPr>
        <p:blipFill>
          <a:blip xmlns:r="http://schemas.openxmlformats.org/officeDocument/2006/relationships" xmlns:a="http://schemas.openxmlformats.org/drawingml/2006/main" r:embed="R37f2e732d9c348b9"/>
          <a:stretch xmlns:a="http://schemas.openxmlformats.org/drawingml/2006/main">
            <a:fillRect l="0" t="0" r="0" b="0"/>
          </a:stretch>
        </p:blipFill>
        <p:spPr>
          <a:xfrm xmlns:a="http://schemas.openxmlformats.org/drawingml/2006/main">
            <a:off x="7674530" y="2672914"/>
            <a:ext cx="1879628" cy="783441"/>
          </a:xfrm>
          <a:prstGeom xmlns:a="http://schemas.openxmlformats.org/drawingml/2006/main" prst="rect">
            <a:avLst/>
          </a:prstGeom>
        </p:spPr>
      </p:pic>
      <p:pic>
        <p:nvPicPr>
          <p:cNvPr id="2111" name="Picture 28"/>
          <p:cNvPicPr>
            <a:picLocks xmlns:a="http://schemas.openxmlformats.org/drawingml/2006/main" noChangeAspect="1"/>
          </p:cNvPicPr>
          <p:nvPr/>
        </p:nvPicPr>
        <p:blipFill>
          <a:blip xmlns:r="http://schemas.openxmlformats.org/officeDocument/2006/relationships" xmlns:a="http://schemas.openxmlformats.org/drawingml/2006/main" r:embed="Redd98d3a4d8445d6"/>
          <a:stretch xmlns:a="http://schemas.openxmlformats.org/drawingml/2006/main">
            <a:fillRect l="0" t="0" r="0" b="0"/>
          </a:stretch>
        </p:blipFill>
        <p:spPr>
          <a:xfrm xmlns:a="http://schemas.openxmlformats.org/drawingml/2006/main">
            <a:off x="7935463" y="4271848"/>
            <a:ext cx="1252385" cy="483099"/>
          </a:xfrm>
          <a:prstGeom xmlns:a="http://schemas.openxmlformats.org/drawingml/2006/main" prst="rect">
            <a:avLst/>
          </a:prstGeom>
        </p:spPr>
      </p:pic>
      <p:pic>
        <p:nvPicPr>
          <p:cNvPr id="2112" name="Graphic 43"/>
          <p:cNvPicPr>
            <a:picLocks xmlns:a="http://schemas.openxmlformats.org/drawingml/2006/main" noChangeAspect="1"/>
          </p:cNvPicPr>
          <p:nvPr/>
        </p:nvPicPr>
        <p:blipFill>
          <a:blip xmlns:r="http://schemas.openxmlformats.org/officeDocument/2006/relationships" xmlns:a="http://schemas.openxmlformats.org/drawingml/2006/main" r:embed="R8ea6373d96bc476c">
            <a:extLst>
              <a:ext uri="{96DAC541-7B7A-43D3-8B79-37D633B846F1}">
                <asvg:svgBlip xmlns:asvg="http://schemas.microsoft.com/office/drawing/2016/SVG/main" r:embed="Ra4c9b0061b124674"/>
              </a:ext>
            </a:extLst>
          </a:blip>
          <a:srcRect xmlns:a="http://schemas.openxmlformats.org/drawingml/2006/main" l="0" t="0" r="0" b="0"/>
          <a:stretch xmlns:a="http://schemas.openxmlformats.org/drawingml/2006/main"/>
        </p:blipFill>
        <p:spPr>
          <a:xfrm xmlns:a="http://schemas.openxmlformats.org/drawingml/2006/main">
            <a:off x="7841926" y="2018998"/>
            <a:ext cx="1554416" cy="381631"/>
          </a:xfrm>
          <a:prstGeom xmlns:a="http://schemas.openxmlformats.org/drawingml/2006/main" prst="rect">
            <a:avLst/>
          </a:prstGeom>
        </p:spPr>
      </p:pic>
      <p:pic>
        <p:nvPicPr>
          <p:cNvPr id="2113" name="Imagen 38"/>
          <p:cNvPicPr>
            <a:picLocks xmlns:a="http://schemas.openxmlformats.org/drawingml/2006/main" noChangeAspect="1"/>
          </p:cNvPicPr>
          <p:nvPr/>
        </p:nvPicPr>
        <p:blipFill>
          <a:blip xmlns:r="http://schemas.openxmlformats.org/officeDocument/2006/relationships" xmlns:a="http://schemas.openxmlformats.org/drawingml/2006/main" r:embed="R4e99dd2137044e8c"/>
          <a:srcRect xmlns:a="http://schemas.openxmlformats.org/drawingml/2006/main" l="0" t="0" r="0" b="0"/>
          <a:stretch xmlns:a="http://schemas.openxmlformats.org/drawingml/2006/main"/>
        </p:blipFill>
        <p:spPr>
          <a:xfrm xmlns:a="http://schemas.openxmlformats.org/drawingml/2006/main">
            <a:off x="5740843" y="4169869"/>
            <a:ext cx="1584769" cy="491602"/>
          </a:xfrm>
          <a:prstGeom xmlns:a="http://schemas.openxmlformats.org/drawingml/2006/main" prst="rect">
            <a:avLst/>
          </a:prstGeom>
        </p:spPr>
      </p:pic>
      <p:pic>
        <p:nvPicPr>
          <p:cNvPr id="2114" name="Gráfico 44"/>
          <p:cNvPicPr>
            <a:picLocks xmlns:a="http://schemas.openxmlformats.org/drawingml/2006/main" noChangeAspect="1"/>
          </p:cNvPicPr>
          <p:nvPr/>
        </p:nvPicPr>
        <p:blipFill>
          <a:blip xmlns:r="http://schemas.openxmlformats.org/officeDocument/2006/relationships" xmlns:a="http://schemas.openxmlformats.org/drawingml/2006/main" r:embed="Rc41a49f5cabf40eb">
            <a:extLst>
              <a:ext uri="{96DAC541-7B7A-43D3-8B79-37D633B846F1}">
                <asvg:svgBlip xmlns:asvg="http://schemas.microsoft.com/office/drawing/2016/SVG/main" r:embed="R6ddde03b22464909"/>
              </a:ext>
            </a:extLst>
          </a:blip>
          <a:srcRect xmlns:a="http://schemas.openxmlformats.org/drawingml/2006/main" l="0" t="0" r="0" b="0"/>
          <a:stretch xmlns:a="http://schemas.openxmlformats.org/drawingml/2006/main"/>
        </p:blipFill>
        <p:spPr>
          <a:xfrm xmlns:a="http://schemas.openxmlformats.org/drawingml/2006/main">
            <a:off x="9550619" y="2107613"/>
            <a:ext cx="2075868" cy="291350"/>
          </a:xfrm>
          <a:prstGeom xmlns:a="http://schemas.openxmlformats.org/drawingml/2006/main" prst="rect">
            <a:avLst/>
          </a:prstGeom>
        </p:spPr>
      </p:pic>
      <p:sp>
        <p:nvSpPr>
          <p:cNvPr id="2" name="Rectángulo: esquinas redondeadas 1">
            <a:extLst xmlns:a="http://schemas.openxmlformats.org/drawingml/2006/main">
              <a:ext uri="{FF2B5EF4-FFF2-40B4-BE49-F238E27FC236}">
                <a16:creationId xmlns:a16="http://schemas.microsoft.com/office/drawing/2014/main" id="{B1B73EA2-B68A-C6B5-A0A5-C6F780DDA470}"/>
              </a:ext>
            </a:extLst>
          </p:cNvPr>
          <p:cNvSpPr>
            <a:spLocks xmlns:a="http://schemas.openxmlformats.org/drawingml/2006/main" noGrp="1"/>
          </p:cNvSpPr>
          <p:nvPr/>
        </p:nvSpPr>
        <p:spPr>
          <a:xfrm xmlns:a="http://schemas.openxmlformats.org/drawingml/2006/main">
            <a:off x="517810" y="1281329"/>
            <a:ext cx="4542817" cy="4858213"/>
          </a:xfrm>
          <a:prstGeom xmlns:a="http://schemas.openxmlformats.org/drawingml/2006/main" prst="roundRect">
            <a:avLst>
              <a:gd name="adj" fmla="val 4440"/>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32">
            <a:extLst xmlns:a="http://schemas.openxmlformats.org/drawingml/2006/main">
              <a:ext uri="{FF2B5EF4-FFF2-40B4-BE49-F238E27FC236}">
                <a16:creationId xmlns:a16="http://schemas.microsoft.com/office/drawing/2014/main" id="{6E16F4D0-A8C4-BAF5-4503-6756C85810F9}"/>
              </a:ext>
            </a:extLst>
          </p:cNvPr>
          <p:cNvSpPr>
            <a:spLocks xmlns:a="http://schemas.openxmlformats.org/drawingml/2006/main" noGrp="1"/>
          </p:cNvSpPr>
          <p:nvPr/>
        </p:nvSpPr>
        <p:spPr>
          <a:xfrm xmlns:a="http://schemas.openxmlformats.org/drawingml/2006/main">
            <a:off x="609920" y="1359746"/>
            <a:ext cx="2103135"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tx2"/>
                </a:solidFill>
                <a:latin typeface="Segoe UI"/>
                <a:ea typeface="Segoe UI"/>
                <a:cs typeface="Segoe UI"/>
              </a:rPr>
              <a:t>PLATINO</a:t>
            </a:r>
          </a:p>
        </p:txBody>
      </p:sp>
      <p:pic>
        <p:nvPicPr>
          <p:cNvPr id="2117" name="Imagen 17"/>
          <p:cNvPicPr>
            <a:picLocks xmlns:a="http://schemas.openxmlformats.org/drawingml/2006/main" noChangeAspect="1"/>
          </p:cNvPicPr>
          <p:nvPr/>
        </p:nvPicPr>
        <p:blipFill>
          <a:blip xmlns:r="http://schemas.openxmlformats.org/officeDocument/2006/relationships" xmlns:a="http://schemas.openxmlformats.org/drawingml/2006/main" r:embed="Rbf097c2f2ea24c0d"/>
          <a:srcRect xmlns:a="http://schemas.openxmlformats.org/drawingml/2006/main" l="0" t="0" r="0" b="0"/>
          <a:stretch xmlns:a="http://schemas.openxmlformats.org/drawingml/2006/main"/>
        </p:blipFill>
        <p:spPr>
          <a:xfrm xmlns:a="http://schemas.openxmlformats.org/drawingml/2006/main">
            <a:off x="788130" y="1988452"/>
            <a:ext cx="2400719" cy="731018"/>
          </a:xfrm>
          <a:prstGeom xmlns:a="http://schemas.openxmlformats.org/drawingml/2006/main" prst="rect">
            <a:avLst/>
          </a:prstGeom>
        </p:spPr>
      </p:pic>
      <p:pic>
        <p:nvPicPr>
          <p:cNvPr id="2118" name="Gráfico 23"/>
          <p:cNvPicPr>
            <a:picLocks xmlns:a="http://schemas.openxmlformats.org/drawingml/2006/main" noChangeAspect="1"/>
          </p:cNvPicPr>
          <p:nvPr/>
        </p:nvPicPr>
        <p:blipFill>
          <a:blip xmlns:r="http://schemas.openxmlformats.org/officeDocument/2006/relationships" xmlns:a="http://schemas.openxmlformats.org/drawingml/2006/main" r:embed="Rda77d5ec19534b3b">
            <a:extLst>
              <a:ext uri="{96DAC541-7B7A-43D3-8B79-37D633B846F1}">
                <asvg:svgBlip xmlns:asvg="http://schemas.microsoft.com/office/drawing/2016/SVG/main" r:embed="Rc9b6d62146c8487a"/>
              </a:ext>
            </a:extLst>
          </a:blip>
          <a:stretch xmlns:a="http://schemas.openxmlformats.org/drawingml/2006/main">
            <a:fillRect l="0" t="0" r="0" b="0"/>
          </a:stretch>
        </p:blipFill>
        <p:spPr>
          <a:xfrm xmlns:a="http://schemas.openxmlformats.org/drawingml/2006/main">
            <a:off x="1664291" y="4400215"/>
            <a:ext cx="3144121" cy="504522"/>
          </a:xfrm>
          <a:prstGeom xmlns:a="http://schemas.openxmlformats.org/drawingml/2006/main" prst="rect">
            <a:avLst/>
          </a:prstGeom>
        </p:spPr>
      </p:pic>
      <p:pic>
        <p:nvPicPr>
          <p:cNvPr id="2119" name="Imagen 47"/>
          <p:cNvPicPr>
            <a:picLocks xmlns:a="http://schemas.openxmlformats.org/drawingml/2006/main" noChangeAspect="1"/>
          </p:cNvPicPr>
          <p:nvPr/>
        </p:nvPicPr>
        <p:blipFill>
          <a:blip xmlns:r="http://schemas.openxmlformats.org/officeDocument/2006/relationships" xmlns:a="http://schemas.openxmlformats.org/drawingml/2006/main" r:embed="R79cef265da994d90">
            <a:biLevel thresh="25000"/>
          </a:blip>
          <a:stretch xmlns:a="http://schemas.openxmlformats.org/drawingml/2006/main">
            <a:fillRect l="0" t="0" r="0" b="0"/>
          </a:stretch>
        </p:blipFill>
        <p:spPr>
          <a:xfrm xmlns:a="http://schemas.openxmlformats.org/drawingml/2006/main">
            <a:off x="9437534" y="3514400"/>
            <a:ext cx="2166136" cy="594466"/>
          </a:xfrm>
          <a:prstGeom xmlns:a="http://schemas.openxmlformats.org/drawingml/2006/main" prst="rect">
            <a:avLst/>
          </a:prstGeom>
        </p:spPr>
      </p:pic>
      <p:pic>
        <p:nvPicPr>
          <p:cNvPr id="2120" name="Imagen 49"/>
          <p:cNvPicPr>
            <a:picLocks xmlns:a="http://schemas.openxmlformats.org/drawingml/2006/main" noChangeAspect="1"/>
          </p:cNvPicPr>
          <p:nvPr/>
        </p:nvPicPr>
        <p:blipFill>
          <a:blip xmlns:r="http://schemas.openxmlformats.org/officeDocument/2006/relationships" xmlns:a="http://schemas.openxmlformats.org/drawingml/2006/main" r:embed="R7bbb4c025f6e474a"/>
          <a:stretch xmlns:a="http://schemas.openxmlformats.org/drawingml/2006/main">
            <a:fillRect l="0" t="0" r="0" b="0"/>
          </a:stretch>
        </p:blipFill>
        <p:spPr>
          <a:xfrm xmlns:a="http://schemas.openxmlformats.org/drawingml/2006/main">
            <a:off x="503640" y="3302301"/>
            <a:ext cx="3456097" cy="1101326"/>
          </a:xfrm>
          <a:prstGeom xmlns:a="http://schemas.openxmlformats.org/drawingml/2006/main" prst="rect">
            <a:avLst/>
          </a:prstGeom>
        </p:spPr>
      </p:pic>
      <p:sp>
        <p:nvSpPr>
          <p:cNvPr id="52" name="Conector recto 51">
            <a:extLst xmlns:a="http://schemas.openxmlformats.org/drawingml/2006/main">
              <a:ext uri="{FF2B5EF4-FFF2-40B4-BE49-F238E27FC236}">
                <a16:creationId xmlns:a16="http://schemas.microsoft.com/office/drawing/2014/main" id="{BE54AB2E-E29E-4122-A99A-DA8B2C94EFBC}"/>
              </a:ext>
            </a:extLst>
          </p:cNvPr>
          <p:cNvSpPr>
            <a:spLocks xmlns:a="http://schemas.openxmlformats.org/drawingml/2006/main" noGrp="1"/>
          </p:cNvSpPr>
          <p:nvPr/>
        </p:nvSpPr>
        <p:spPr>
          <a:xfrm xmlns:a="http://schemas.openxmlformats.org/drawingml/2006/main">
            <a:off x="673241" y="1806679"/>
            <a:ext cx="1722971" cy="0"/>
          </a:xfrm>
          <a:prstGeom xmlns:a="http://schemas.openxmlformats.org/drawingml/2006/main" prst="line">
            <a:avLst/>
          </a:prstGeom>
          <a:ln xmlns:a="http://schemas.openxmlformats.org/drawingml/2006/main" w="28575">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3" name="Conector recto 52">
            <a:extLst xmlns:a="http://schemas.openxmlformats.org/drawingml/2006/main">
              <a:ext uri="{FF2B5EF4-FFF2-40B4-BE49-F238E27FC236}">
                <a16:creationId xmlns:a16="http://schemas.microsoft.com/office/drawing/2014/main" id="{100D59D0-1EA8-443E-BE3B-9D038BFA138F}"/>
              </a:ext>
            </a:extLst>
          </p:cNvPr>
          <p:cNvSpPr>
            <a:spLocks xmlns:a="http://schemas.openxmlformats.org/drawingml/2006/main" noGrp="1"/>
          </p:cNvSpPr>
          <p:nvPr/>
        </p:nvSpPr>
        <p:spPr>
          <a:xfrm xmlns:a="http://schemas.openxmlformats.org/drawingml/2006/main">
            <a:off x="5538108" y="1774677"/>
            <a:ext cx="1144046" cy="0"/>
          </a:xfrm>
          <a:prstGeom xmlns:a="http://schemas.openxmlformats.org/drawingml/2006/main" prst="line">
            <a:avLst/>
          </a:prstGeom>
          <a:ln xmlns:a="http://schemas.openxmlformats.org/drawingml/2006/main" w="28575">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6" name="Conector recto 55">
            <a:extLst xmlns:a="http://schemas.openxmlformats.org/drawingml/2006/main">
              <a:ext uri="{FF2B5EF4-FFF2-40B4-BE49-F238E27FC236}">
                <a16:creationId xmlns:a16="http://schemas.microsoft.com/office/drawing/2014/main" id="{BFF87F51-0997-4A61-820C-80BDCDFFC257}"/>
              </a:ext>
            </a:extLst>
          </p:cNvPr>
          <p:cNvSpPr>
            <a:spLocks xmlns:a="http://schemas.openxmlformats.org/drawingml/2006/main" noGrp="1"/>
          </p:cNvSpPr>
          <p:nvPr/>
        </p:nvSpPr>
        <p:spPr>
          <a:xfrm xmlns:a="http://schemas.openxmlformats.org/drawingml/2006/main">
            <a:off x="5538108" y="5557649"/>
            <a:ext cx="1786007" cy="0"/>
          </a:xfrm>
          <a:prstGeom xmlns:a="http://schemas.openxmlformats.org/drawingml/2006/main" prst="line">
            <a:avLst/>
          </a:prstGeom>
          <a:ln xmlns:a="http://schemas.openxmlformats.org/drawingml/2006/main" w="1905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TextBox 32">
            <a:extLst xmlns:a="http://schemas.openxmlformats.org/drawingml/2006/main">
              <a:ext uri="{FF2B5EF4-FFF2-40B4-BE49-F238E27FC236}">
                <a16:creationId xmlns:a16="http://schemas.microsoft.com/office/drawing/2014/main" id="{BB8E3634-9DAF-C2A7-C53D-6FD7BD78119D}"/>
              </a:ext>
            </a:extLst>
          </p:cNvPr>
          <p:cNvSpPr>
            <a:spLocks xmlns:a="http://schemas.openxmlformats.org/drawingml/2006/main" noGrp="1"/>
          </p:cNvSpPr>
          <p:nvPr/>
        </p:nvSpPr>
        <p:spPr>
          <a:xfrm xmlns:a="http://schemas.openxmlformats.org/drawingml/2006/main" rot="0" flipH="0" flipV="0">
            <a:off x="9398445" y="5194360"/>
            <a:ext cx="2369485"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b="1">
                <a:solidFill>
                  <a:schemeClr val="bg1"/>
                </a:solidFill>
                <a:latin typeface="Segoe UI"/>
                <a:ea typeface="Segoe UI"/>
                <a:cs typeface="Segoe UI"/>
              </a:rPr>
              <a:t>LANYARD</a:t>
            </a:r>
          </a:p>
        </p:txBody>
      </p:sp>
      <p:sp>
        <p:nvSpPr>
          <p:cNvPr id="58" name="Conector recto 57">
            <a:extLst xmlns:a="http://schemas.openxmlformats.org/drawingml/2006/main">
              <a:ext uri="{FF2B5EF4-FFF2-40B4-BE49-F238E27FC236}">
                <a16:creationId xmlns:a16="http://schemas.microsoft.com/office/drawing/2014/main" id="{CD283207-8B72-4800-85A9-762A1B5AD849}"/>
              </a:ext>
            </a:extLst>
          </p:cNvPr>
          <p:cNvSpPr>
            <a:spLocks xmlns:a="http://schemas.openxmlformats.org/drawingml/2006/main" noGrp="1"/>
          </p:cNvSpPr>
          <p:nvPr/>
        </p:nvSpPr>
        <p:spPr>
          <a:xfrm xmlns:a="http://schemas.openxmlformats.org/drawingml/2006/main" rot="0" flipH="0" flipV="0">
            <a:off x="9398445" y="5526254"/>
            <a:ext cx="2311724" cy="0"/>
          </a:xfrm>
          <a:prstGeom xmlns:a="http://schemas.openxmlformats.org/drawingml/2006/main" prst="line">
            <a:avLst/>
          </a:prstGeom>
          <a:ln xmlns:a="http://schemas.openxmlformats.org/drawingml/2006/main" w="1905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2126" name="Gráfico 62"/>
          <p:cNvPicPr>
            <a:picLocks xmlns:a="http://schemas.openxmlformats.org/drawingml/2006/main" noChangeAspect="1"/>
          </p:cNvPicPr>
          <p:nvPr/>
        </p:nvPicPr>
        <p:blipFill>
          <a:blip xmlns:r="http://schemas.openxmlformats.org/officeDocument/2006/relationships" xmlns:a="http://schemas.openxmlformats.org/drawingml/2006/main" r:embed="R50feac0f0e4a4600">
            <a:extLst>
              <a:ext uri="{96DAC541-7B7A-43D3-8B79-37D633B846F1}">
                <asvg:svgBlip xmlns:asvg="http://schemas.microsoft.com/office/drawing/2016/SVG/main" r:embed="Rd3d91be9a48e433c"/>
              </a:ext>
            </a:extLst>
          </a:blip>
          <a:stretch xmlns:a="http://schemas.openxmlformats.org/drawingml/2006/main">
            <a:fillRect l="0" t="0" r="0" b="0"/>
          </a:stretch>
        </p:blipFill>
        <p:spPr>
          <a:xfrm xmlns:a="http://schemas.openxmlformats.org/drawingml/2006/main">
            <a:off x="5533475" y="2843858"/>
            <a:ext cx="1984622" cy="462245"/>
          </a:xfrm>
          <a:prstGeom xmlns:a="http://schemas.openxmlformats.org/drawingml/2006/main" prst="rect">
            <a:avLst/>
          </a:prstGeom>
        </p:spPr>
      </p:pic>
      <p:pic>
        <p:nvPicPr>
          <p:cNvPr id="2127" name="Gráfico 2051"/>
          <p:cNvPicPr>
            <a:picLocks xmlns:a="http://schemas.openxmlformats.org/drawingml/2006/main" noChangeAspect="1"/>
          </p:cNvPicPr>
          <p:nvPr/>
        </p:nvPicPr>
        <p:blipFill>
          <a:blip xmlns:r="http://schemas.openxmlformats.org/officeDocument/2006/relationships" xmlns:a="http://schemas.openxmlformats.org/drawingml/2006/main" r:embed="R7b2bb591474b4f34">
            <a:extLst>
              <a:ext uri="{96DAC541-7B7A-43D3-8B79-37D633B846F1}">
                <asvg:svgBlip xmlns:asvg="http://schemas.microsoft.com/office/drawing/2016/SVG/main" r:embed="R361296fa82234aed"/>
              </a:ext>
            </a:extLst>
          </a:blip>
          <a:stretch xmlns:a="http://schemas.openxmlformats.org/drawingml/2006/main">
            <a:fillRect l="0" t="0" r="0" b="0"/>
          </a:stretch>
        </p:blipFill>
        <p:spPr>
          <a:xfrm xmlns:a="http://schemas.openxmlformats.org/drawingml/2006/main">
            <a:off x="9702791" y="4402704"/>
            <a:ext cx="1743153" cy="198221"/>
          </a:xfrm>
          <a:prstGeom xmlns:a="http://schemas.openxmlformats.org/drawingml/2006/main" prst="rect">
            <a:avLst/>
          </a:prstGeom>
        </p:spPr>
      </p:pic>
      <p:pic>
        <p:nvPicPr>
          <p:cNvPr id="2128" name="Gráfico 2055"/>
          <p:cNvPicPr>
            <a:picLocks xmlns:a="http://schemas.openxmlformats.org/drawingml/2006/main" noChangeAspect="1"/>
          </p:cNvPicPr>
          <p:nvPr/>
        </p:nvPicPr>
        <p:blipFill>
          <a:blip xmlns:r="http://schemas.openxmlformats.org/officeDocument/2006/relationships" xmlns:a="http://schemas.openxmlformats.org/drawingml/2006/main" r:embed="R280beebca1df4176">
            <a:extLst>
              <a:ext uri="{96DAC541-7B7A-43D3-8B79-37D633B846F1}">
                <asvg:svgBlip xmlns:asvg="http://schemas.microsoft.com/office/drawing/2016/SVG/main" r:embed="Rd0948e34ef924cd2"/>
              </a:ext>
            </a:extLst>
          </a:blip>
          <a:stretch xmlns:a="http://schemas.openxmlformats.org/drawingml/2006/main">
            <a:fillRect l="0" t="0" r="0" b="0"/>
          </a:stretch>
        </p:blipFill>
        <p:spPr>
          <a:xfrm xmlns:a="http://schemas.openxmlformats.org/drawingml/2006/main">
            <a:off x="7931931" y="3556757"/>
            <a:ext cx="1227222" cy="493710"/>
          </a:xfrm>
          <a:prstGeom xmlns:a="http://schemas.openxmlformats.org/drawingml/2006/main" prst="rect">
            <a:avLst/>
          </a:prstGeom>
        </p:spPr>
      </p:pic>
      <p:sp>
        <p:nvSpPr>
          <p:cNvPr id="2067" name="Forma libre: forma 2066">
            <a:extLst xmlns:a="http://schemas.openxmlformats.org/drawingml/2006/main">
              <a:ext uri="{FF2B5EF4-FFF2-40B4-BE49-F238E27FC236}">
                <a16:creationId xmlns:a16="http://schemas.microsoft.com/office/drawing/2014/main" id="{E9409E8E-6402-CE3A-1044-D64A3FB36826}"/>
              </a:ext>
            </a:extLst>
          </p:cNvPr>
          <p:cNvSpPr>
            <a:spLocks xmlns:a="http://schemas.openxmlformats.org/drawingml/2006/main" noGrp="1"/>
          </p:cNvSpPr>
          <p:nvPr/>
        </p:nvSpPr>
        <p:spPr>
          <a:xfrm xmlns:a="http://schemas.openxmlformats.org/drawingml/2006/main" rot="0" flipH="0" flipV="0">
            <a:off x="1618900" y="5363637"/>
            <a:ext cx="339642" cy="342041"/>
          </a:xfrm>
          <a:custGeom xmlns:a="http://schemas.openxmlformats.org/drawingml/2006/main">
            <a:gdLst>
              <a:gd name="connsiteX0" fmla="*/ 316755 w 541961"/>
              <a:gd name="connsiteY0" fmla="*/ 545789 h 545789"/>
              <a:gd name="connsiteX1" fmla="*/ 225939 w 541961"/>
              <a:gd name="connsiteY1" fmla="*/ 545789 h 545789"/>
              <a:gd name="connsiteX2" fmla="*/ 0 w 541961"/>
              <a:gd name="connsiteY2" fmla="*/ 0 h 545789"/>
              <a:gd name="connsiteX3" fmla="*/ 97820 w 541961"/>
              <a:gd name="connsiteY3" fmla="*/ 0 h 545789"/>
              <a:gd name="connsiteX4" fmla="*/ 270981 w 541961"/>
              <a:gd name="connsiteY4" fmla="*/ 441779 h 545789"/>
              <a:gd name="connsiteX5" fmla="*/ 444874 w 541961"/>
              <a:gd name="connsiteY5" fmla="*/ 0 h 545789"/>
              <a:gd name="connsiteX6" fmla="*/ 541961 w 541961"/>
              <a:gd name="connsiteY6" fmla="*/ 0 h 545789"/>
              <a:gd name="connsiteX7" fmla="*/ 316755 w 541961"/>
              <a:gd name="connsiteY7" fmla="*/ 545789 h 545789"/>
            </a:gdLst>
            <a:rect l="l" t="t" r="r" b="b"/>
            <a:pathLst>
              <a:path w="541961" h="545789">
                <a:moveTo>
                  <a:pt x="316755" y="545789"/>
                </a:moveTo>
                <a:lnTo>
                  <a:pt x="225939" y="545789"/>
                </a:lnTo>
                <a:lnTo>
                  <a:pt x="0" y="0"/>
                </a:lnTo>
                <a:lnTo>
                  <a:pt x="97820" y="0"/>
                </a:lnTo>
                <a:lnTo>
                  <a:pt x="270981" y="441779"/>
                </a:lnTo>
                <a:lnTo>
                  <a:pt x="444874" y="0"/>
                </a:lnTo>
                <a:lnTo>
                  <a:pt x="541961" y="0"/>
                </a:lnTo>
                <a:lnTo>
                  <a:pt x="316755" y="545789"/>
                </a:lnTo>
                <a:close/>
              </a:path>
            </a:pathLst>
          </a:custGeom>
          <a:solidFill xmlns:a="http://schemas.openxmlformats.org/drawingml/2006/main">
            <a:srgbClr val="000000"/>
          </a:solidFill>
          <a:ln xmlns:a="http://schemas.openxmlformats.org/drawingml/2006/main" w="8132"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068" name="Forma libre: forma 2067">
            <a:extLst xmlns:a="http://schemas.openxmlformats.org/drawingml/2006/main">
              <a:ext uri="{FF2B5EF4-FFF2-40B4-BE49-F238E27FC236}">
                <a16:creationId xmlns:a16="http://schemas.microsoft.com/office/drawing/2014/main" id="{49C7797D-1781-7454-6D14-739082E1293B}"/>
              </a:ext>
            </a:extLst>
          </p:cNvPr>
          <p:cNvSpPr>
            <a:spLocks xmlns:a="http://schemas.openxmlformats.org/drawingml/2006/main" noGrp="1"/>
          </p:cNvSpPr>
          <p:nvPr/>
        </p:nvSpPr>
        <p:spPr>
          <a:xfrm xmlns:a="http://schemas.openxmlformats.org/drawingml/2006/main" rot="0" flipH="0" flipV="0">
            <a:off x="1954612" y="5560919"/>
            <a:ext cx="130568" cy="45223"/>
          </a:xfrm>
          <a:custGeom xmlns:a="http://schemas.openxmlformats.org/drawingml/2006/main">
            <a:gdLst>
              <a:gd name="connsiteX0" fmla="*/ 0 w 208346"/>
              <a:gd name="connsiteY0" fmla="*/ 0 h 72163"/>
              <a:gd name="connsiteX1" fmla="*/ 208346 w 208346"/>
              <a:gd name="connsiteY1" fmla="*/ 0 h 72163"/>
              <a:gd name="connsiteX2" fmla="*/ 208346 w 208346"/>
              <a:gd name="connsiteY2" fmla="*/ 72164 h 72163"/>
              <a:gd name="connsiteX3" fmla="*/ 0 w 208346"/>
              <a:gd name="connsiteY3" fmla="*/ 72164 h 72163"/>
              <a:gd name="connsiteX4" fmla="*/ 0 w 208346"/>
              <a:gd name="connsiteY4" fmla="*/ 0 h 72163"/>
            </a:gdLst>
            <a:rect l="l" t="t" r="r" b="b"/>
            <a:pathLst>
              <a:path w="208346" h="72163">
                <a:moveTo>
                  <a:pt x="0" y="0"/>
                </a:moveTo>
                <a:lnTo>
                  <a:pt x="208346" y="0"/>
                </a:lnTo>
                <a:lnTo>
                  <a:pt x="208346" y="72164"/>
                </a:lnTo>
                <a:lnTo>
                  <a:pt x="0" y="72164"/>
                </a:lnTo>
                <a:lnTo>
                  <a:pt x="0" y="0"/>
                </a:lnTo>
                <a:close/>
              </a:path>
            </a:pathLst>
          </a:custGeom>
          <a:solidFill xmlns:a="http://schemas.openxmlformats.org/drawingml/2006/main">
            <a:srgbClr val="00B398"/>
          </a:solidFill>
          <a:ln xmlns:a="http://schemas.openxmlformats.org/drawingml/2006/main" w="8132"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069" name="Forma libre: forma 2068">
            <a:extLst xmlns:a="http://schemas.openxmlformats.org/drawingml/2006/main">
              <a:ext uri="{FF2B5EF4-FFF2-40B4-BE49-F238E27FC236}">
                <a16:creationId xmlns:a16="http://schemas.microsoft.com/office/drawing/2014/main" id="{6C634579-4DC5-A306-4DFB-A99518C8F97B}"/>
              </a:ext>
            </a:extLst>
          </p:cNvPr>
          <p:cNvSpPr>
            <a:spLocks xmlns:a="http://schemas.openxmlformats.org/drawingml/2006/main" noGrp="1"/>
          </p:cNvSpPr>
          <p:nvPr/>
        </p:nvSpPr>
        <p:spPr>
          <a:xfrm xmlns:a="http://schemas.openxmlformats.org/drawingml/2006/main" rot="0" flipH="0" flipV="0">
            <a:off x="2080535" y="5363637"/>
            <a:ext cx="339642" cy="342041"/>
          </a:xfrm>
          <a:custGeom xmlns:a="http://schemas.openxmlformats.org/drawingml/2006/main">
            <a:gdLst>
              <a:gd name="connsiteX0" fmla="*/ 316755 w 541961"/>
              <a:gd name="connsiteY0" fmla="*/ 545789 h 545789"/>
              <a:gd name="connsiteX1" fmla="*/ 225939 w 541961"/>
              <a:gd name="connsiteY1" fmla="*/ 545789 h 545789"/>
              <a:gd name="connsiteX2" fmla="*/ 0 w 541961"/>
              <a:gd name="connsiteY2" fmla="*/ 0 h 545789"/>
              <a:gd name="connsiteX3" fmla="*/ 97820 w 541961"/>
              <a:gd name="connsiteY3" fmla="*/ 0 h 545789"/>
              <a:gd name="connsiteX4" fmla="*/ 270981 w 541961"/>
              <a:gd name="connsiteY4" fmla="*/ 441779 h 545789"/>
              <a:gd name="connsiteX5" fmla="*/ 444874 w 541961"/>
              <a:gd name="connsiteY5" fmla="*/ 0 h 545789"/>
              <a:gd name="connsiteX6" fmla="*/ 541961 w 541961"/>
              <a:gd name="connsiteY6" fmla="*/ 0 h 545789"/>
              <a:gd name="connsiteX7" fmla="*/ 316755 w 541961"/>
              <a:gd name="connsiteY7" fmla="*/ 545789 h 545789"/>
            </a:gdLst>
            <a:rect l="l" t="t" r="r" b="b"/>
            <a:pathLst>
              <a:path w="541961" h="545789">
                <a:moveTo>
                  <a:pt x="316755" y="545789"/>
                </a:moveTo>
                <a:lnTo>
                  <a:pt x="225939" y="545789"/>
                </a:lnTo>
                <a:lnTo>
                  <a:pt x="0" y="0"/>
                </a:lnTo>
                <a:lnTo>
                  <a:pt x="97820" y="0"/>
                </a:lnTo>
                <a:lnTo>
                  <a:pt x="270981" y="441779"/>
                </a:lnTo>
                <a:lnTo>
                  <a:pt x="444874" y="0"/>
                </a:lnTo>
                <a:lnTo>
                  <a:pt x="541961" y="0"/>
                </a:lnTo>
                <a:lnTo>
                  <a:pt x="316755" y="545789"/>
                </a:lnTo>
                <a:close/>
              </a:path>
            </a:pathLst>
          </a:custGeom>
          <a:solidFill xmlns:a="http://schemas.openxmlformats.org/drawingml/2006/main">
            <a:srgbClr val="000000"/>
          </a:solidFill>
          <a:ln xmlns:a="http://schemas.openxmlformats.org/drawingml/2006/main" w="8132"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070" name="Forma libre: forma 2069">
            <a:extLst xmlns:a="http://schemas.openxmlformats.org/drawingml/2006/main">
              <a:ext uri="{FF2B5EF4-FFF2-40B4-BE49-F238E27FC236}">
                <a16:creationId xmlns:a16="http://schemas.microsoft.com/office/drawing/2014/main" id="{9409D334-BB8E-3C45-FC43-CCC752B0AE83}"/>
              </a:ext>
            </a:extLst>
          </p:cNvPr>
          <p:cNvSpPr>
            <a:spLocks xmlns:a="http://schemas.openxmlformats.org/drawingml/2006/main" noGrp="1"/>
          </p:cNvSpPr>
          <p:nvPr/>
        </p:nvSpPr>
        <p:spPr>
          <a:xfrm xmlns:a="http://schemas.openxmlformats.org/drawingml/2006/main" rot="0" flipH="0" flipV="0">
            <a:off x="2403997" y="5458986"/>
            <a:ext cx="255981" cy="251541"/>
          </a:xfrm>
          <a:custGeom xmlns:a="http://schemas.openxmlformats.org/drawingml/2006/main">
            <a:gdLst>
              <a:gd name="connsiteX0" fmla="*/ 330846 w 408466"/>
              <a:gd name="connsiteY0" fmla="*/ 8552 h 401380"/>
              <a:gd name="connsiteX1" fmla="*/ 408467 w 408466"/>
              <a:gd name="connsiteY1" fmla="*/ 8552 h 401380"/>
              <a:gd name="connsiteX2" fmla="*/ 408467 w 408466"/>
              <a:gd name="connsiteY2" fmla="*/ 391362 h 401380"/>
              <a:gd name="connsiteX3" fmla="*/ 332393 w 408466"/>
              <a:gd name="connsiteY3" fmla="*/ 391362 h 401380"/>
              <a:gd name="connsiteX4" fmla="*/ 328484 w 408466"/>
              <a:gd name="connsiteY4" fmla="*/ 329217 h 401380"/>
              <a:gd name="connsiteX5" fmla="*/ 196455 w 408466"/>
              <a:gd name="connsiteY5" fmla="*/ 401380 h 401380"/>
              <a:gd name="connsiteX6" fmla="*/ 0 w 408466"/>
              <a:gd name="connsiteY6" fmla="*/ 199550 h 401380"/>
              <a:gd name="connsiteX7" fmla="*/ 198002 w 408466"/>
              <a:gd name="connsiteY7" fmla="*/ 0 h 401380"/>
              <a:gd name="connsiteX8" fmla="*/ 328402 w 408466"/>
              <a:gd name="connsiteY8" fmla="*/ 69069 h 401380"/>
              <a:gd name="connsiteX9" fmla="*/ 330846 w 408466"/>
              <a:gd name="connsiteY9" fmla="*/ 8552 h 401380"/>
              <a:gd name="connsiteX10" fmla="*/ 80064 w 408466"/>
              <a:gd name="connsiteY10" fmla="*/ 199550 h 401380"/>
              <a:gd name="connsiteX11" fmla="*/ 204274 w 408466"/>
              <a:gd name="connsiteY11" fmla="*/ 326855 h 401380"/>
              <a:gd name="connsiteX12" fmla="*/ 204274 w 408466"/>
              <a:gd name="connsiteY12" fmla="*/ 72978 h 401380"/>
              <a:gd name="connsiteX13" fmla="*/ 80064 w 408466"/>
              <a:gd name="connsiteY13" fmla="*/ 199550 h 401380"/>
            </a:gdLst>
            <a:rect l="l" t="t" r="r" b="b"/>
            <a:pathLst>
              <a:path w="408466" h="401380">
                <a:moveTo>
                  <a:pt x="330846" y="8552"/>
                </a:moveTo>
                <a:lnTo>
                  <a:pt x="408467" y="8552"/>
                </a:lnTo>
                <a:lnTo>
                  <a:pt x="408467" y="391362"/>
                </a:lnTo>
                <a:lnTo>
                  <a:pt x="332393" y="391362"/>
                </a:lnTo>
                <a:lnTo>
                  <a:pt x="328484" y="329217"/>
                </a:lnTo>
                <a:cubicBezTo>
                  <a:pt x="303642" y="378900"/>
                  <a:pt x="243044" y="401380"/>
                  <a:pt x="196455" y="401380"/>
                </a:cubicBezTo>
                <a:cubicBezTo>
                  <a:pt x="84626" y="401380"/>
                  <a:pt x="0" y="329950"/>
                  <a:pt x="0" y="199550"/>
                </a:cubicBezTo>
                <a:cubicBezTo>
                  <a:pt x="0" y="71431"/>
                  <a:pt x="88535" y="0"/>
                  <a:pt x="198002" y="0"/>
                </a:cubicBezTo>
                <a:cubicBezTo>
                  <a:pt x="253143" y="0"/>
                  <a:pt x="304375" y="25656"/>
                  <a:pt x="328402" y="69069"/>
                </a:cubicBezTo>
                <a:lnTo>
                  <a:pt x="330846" y="8552"/>
                </a:lnTo>
                <a:close/>
                <a:moveTo>
                  <a:pt x="80064" y="199550"/>
                </a:moveTo>
                <a:cubicBezTo>
                  <a:pt x="80064" y="277985"/>
                  <a:pt x="135938" y="326855"/>
                  <a:pt x="204274" y="326855"/>
                </a:cubicBezTo>
                <a:cubicBezTo>
                  <a:pt x="369615" y="326855"/>
                  <a:pt x="369615" y="72978"/>
                  <a:pt x="204274" y="72978"/>
                </a:cubicBezTo>
                <a:cubicBezTo>
                  <a:pt x="136020" y="72978"/>
                  <a:pt x="80064" y="121929"/>
                  <a:pt x="80064" y="199550"/>
                </a:cubicBezTo>
                <a:close/>
              </a:path>
            </a:pathLst>
          </a:custGeom>
          <a:solidFill xmlns:a="http://schemas.openxmlformats.org/drawingml/2006/main">
            <a:srgbClr val="000000"/>
          </a:solidFill>
          <a:ln xmlns:a="http://schemas.openxmlformats.org/drawingml/2006/main" w="8132"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071" name="Forma libre: forma 2070">
            <a:extLst xmlns:a="http://schemas.openxmlformats.org/drawingml/2006/main">
              <a:ext uri="{FF2B5EF4-FFF2-40B4-BE49-F238E27FC236}">
                <a16:creationId xmlns:a16="http://schemas.microsoft.com/office/drawing/2014/main" id="{A46FFDCD-97E0-30AF-3FC7-4A2C98490210}"/>
              </a:ext>
            </a:extLst>
          </p:cNvPr>
          <p:cNvSpPr>
            <a:spLocks xmlns:a="http://schemas.openxmlformats.org/drawingml/2006/main" noGrp="1"/>
          </p:cNvSpPr>
          <p:nvPr/>
        </p:nvSpPr>
        <p:spPr>
          <a:xfrm xmlns:a="http://schemas.openxmlformats.org/drawingml/2006/main" rot="0" flipH="0" flipV="0">
            <a:off x="2718271" y="5364096"/>
            <a:ext cx="50124" cy="340101"/>
          </a:xfrm>
          <a:custGeom xmlns:a="http://schemas.openxmlformats.org/drawingml/2006/main">
            <a:gdLst>
              <a:gd name="connsiteX0" fmla="*/ 79983 w 79982"/>
              <a:gd name="connsiteY0" fmla="*/ 0 h 542694"/>
              <a:gd name="connsiteX1" fmla="*/ 79983 w 79982"/>
              <a:gd name="connsiteY1" fmla="*/ 542694 h 542694"/>
              <a:gd name="connsiteX2" fmla="*/ 0 w 79982"/>
              <a:gd name="connsiteY2" fmla="*/ 542694 h 542694"/>
              <a:gd name="connsiteX3" fmla="*/ 0 w 79982"/>
              <a:gd name="connsiteY3" fmla="*/ 34616 h 542694"/>
              <a:gd name="connsiteX4" fmla="*/ 79983 w 79982"/>
              <a:gd name="connsiteY4" fmla="*/ 0 h 542694"/>
            </a:gdLst>
            <a:rect l="l" t="t" r="r" b="b"/>
            <a:pathLst>
              <a:path w="79982" h="542694">
                <a:moveTo>
                  <a:pt x="79983" y="0"/>
                </a:moveTo>
                <a:lnTo>
                  <a:pt x="79983" y="542694"/>
                </a:lnTo>
                <a:lnTo>
                  <a:pt x="0" y="542694"/>
                </a:lnTo>
                <a:lnTo>
                  <a:pt x="0" y="34616"/>
                </a:lnTo>
                <a:lnTo>
                  <a:pt x="79983" y="0"/>
                </a:lnTo>
                <a:close/>
              </a:path>
            </a:pathLst>
          </a:custGeom>
          <a:solidFill xmlns:a="http://schemas.openxmlformats.org/drawingml/2006/main">
            <a:srgbClr val="000000"/>
          </a:solidFill>
          <a:ln xmlns:a="http://schemas.openxmlformats.org/drawingml/2006/main" w="8132"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072" name="Forma libre: forma 2071">
            <a:extLst xmlns:a="http://schemas.openxmlformats.org/drawingml/2006/main">
              <a:ext uri="{FF2B5EF4-FFF2-40B4-BE49-F238E27FC236}">
                <a16:creationId xmlns:a16="http://schemas.microsoft.com/office/drawing/2014/main" id="{1D1E8DF0-4A5D-E1A0-3AA0-09B4C0CEB440}"/>
              </a:ext>
            </a:extLst>
          </p:cNvPr>
          <p:cNvSpPr>
            <a:spLocks xmlns:a="http://schemas.openxmlformats.org/drawingml/2006/main" noGrp="1"/>
          </p:cNvSpPr>
          <p:nvPr/>
        </p:nvSpPr>
        <p:spPr>
          <a:xfrm xmlns:a="http://schemas.openxmlformats.org/drawingml/2006/main" rot="0" flipH="0" flipV="0">
            <a:off x="2826686" y="5364096"/>
            <a:ext cx="50124" cy="340101"/>
          </a:xfrm>
          <a:custGeom xmlns:a="http://schemas.openxmlformats.org/drawingml/2006/main">
            <a:gdLst>
              <a:gd name="connsiteX0" fmla="*/ 79983 w 79982"/>
              <a:gd name="connsiteY0" fmla="*/ 0 h 542694"/>
              <a:gd name="connsiteX1" fmla="*/ 79983 w 79982"/>
              <a:gd name="connsiteY1" fmla="*/ 542694 h 542694"/>
              <a:gd name="connsiteX2" fmla="*/ 0 w 79982"/>
              <a:gd name="connsiteY2" fmla="*/ 542694 h 542694"/>
              <a:gd name="connsiteX3" fmla="*/ 0 w 79982"/>
              <a:gd name="connsiteY3" fmla="*/ 34616 h 542694"/>
              <a:gd name="connsiteX4" fmla="*/ 79983 w 79982"/>
              <a:gd name="connsiteY4" fmla="*/ 0 h 542694"/>
            </a:gdLst>
            <a:rect l="l" t="t" r="r" b="b"/>
            <a:pathLst>
              <a:path w="79982" h="542694">
                <a:moveTo>
                  <a:pt x="79983" y="0"/>
                </a:moveTo>
                <a:lnTo>
                  <a:pt x="79983" y="542694"/>
                </a:lnTo>
                <a:lnTo>
                  <a:pt x="0" y="542694"/>
                </a:lnTo>
                <a:lnTo>
                  <a:pt x="0" y="34616"/>
                </a:lnTo>
                <a:lnTo>
                  <a:pt x="79983" y="0"/>
                </a:lnTo>
                <a:close/>
              </a:path>
            </a:pathLst>
          </a:custGeom>
          <a:solidFill xmlns:a="http://schemas.openxmlformats.org/drawingml/2006/main">
            <a:srgbClr val="000000"/>
          </a:solidFill>
          <a:ln xmlns:a="http://schemas.openxmlformats.org/drawingml/2006/main" w="8132"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073" name="Forma libre: forma 2072">
            <a:extLst xmlns:a="http://schemas.openxmlformats.org/drawingml/2006/main">
              <a:ext uri="{FF2B5EF4-FFF2-40B4-BE49-F238E27FC236}">
                <a16:creationId xmlns:a16="http://schemas.microsoft.com/office/drawing/2014/main" id="{2D6C5430-77B2-BBC4-7B29-26888FF98091}"/>
              </a:ext>
            </a:extLst>
          </p:cNvPr>
          <p:cNvSpPr>
            <a:spLocks xmlns:a="http://schemas.openxmlformats.org/drawingml/2006/main" noGrp="1"/>
          </p:cNvSpPr>
          <p:nvPr/>
        </p:nvSpPr>
        <p:spPr>
          <a:xfrm xmlns:a="http://schemas.openxmlformats.org/drawingml/2006/main" rot="0" flipH="0" flipV="0">
            <a:off x="2921474" y="5459037"/>
            <a:ext cx="247744" cy="252051"/>
          </a:xfrm>
          <a:custGeom xmlns:a="http://schemas.openxmlformats.org/drawingml/2006/main">
            <a:gdLst>
              <a:gd name="connsiteX0" fmla="*/ 83078 w 395322"/>
              <a:gd name="connsiteY0" fmla="*/ 231315 h 402194"/>
              <a:gd name="connsiteX1" fmla="*/ 208102 w 395322"/>
              <a:gd name="connsiteY1" fmla="*/ 327588 h 402194"/>
              <a:gd name="connsiteX2" fmla="*/ 319117 w 395322"/>
              <a:gd name="connsiteY2" fmla="*/ 286456 h 402194"/>
              <a:gd name="connsiteX3" fmla="*/ 371163 w 395322"/>
              <a:gd name="connsiteY3" fmla="*/ 336954 h 402194"/>
              <a:gd name="connsiteX4" fmla="*/ 206555 w 395322"/>
              <a:gd name="connsiteY4" fmla="*/ 402195 h 402194"/>
              <a:gd name="connsiteX5" fmla="*/ 0 w 395322"/>
              <a:gd name="connsiteY5" fmla="*/ 199550 h 402194"/>
              <a:gd name="connsiteX6" fmla="*/ 201097 w 395322"/>
              <a:gd name="connsiteY6" fmla="*/ 0 h 402194"/>
              <a:gd name="connsiteX7" fmla="*/ 393643 w 395322"/>
              <a:gd name="connsiteY7" fmla="*/ 231396 h 402194"/>
              <a:gd name="connsiteX8" fmla="*/ 83078 w 395322"/>
              <a:gd name="connsiteY8" fmla="*/ 231396 h 402194"/>
              <a:gd name="connsiteX9" fmla="*/ 316755 w 395322"/>
              <a:gd name="connsiteY9" fmla="*/ 163712 h 402194"/>
              <a:gd name="connsiteX10" fmla="*/ 203378 w 395322"/>
              <a:gd name="connsiteY10" fmla="*/ 71349 h 402194"/>
              <a:gd name="connsiteX11" fmla="*/ 84626 w 395322"/>
              <a:gd name="connsiteY11" fmla="*/ 163712 h 402194"/>
              <a:gd name="connsiteX12" fmla="*/ 316755 w 395322"/>
              <a:gd name="connsiteY12" fmla="*/ 163712 h 402194"/>
            </a:gdLst>
            <a:rect l="l" t="t" r="r" b="b"/>
            <a:pathLst>
              <a:path w="395322" h="402194">
                <a:moveTo>
                  <a:pt x="83078" y="231315"/>
                </a:moveTo>
                <a:cubicBezTo>
                  <a:pt x="90082" y="290284"/>
                  <a:pt x="137404" y="327588"/>
                  <a:pt x="208102" y="327588"/>
                </a:cubicBezTo>
                <a:cubicBezTo>
                  <a:pt x="247686" y="327588"/>
                  <a:pt x="295090" y="313578"/>
                  <a:pt x="319117" y="286456"/>
                </a:cubicBezTo>
                <a:lnTo>
                  <a:pt x="371163" y="336954"/>
                </a:lnTo>
                <a:cubicBezTo>
                  <a:pt x="331579" y="381181"/>
                  <a:pt x="265605" y="402195"/>
                  <a:pt x="206555" y="402195"/>
                </a:cubicBezTo>
                <a:cubicBezTo>
                  <a:pt x="80797" y="402195"/>
                  <a:pt x="0" y="322212"/>
                  <a:pt x="0" y="199550"/>
                </a:cubicBezTo>
                <a:cubicBezTo>
                  <a:pt x="0" y="83078"/>
                  <a:pt x="81530" y="0"/>
                  <a:pt x="201097" y="0"/>
                </a:cubicBezTo>
                <a:cubicBezTo>
                  <a:pt x="324574" y="0"/>
                  <a:pt x="408385" y="76073"/>
                  <a:pt x="393643" y="231396"/>
                </a:cubicBezTo>
                <a:lnTo>
                  <a:pt x="83078" y="231396"/>
                </a:lnTo>
                <a:close/>
                <a:moveTo>
                  <a:pt x="316755" y="163712"/>
                </a:moveTo>
                <a:cubicBezTo>
                  <a:pt x="311298" y="102381"/>
                  <a:pt x="268619" y="71349"/>
                  <a:pt x="203378" y="71349"/>
                </a:cubicBezTo>
                <a:cubicBezTo>
                  <a:pt x="144409" y="71349"/>
                  <a:pt x="97006" y="102381"/>
                  <a:pt x="84626" y="163712"/>
                </a:cubicBezTo>
                <a:lnTo>
                  <a:pt x="316755" y="163712"/>
                </a:lnTo>
                <a:close/>
              </a:path>
            </a:pathLst>
          </a:custGeom>
          <a:solidFill xmlns:a="http://schemas.openxmlformats.org/drawingml/2006/main">
            <a:srgbClr val="000000"/>
          </a:solidFill>
          <a:ln xmlns:a="http://schemas.openxmlformats.org/drawingml/2006/main" w="8132"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074" name="Forma libre: forma 2073">
            <a:extLst xmlns:a="http://schemas.openxmlformats.org/drawingml/2006/main">
              <a:ext uri="{FF2B5EF4-FFF2-40B4-BE49-F238E27FC236}">
                <a16:creationId xmlns:a16="http://schemas.microsoft.com/office/drawing/2014/main" id="{0361506D-05DA-5CE5-80E8-D581D566C865}"/>
              </a:ext>
            </a:extLst>
          </p:cNvPr>
          <p:cNvSpPr>
            <a:spLocks xmlns:a="http://schemas.openxmlformats.org/drawingml/2006/main" noGrp="1"/>
          </p:cNvSpPr>
          <p:nvPr/>
        </p:nvSpPr>
        <p:spPr>
          <a:xfrm xmlns:a="http://schemas.openxmlformats.org/drawingml/2006/main" rot="0" flipH="0" flipV="0">
            <a:off x="3176742" y="5464346"/>
            <a:ext cx="253021" cy="331985"/>
          </a:xfrm>
          <a:custGeom xmlns:a="http://schemas.openxmlformats.org/drawingml/2006/main">
            <a:gdLst>
              <a:gd name="connsiteX0" fmla="*/ 87069 w 403742"/>
              <a:gd name="connsiteY0" fmla="*/ 529744 h 529743"/>
              <a:gd name="connsiteX1" fmla="*/ 175522 w 403742"/>
              <a:gd name="connsiteY1" fmla="*/ 529744 h 529743"/>
              <a:gd name="connsiteX2" fmla="*/ 403742 w 403742"/>
              <a:gd name="connsiteY2" fmla="*/ 0 h 529743"/>
              <a:gd name="connsiteX3" fmla="*/ 314393 w 403742"/>
              <a:gd name="connsiteY3" fmla="*/ 0 h 529743"/>
              <a:gd name="connsiteX4" fmla="*/ 238320 w 403742"/>
              <a:gd name="connsiteY4" fmla="*/ 182446 h 529743"/>
              <a:gd name="connsiteX5" fmla="*/ 197188 w 403742"/>
              <a:gd name="connsiteY5" fmla="*/ 289632 h 529743"/>
              <a:gd name="connsiteX6" fmla="*/ 159151 w 403742"/>
              <a:gd name="connsiteY6" fmla="*/ 180898 h 529743"/>
              <a:gd name="connsiteX7" fmla="*/ 93178 w 403742"/>
              <a:gd name="connsiteY7" fmla="*/ 0 h 529743"/>
              <a:gd name="connsiteX8" fmla="*/ 0 w 403742"/>
              <a:gd name="connsiteY8" fmla="*/ 0 h 529743"/>
              <a:gd name="connsiteX9" fmla="*/ 152961 w 403742"/>
              <a:gd name="connsiteY9" fmla="*/ 377353 h 529743"/>
            </a:gdLst>
            <a:rect l="l" t="t" r="r" b="b"/>
            <a:pathLst>
              <a:path w="403742" h="529743">
                <a:moveTo>
                  <a:pt x="87069" y="529744"/>
                </a:moveTo>
                <a:lnTo>
                  <a:pt x="175522" y="529744"/>
                </a:lnTo>
                <a:lnTo>
                  <a:pt x="403742" y="0"/>
                </a:lnTo>
                <a:lnTo>
                  <a:pt x="314393" y="0"/>
                </a:lnTo>
                <a:lnTo>
                  <a:pt x="238320" y="182446"/>
                </a:lnTo>
                <a:lnTo>
                  <a:pt x="197188" y="289632"/>
                </a:lnTo>
                <a:lnTo>
                  <a:pt x="159151" y="180898"/>
                </a:lnTo>
                <a:lnTo>
                  <a:pt x="93178" y="0"/>
                </a:lnTo>
                <a:lnTo>
                  <a:pt x="0" y="0"/>
                </a:lnTo>
                <a:lnTo>
                  <a:pt x="152961" y="377353"/>
                </a:lnTo>
                <a:close/>
              </a:path>
            </a:pathLst>
          </a:custGeom>
          <a:solidFill xmlns:a="http://schemas.openxmlformats.org/drawingml/2006/main">
            <a:srgbClr val="000000"/>
          </a:solidFill>
          <a:ln xmlns:a="http://schemas.openxmlformats.org/drawingml/2006/main" w="8132"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076" name="Forma libre: forma 2075">
            <a:extLst xmlns:a="http://schemas.openxmlformats.org/drawingml/2006/main">
              <a:ext uri="{FF2B5EF4-FFF2-40B4-BE49-F238E27FC236}">
                <a16:creationId xmlns:a16="http://schemas.microsoft.com/office/drawing/2014/main" id="{628E8A68-1BEB-3B15-6A60-A3C98CAA3DF0}"/>
              </a:ext>
            </a:extLst>
          </p:cNvPr>
          <p:cNvSpPr>
            <a:spLocks xmlns:a="http://schemas.openxmlformats.org/drawingml/2006/main" noGrp="1"/>
          </p:cNvSpPr>
          <p:nvPr/>
        </p:nvSpPr>
        <p:spPr>
          <a:xfrm xmlns:a="http://schemas.openxmlformats.org/drawingml/2006/main" rot="0" flipH="0" flipV="0">
            <a:off x="859069" y="5287991"/>
            <a:ext cx="570715" cy="210093"/>
          </a:xfrm>
          <a:custGeom xmlns:a="http://schemas.openxmlformats.org/drawingml/2006/main">
            <a:gdLst>
              <a:gd name="connsiteX0" fmla="*/ 455381 w 910680"/>
              <a:gd name="connsiteY0" fmla="*/ 335244 h 335243"/>
              <a:gd name="connsiteX1" fmla="*/ 910680 w 910680"/>
              <a:gd name="connsiteY1" fmla="*/ 55060 h 335243"/>
              <a:gd name="connsiteX2" fmla="*/ 868408 w 910680"/>
              <a:gd name="connsiteY2" fmla="*/ 0 h 335243"/>
              <a:gd name="connsiteX3" fmla="*/ 42272 w 910680"/>
              <a:gd name="connsiteY3" fmla="*/ 0 h 335243"/>
              <a:gd name="connsiteX4" fmla="*/ 0 w 910680"/>
              <a:gd name="connsiteY4" fmla="*/ 55060 h 335243"/>
            </a:gdLst>
            <a:rect l="l" t="t" r="r" b="b"/>
            <a:pathLst>
              <a:path w="910680" h="335243">
                <a:moveTo>
                  <a:pt x="455381" y="335244"/>
                </a:moveTo>
                <a:lnTo>
                  <a:pt x="910680" y="55060"/>
                </a:lnTo>
                <a:lnTo>
                  <a:pt x="868408" y="0"/>
                </a:lnTo>
                <a:lnTo>
                  <a:pt x="42272" y="0"/>
                </a:lnTo>
                <a:lnTo>
                  <a:pt x="0" y="55060"/>
                </a:lnTo>
                <a:close/>
              </a:path>
            </a:pathLst>
          </a:custGeom>
          <a:solidFill xmlns:a="http://schemas.openxmlformats.org/drawingml/2006/main">
            <a:srgbClr val="64CCC9"/>
          </a:solidFill>
          <a:ln xmlns:a="http://schemas.openxmlformats.org/drawingml/2006/main" w="8132"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077" name="Forma libre: forma 2076">
            <a:extLst xmlns:a="http://schemas.openxmlformats.org/drawingml/2006/main">
              <a:ext uri="{FF2B5EF4-FFF2-40B4-BE49-F238E27FC236}">
                <a16:creationId xmlns:a16="http://schemas.microsoft.com/office/drawing/2014/main" id="{03D79057-E04E-0853-D962-49DB782E93EE}"/>
              </a:ext>
            </a:extLst>
          </p:cNvPr>
          <p:cNvSpPr>
            <a:spLocks xmlns:a="http://schemas.openxmlformats.org/drawingml/2006/main" noGrp="1"/>
          </p:cNvSpPr>
          <p:nvPr/>
        </p:nvSpPr>
        <p:spPr>
          <a:xfrm xmlns:a="http://schemas.openxmlformats.org/drawingml/2006/main" rot="0" flipH="0" flipV="0">
            <a:off x="818285" y="5351234"/>
            <a:ext cx="309271" cy="520692"/>
          </a:xfrm>
          <a:custGeom xmlns:a="http://schemas.openxmlformats.org/drawingml/2006/main">
            <a:gdLst>
              <a:gd name="connsiteX0" fmla="*/ 493499 w 493499"/>
              <a:gd name="connsiteY0" fmla="*/ 280917 h 830860"/>
              <a:gd name="connsiteX1" fmla="*/ 36896 w 493499"/>
              <a:gd name="connsiteY1" fmla="*/ 0 h 830860"/>
              <a:gd name="connsiteX2" fmla="*/ 0 w 493499"/>
              <a:gd name="connsiteY2" fmla="*/ 82915 h 830860"/>
              <a:gd name="connsiteX3" fmla="*/ 493499 w 493499"/>
              <a:gd name="connsiteY3" fmla="*/ 830860 h 830860"/>
            </a:gdLst>
            <a:rect l="l" t="t" r="r" b="b"/>
            <a:pathLst>
              <a:path w="493499" h="830860">
                <a:moveTo>
                  <a:pt x="493499" y="280917"/>
                </a:moveTo>
                <a:lnTo>
                  <a:pt x="36896" y="0"/>
                </a:lnTo>
                <a:lnTo>
                  <a:pt x="0" y="82915"/>
                </a:lnTo>
                <a:lnTo>
                  <a:pt x="493499" y="830860"/>
                </a:lnTo>
                <a:close/>
              </a:path>
            </a:pathLst>
          </a:custGeom>
          <a:solidFill xmlns:a="http://schemas.openxmlformats.org/drawingml/2006/main">
            <a:srgbClr val="004F59"/>
          </a:solidFill>
          <a:ln xmlns:a="http://schemas.openxmlformats.org/drawingml/2006/main" w="8132"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078" name="Forma libre: forma 2077">
            <a:extLst xmlns:a="http://schemas.openxmlformats.org/drawingml/2006/main">
              <a:ext uri="{FF2B5EF4-FFF2-40B4-BE49-F238E27FC236}">
                <a16:creationId xmlns:a16="http://schemas.microsoft.com/office/drawing/2014/main" id="{0DC387E9-B254-499D-ACBD-4FA24D523D9A}"/>
              </a:ext>
            </a:extLst>
          </p:cNvPr>
          <p:cNvSpPr>
            <a:spLocks xmlns:a="http://schemas.openxmlformats.org/drawingml/2006/main" noGrp="1"/>
          </p:cNvSpPr>
          <p:nvPr/>
        </p:nvSpPr>
        <p:spPr>
          <a:xfrm xmlns:a="http://schemas.openxmlformats.org/drawingml/2006/main" rot="0" flipH="0" flipV="0">
            <a:off x="1161296" y="5351284"/>
            <a:ext cx="309271" cy="520641"/>
          </a:xfrm>
          <a:custGeom xmlns:a="http://schemas.openxmlformats.org/drawingml/2006/main">
            <a:gdLst>
              <a:gd name="connsiteX0" fmla="*/ 456603 w 493499"/>
              <a:gd name="connsiteY0" fmla="*/ 0 h 830779"/>
              <a:gd name="connsiteX1" fmla="*/ 0 w 493499"/>
              <a:gd name="connsiteY1" fmla="*/ 280836 h 830779"/>
              <a:gd name="connsiteX2" fmla="*/ 0 w 493499"/>
              <a:gd name="connsiteY2" fmla="*/ 830779 h 830779"/>
              <a:gd name="connsiteX3" fmla="*/ 493499 w 493499"/>
              <a:gd name="connsiteY3" fmla="*/ 82834 h 830779"/>
            </a:gdLst>
            <a:rect l="l" t="t" r="r" b="b"/>
            <a:pathLst>
              <a:path w="493499" h="830779">
                <a:moveTo>
                  <a:pt x="456603" y="0"/>
                </a:moveTo>
                <a:lnTo>
                  <a:pt x="0" y="280836"/>
                </a:lnTo>
                <a:lnTo>
                  <a:pt x="0" y="830779"/>
                </a:lnTo>
                <a:lnTo>
                  <a:pt x="493499" y="82834"/>
                </a:lnTo>
                <a:close/>
              </a:path>
            </a:pathLst>
          </a:custGeom>
          <a:solidFill xmlns:a="http://schemas.openxmlformats.org/drawingml/2006/main">
            <a:srgbClr val="00B398"/>
          </a:solidFill>
          <a:ln xmlns:a="http://schemas.openxmlformats.org/drawingml/2006/main" w="8132" cap="flat">
            <a:noFill/>
            <a:prstDash val="solid"/>
            <a:miter/>
          </a:ln>
        </p:spPr>
        <p:txBody>
          <a:bodyPr xmlns:a="http://schemas.openxmlformats.org/drawingml/2006/main" anchor="ctr"/>
          <a:lstStyle xmlns:a="http://schemas.openxmlformats.org/drawingml/2006/main"/>
          <a:p xmlns:a="http://schemas.openxmlformats.org/drawingml/2006/main">
            <a:endParaRPr/>
          </a:p>
        </p:txBody>
      </p:sp>
      <p:pic>
        <p:nvPicPr>
          <p:cNvPr id="2140" name="Picture 31"/>
          <p:cNvPicPr>
            <a:picLocks xmlns:a="http://schemas.openxmlformats.org/drawingml/2006/main" noChangeAspect="1"/>
          </p:cNvPicPr>
          <p:nvPr/>
        </p:nvPicPr>
        <p:blipFill>
          <a:blip xmlns:r="http://schemas.openxmlformats.org/officeDocument/2006/relationships" xmlns:a="http://schemas.openxmlformats.org/drawingml/2006/main" r:embed="R8d1aed1e89f242e6"/>
          <a:stretch xmlns:a="http://schemas.openxmlformats.org/drawingml/2006/main">
            <a:fillRect l="0" t="0" r="0" b="0"/>
          </a:stretch>
        </p:blipFill>
        <p:spPr>
          <a:xfrm xmlns:a="http://schemas.openxmlformats.org/drawingml/2006/main">
            <a:off x="5584914" y="2103698"/>
            <a:ext cx="1885012" cy="406819"/>
          </a:xfrm>
          <a:prstGeom xmlns:a="http://schemas.openxmlformats.org/drawingml/2006/main" prst="rect">
            <a:avLst/>
          </a:prstGeom>
        </p:spPr>
      </p:pic>
      <p:pic>
        <p:nvPicPr>
          <p:cNvPr id="2141" name="Picture 16"/>
          <p:cNvPicPr>
            <a:picLocks xmlns:a="http://schemas.openxmlformats.org/drawingml/2006/main" noChangeAspect="1"/>
          </p:cNvPicPr>
          <p:nvPr/>
        </p:nvPicPr>
        <p:blipFill>
          <a:blip xmlns:r="http://schemas.openxmlformats.org/officeDocument/2006/relationships" xmlns:a="http://schemas.openxmlformats.org/drawingml/2006/main" r:embed="Re78244df30474023"/>
          <a:stretch xmlns:a="http://schemas.openxmlformats.org/drawingml/2006/main">
            <a:fillRect l="0" t="0" r="0" b="0"/>
          </a:stretch>
        </p:blipFill>
        <p:spPr>
          <a:xfrm xmlns:a="http://schemas.openxmlformats.org/drawingml/2006/main">
            <a:off x="9974178" y="5393038"/>
            <a:ext cx="1205135" cy="849426"/>
          </a:xfrm>
          <a:prstGeom xmlns:a="http://schemas.openxmlformats.org/drawingml/2006/main" prst="rect">
            <a:avLst/>
          </a:prstGeom>
        </p:spPr>
      </p:pic>
      <p:pic>
        <p:nvPicPr>
          <p:cNvPr id="2142" name="Picture 21"/>
          <p:cNvPicPr>
            <a:picLocks xmlns:a="http://schemas.openxmlformats.org/drawingml/2006/main" noChangeAspect="1"/>
          </p:cNvPicPr>
          <p:nvPr/>
        </p:nvPicPr>
        <p:blipFill>
          <a:blip xmlns:r="http://schemas.openxmlformats.org/officeDocument/2006/relationships" xmlns:a="http://schemas.openxmlformats.org/drawingml/2006/main" r:embed="Recb7f7db29994e44"/>
          <a:stretch xmlns:a="http://schemas.openxmlformats.org/drawingml/2006/main">
            <a:fillRect l="0" t="0" r="0" b="0"/>
          </a:stretch>
        </p:blipFill>
        <p:spPr>
          <a:xfrm xmlns:a="http://schemas.openxmlformats.org/drawingml/2006/main">
            <a:off x="3266636" y="2635310"/>
            <a:ext cx="1545645" cy="856147"/>
          </a:xfrm>
          <a:prstGeom xmlns:a="http://schemas.openxmlformats.org/drawingml/2006/main" prst="rect">
            <a:avLst/>
          </a:prstGeom>
        </p:spPr>
      </p:pic>
    </p:spTree>
    <p:extLst>
      <p:ext uri="{BB962C8B-B14F-4D97-AF65-F5344CB8AC3E}">
        <p14:creationId xmlns:p14="http://schemas.microsoft.com/office/powerpoint/2010/main" val="380831375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 name="Freeform: Shape 17">
            <a:extLst xmlns:a="http://schemas.openxmlformats.org/drawingml/2006/main">
              <a:ext uri="{FF2B5EF4-FFF2-40B4-BE49-F238E27FC236}">
                <a16:creationId xmlns:a16="http://schemas.microsoft.com/office/drawing/2014/main" id="{F743889F-0E2D-48DE-8563-F6406BD0CD5F}"/>
              </a:ext>
            </a:extLst>
          </p:cNvPr>
          <p:cNvSpPr>
            <a:spLocks xmlns:a="http://schemas.openxmlformats.org/drawingml/2006/main" noGrp="1"/>
          </p:cNvSpPr>
          <p:nvPr/>
        </p:nvSpPr>
        <p:spPr>
          <a:xfrm xmlns:a="http://schemas.openxmlformats.org/drawingml/2006/main">
            <a:off x="0" y="0"/>
            <a:ext cx="12192000" cy="6858000"/>
          </a:xfrm>
          <a:custGeom xmlns:a="http://schemas.openxmlformats.org/drawingml/2006/main">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rect l="l" t="t" r="r" b="b"/>
            <a:pathLst>
              <a:path w="12192000" h="6858000">
                <a:moveTo>
                  <a:pt x="0" y="0"/>
                </a:moveTo>
                <a:lnTo>
                  <a:pt x="12192000" y="0"/>
                </a:lnTo>
                <a:lnTo>
                  <a:pt x="12192000" y="6858000"/>
                </a:lnTo>
                <a:lnTo>
                  <a:pt x="0" y="6858000"/>
                </a:lnTo>
                <a:close/>
              </a:path>
            </a:pathLst>
          </a:custGeom>
          <a:solidFill xmlns:a="http://schemas.openxmlformats.org/drawingml/2006/main">
            <a:schemeClr val="accent1">
              <a:alpha val="88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6C1F8D39-4E29-4889-98DC-8548B06400EB}"/>
              </a:ext>
            </a:extLst>
          </p:cNvPr>
          <p:cNvSpPr>
            <a:spLocks xmlns:a="http://schemas.openxmlformats.org/drawingml/2006/main" noGrp="1"/>
          </p:cNvSpPr>
          <p:nvPr/>
        </p:nvSpPr>
        <p:spPr>
          <a:xfrm xmlns:a="http://schemas.openxmlformats.org/drawingml/2006/main" rot="0" flipH="0" flipV="0">
            <a:off x="5625360" y="6336040"/>
            <a:ext cx="941283" cy="259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fld id="{260E2A6B-A809-4840-BF14-8648BC0BDF87}" type="slidenum">
              <a:rPr sz="1100" i="0">
                <a:solidFill>
                  <a:schemeClr val="bg1"/>
                </a:solidFill>
                <a:latin typeface="Segoe UI"/>
                <a:ea typeface="Segoe UI"/>
                <a:cs typeface="Segoe UI"/>
              </a:rPr>
              <a:t>6</a:t>
            </a:fld>
            <a:endParaRPr sz="4400" i="0">
              <a:solidFill>
                <a:schemeClr val="bg1"/>
              </a:solidFill>
              <a:latin typeface="Segoe UI"/>
              <a:ea typeface="Segoe UI"/>
              <a:cs typeface="Segoe UI"/>
            </a:endParaRPr>
          </a:p>
        </p:txBody>
      </p:sp>
      <p:sp>
        <p:nvSpPr>
          <p:cNvPr id="28" name="Freeform: Shape 27">
            <a:extLst xmlns:a="http://schemas.openxmlformats.org/drawingml/2006/main">
              <a:ext uri="{FF2B5EF4-FFF2-40B4-BE49-F238E27FC236}">
                <a16:creationId xmlns:a16="http://schemas.microsoft.com/office/drawing/2014/main" id="{F3F421B6-D8CF-4E9B-8893-669E9CDB39C2}"/>
              </a:ext>
            </a:extLst>
          </p:cNvPr>
          <p:cNvSpPr>
            <a:spLocks xmlns:a="http://schemas.openxmlformats.org/drawingml/2006/main" noGrp="1"/>
          </p:cNvSpPr>
          <p:nvPr/>
        </p:nvSpPr>
        <p:spPr>
          <a:xfrm xmlns:a="http://schemas.openxmlformats.org/drawingml/2006/main">
            <a:off x="11471504" y="6083574"/>
            <a:ext cx="720496" cy="774426"/>
          </a:xfrm>
          <a:custGeom xmlns:a="http://schemas.openxmlformats.org/drawingml/2006/main">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bg1"/>
              </a:solidFill>
              <a:latin typeface="Segoe UI"/>
              <a:ea typeface="Segoe UI"/>
              <a:cs typeface="Segoe UI"/>
            </a:endParaRPr>
          </a:p>
        </p:txBody>
      </p:sp>
      <p:sp>
        <p:nvSpPr>
          <p:cNvPr id="31" name="Freeform: Shape 30">
            <a:extLst xmlns:a="http://schemas.openxmlformats.org/drawingml/2006/main">
              <a:ext uri="{FF2B5EF4-FFF2-40B4-BE49-F238E27FC236}">
                <a16:creationId xmlns:a16="http://schemas.microsoft.com/office/drawing/2014/main" id="{1F2C4D64-10DE-46FB-BEC4-5AF3EA26BA20}"/>
              </a:ext>
            </a:extLst>
          </p:cNvPr>
          <p:cNvSpPr>
            <a:spLocks xmlns:a="http://schemas.openxmlformats.org/drawingml/2006/main" noGrp="1"/>
          </p:cNvSpPr>
          <p:nvPr/>
        </p:nvSpPr>
        <p:spPr>
          <a:xfrm xmlns:a="http://schemas.openxmlformats.org/drawingml/2006/main">
            <a:off x="1541386" y="901562"/>
            <a:ext cx="2181523" cy="2272964"/>
          </a:xfrm>
          <a:custGeom xmlns:a="http://schemas.openxmlformats.org/drawingml/2006/main">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xmlns:a="http://schemas.openxmlformats.org/drawingml/2006/main">
            <a:schemeClr val="bg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
        <p:nvSpPr>
          <p:cNvPr id="32" name="Freeform: Shape 31">
            <a:extLst xmlns:a="http://schemas.openxmlformats.org/drawingml/2006/main">
              <a:ext uri="{FF2B5EF4-FFF2-40B4-BE49-F238E27FC236}">
                <a16:creationId xmlns:a16="http://schemas.microsoft.com/office/drawing/2014/main" id="{E3D31398-4180-4611-AE52-6CC4D0C5A2FF}"/>
              </a:ext>
            </a:extLst>
          </p:cNvPr>
          <p:cNvSpPr>
            <a:spLocks xmlns:a="http://schemas.openxmlformats.org/drawingml/2006/main" noGrp="1"/>
          </p:cNvSpPr>
          <p:nvPr/>
        </p:nvSpPr>
        <p:spPr>
          <a:xfrm xmlns:a="http://schemas.openxmlformats.org/drawingml/2006/main" rot="17892069">
            <a:off x="4361021" y="4687017"/>
            <a:ext cx="649965" cy="688199"/>
          </a:xfrm>
          <a:custGeom xmlns:a="http://schemas.openxmlformats.org/drawingml/2006/main">
            <a:gdLst>
              <a:gd name="connsiteX0" fmla="*/ 789532 w 809625"/>
              <a:gd name="connsiteY0" fmla="*/ 631363 h 857250"/>
              <a:gd name="connsiteX1" fmla="*/ 777149 w 809625"/>
              <a:gd name="connsiteY1" fmla="*/ 807576 h 857250"/>
              <a:gd name="connsiteX2" fmla="*/ 608557 w 809625"/>
              <a:gd name="connsiteY2" fmla="*/ 859011 h 857250"/>
              <a:gd name="connsiteX3" fmla="*/ 411389 w 809625"/>
              <a:gd name="connsiteY3" fmla="*/ 750426 h 857250"/>
              <a:gd name="connsiteX4" fmla="*/ 198029 w 809625"/>
              <a:gd name="connsiteY4" fmla="*/ 785668 h 857250"/>
              <a:gd name="connsiteX5" fmla="*/ 4672 w 809625"/>
              <a:gd name="connsiteY5" fmla="*/ 558973 h 857250"/>
              <a:gd name="connsiteX6" fmla="*/ 257084 w 809625"/>
              <a:gd name="connsiteY6" fmla="*/ 47480 h 857250"/>
              <a:gd name="connsiteX7" fmla="*/ 543787 w 809625"/>
              <a:gd name="connsiteY7" fmla="*/ 237980 h 857250"/>
              <a:gd name="connsiteX8" fmla="*/ 789532 w 809625"/>
              <a:gd name="connsiteY8" fmla="*/ 631363 h 857250"/>
            </a:gdLst>
            <a:rect l="l" t="t" r="r" b="b"/>
            <a:pathLst>
              <a:path w="809625" h="857250">
                <a:moveTo>
                  <a:pt x="789532" y="631363"/>
                </a:moveTo>
                <a:cubicBezTo>
                  <a:pt x="820964" y="685655"/>
                  <a:pt x="816202" y="758998"/>
                  <a:pt x="777149" y="807576"/>
                </a:cubicBezTo>
                <a:cubicBezTo>
                  <a:pt x="738097" y="856153"/>
                  <a:pt x="667612" y="878061"/>
                  <a:pt x="608557" y="859011"/>
                </a:cubicBezTo>
                <a:cubicBezTo>
                  <a:pt x="536167" y="836151"/>
                  <a:pt x="485684" y="762808"/>
                  <a:pt x="411389" y="750426"/>
                </a:cubicBezTo>
                <a:cubicBezTo>
                  <a:pt x="339952" y="738995"/>
                  <a:pt x="270419" y="787573"/>
                  <a:pt x="198029" y="785668"/>
                </a:cubicBezTo>
                <a:cubicBezTo>
                  <a:pt x="90397" y="781858"/>
                  <a:pt x="19912" y="666605"/>
                  <a:pt x="4672" y="558973"/>
                </a:cubicBezTo>
                <a:cubicBezTo>
                  <a:pt x="-23903" y="358948"/>
                  <a:pt x="80872" y="146540"/>
                  <a:pt x="257084" y="47480"/>
                </a:cubicBezTo>
                <a:cubicBezTo>
                  <a:pt x="465682" y="-69677"/>
                  <a:pt x="597127" y="43670"/>
                  <a:pt x="543787" y="237980"/>
                </a:cubicBezTo>
                <a:cubicBezTo>
                  <a:pt x="469492" y="511348"/>
                  <a:pt x="670469" y="428480"/>
                  <a:pt x="789532" y="631363"/>
                </a:cubicBezTo>
                <a:close/>
              </a:path>
            </a:pathLst>
          </a:custGeom>
          <a:solidFill xmlns:a="http://schemas.openxmlformats.org/drawingml/2006/main">
            <a:schemeClr val="accent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
        <p:nvSpPr>
          <p:cNvPr id="33" name="TextBox 32">
            <a:extLst xmlns:a="http://schemas.openxmlformats.org/drawingml/2006/main">
              <a:ext uri="{FF2B5EF4-FFF2-40B4-BE49-F238E27FC236}">
                <a16:creationId xmlns:a16="http://schemas.microsoft.com/office/drawing/2014/main" id="{2F1CFC3B-28DD-4017-8FF9-5CCB34D0DE5E}"/>
              </a:ext>
            </a:extLst>
          </p:cNvPr>
          <p:cNvSpPr>
            <a:spLocks xmlns:a="http://schemas.openxmlformats.org/drawingml/2006/main" noGrp="1"/>
          </p:cNvSpPr>
          <p:nvPr/>
        </p:nvSpPr>
        <p:spPr>
          <a:xfrm xmlns:a="http://schemas.openxmlformats.org/drawingml/2006/main">
            <a:off x="5713941" y="2472795"/>
            <a:ext cx="4984002"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800" b="1">
                <a:solidFill>
                  <a:schemeClr val="bg1"/>
                </a:solidFill>
                <a:latin typeface="Segoe UI"/>
                <a:ea typeface="Segoe UI"/>
                <a:cs typeface="Segoe UI"/>
              </a:rPr>
              <a:t>Javier Armesto</a:t>
            </a:r>
          </a:p>
        </p:txBody>
      </p:sp>
      <p:sp>
        <p:nvSpPr>
          <p:cNvPr id="34" name="Rectangle: Rounded Corners 33">
            <a:extLst xmlns:a="http://schemas.openxmlformats.org/drawingml/2006/main">
              <a:ext uri="{FF2B5EF4-FFF2-40B4-BE49-F238E27FC236}">
                <a16:creationId xmlns:a16="http://schemas.microsoft.com/office/drawing/2014/main" id="{CB7EDB62-BEF3-43D9-A0A9-25B6F9638A54}"/>
              </a:ext>
            </a:extLst>
          </p:cNvPr>
          <p:cNvSpPr>
            <a:spLocks xmlns:a="http://schemas.openxmlformats.org/drawingml/2006/main" noGrp="1"/>
          </p:cNvSpPr>
          <p:nvPr/>
        </p:nvSpPr>
        <p:spPr>
          <a:xfrm xmlns:a="http://schemas.openxmlformats.org/drawingml/2006/main">
            <a:off x="5767367" y="2022641"/>
            <a:ext cx="1662133" cy="319330"/>
          </a:xfrm>
          <a:prstGeom xmlns:a="http://schemas.openxmlformats.org/drawingml/2006/main" prst="roundRect">
            <a:avLst>
              <a:gd name="adj" fmla="val 50000"/>
            </a:avLst>
          </a:prstGeom>
          <a:solidFill xmlns:a="http://schemas.openxmlformats.org/drawingml/2006/main">
            <a:schemeClr val="bg1">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100">
                <a:solidFill>
                  <a:schemeClr val="bg1"/>
                </a:solidFill>
                <a:latin typeface="Segoe UI"/>
                <a:ea typeface="Segoe UI"/>
                <a:cs typeface="Segoe UI"/>
              </a:rPr>
              <a:t>SPEAKER</a:t>
            </a:r>
            <a:endParaRPr sz="1100">
              <a:solidFill>
                <a:schemeClr val="bg1"/>
              </a:solidFill>
              <a:latin typeface="Segoe UI"/>
              <a:ea typeface="Segoe UI"/>
              <a:cs typeface="Segoe UI"/>
            </a:endParaRPr>
          </a:p>
        </p:txBody>
      </p:sp>
      <p:sp>
        <p:nvSpPr>
          <p:cNvPr id="50" name="TextBox 49">
            <a:extLst xmlns:a="http://schemas.openxmlformats.org/drawingml/2006/main">
              <a:ext uri="{FF2B5EF4-FFF2-40B4-BE49-F238E27FC236}">
                <a16:creationId xmlns:a16="http://schemas.microsoft.com/office/drawing/2014/main" id="{03CEF454-9B60-461F-8CD6-73AD6F50D27D}"/>
              </a:ext>
            </a:extLst>
          </p:cNvPr>
          <p:cNvSpPr>
            <a:spLocks xmlns:a="http://schemas.openxmlformats.org/drawingml/2006/main" noGrp="1"/>
          </p:cNvSpPr>
          <p:nvPr/>
        </p:nvSpPr>
        <p:spPr>
          <a:xfrm xmlns:a="http://schemas.openxmlformats.org/drawingml/2006/main">
            <a:off x="5713940" y="3473599"/>
            <a:ext cx="4984002" cy="79226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30000"/>
              </a:lnSpc>
              <a:buNone/>
            </a:pPr>
            <a:r>
              <a:rPr sz="1200">
                <a:solidFill>
                  <a:schemeClr val="bg1"/>
                </a:solidFill>
                <a:latin typeface="Segoe UI"/>
                <a:ea typeface="Segoe UI"/>
                <a:cs typeface="Segoe UI"/>
              </a:rPr>
              <a:t>Head of R&amp;D &amp; AI en VS Sistemas. Microsoft MVP en Business Central y Azure AI Services, Microsoft Certified Trainer y profesor en la Universidad Pablo de Olavide.</a:t>
            </a:r>
          </a:p>
        </p:txBody>
      </p:sp>
      <p:sp>
        <p:nvSpPr>
          <p:cNvPr id="51" name="Freeform: Shape 50">
            <a:extLst xmlns:a="http://schemas.openxmlformats.org/drawingml/2006/main">
              <a:ext uri="{FF2B5EF4-FFF2-40B4-BE49-F238E27FC236}">
                <a16:creationId xmlns:a16="http://schemas.microsoft.com/office/drawing/2014/main" id="{07681F4F-4226-4D87-9983-3124EAA2BD30}"/>
              </a:ext>
            </a:extLst>
          </p:cNvPr>
          <p:cNvSpPr>
            <a:spLocks xmlns:a="http://schemas.openxmlformats.org/drawingml/2006/main" noGrp="1"/>
          </p:cNvSpPr>
          <p:nvPr/>
        </p:nvSpPr>
        <p:spPr>
          <a:xfrm xmlns:a="http://schemas.openxmlformats.org/drawingml/2006/main">
            <a:off x="10640567" y="-119359"/>
            <a:ext cx="2300585" cy="2152595"/>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chemeClr val="accent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52" name="Freeform: Shape 51">
            <a:extLst xmlns:a="http://schemas.openxmlformats.org/drawingml/2006/main">
              <a:ext uri="{FF2B5EF4-FFF2-40B4-BE49-F238E27FC236}">
                <a16:creationId xmlns:a16="http://schemas.microsoft.com/office/drawing/2014/main" id="{B105B0E5-EBC5-45D6-9534-62B97B9F5C38}"/>
              </a:ext>
            </a:extLst>
          </p:cNvPr>
          <p:cNvSpPr>
            <a:spLocks xmlns:a="http://schemas.openxmlformats.org/drawingml/2006/main" noGrp="1"/>
          </p:cNvSpPr>
          <p:nvPr/>
        </p:nvSpPr>
        <p:spPr>
          <a:xfrm xmlns:a="http://schemas.openxmlformats.org/drawingml/2006/main">
            <a:off x="11676502" y="1974491"/>
            <a:ext cx="228713" cy="228713"/>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chemeClr val="accent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
        <p:nvSpPr>
          <p:cNvPr id="12" name="Picture Placeholder 11">
            <a:extLst xmlns:a="http://schemas.openxmlformats.org/drawingml/2006/main">
              <a:ext uri="{FF2B5EF4-FFF2-40B4-BE49-F238E27FC236}">
                <a16:creationId xmlns:a16="http://schemas.microsoft.com/office/drawing/2014/main" id="{B93A1A44-3D29-4DF4-B21F-A214BCE02138}"/>
              </a:ext>
            </a:extLst>
          </p:cNvPr>
          <p:cNvSpPr>
            <a:spLocks xmlns:a="http://schemas.openxmlformats.org/drawingml/2006/main" noGrp="1"/>
          </p:cNvSpPr>
          <p:nvPr>
            <p:ph type="pic" idx="11"/>
          </p:nvPr>
        </p:nvSpPr>
        <p:spPr/>
        <p:txBody>
          <a:bodyPr xmlns:a="http://schemas.openxmlformats.org/drawingml/2006/main"/>
          <a:lstStyle xmlns:a="http://schemas.openxmlformats.org/drawingml/2006/main"/>
          <a:p xmlns:a="http://schemas.openxmlformats.org/drawingml/2006/main">
            <a:endParaRPr>
              <a:latin typeface="Segoe UI"/>
              <a:ea typeface="Segoe UI"/>
              <a:cs typeface="Segoe UI"/>
            </a:endParaRPr>
          </a:p>
        </p:txBody>
      </p:sp>
      <p:sp>
        <p:nvSpPr>
          <p:cNvPr id="43" name="TextBox 42">
            <a:extLst xmlns:a="http://schemas.openxmlformats.org/drawingml/2006/main">
              <a:ext uri="{FF2B5EF4-FFF2-40B4-BE49-F238E27FC236}">
                <a16:creationId xmlns:a16="http://schemas.microsoft.com/office/drawing/2014/main" id="{A05D4458-F817-4A89-9855-0D5D475C8FAB}"/>
              </a:ext>
            </a:extLst>
          </p:cNvPr>
          <p:cNvSpPr>
            <a:spLocks xmlns:a="http://schemas.openxmlformats.org/drawingml/2006/main" noGrp="1"/>
          </p:cNvSpPr>
          <p:nvPr/>
        </p:nvSpPr>
        <p:spPr>
          <a:xfrm xmlns:a="http://schemas.openxmlformats.org/drawingml/2006/main" rot="0" flipH="0" flipV="0">
            <a:off x="6047933" y="4767748"/>
            <a:ext cx="1100134" cy="276999"/>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200">
                <a:solidFill>
                  <a:schemeClr val="bg1"/>
                </a:solidFill>
                <a:latin typeface="Segoe UI"/>
                <a:ea typeface="Segoe UI"/>
                <a:cs typeface="Segoe UI"/>
              </a:rPr>
              <a:t>Javier Armesto</a:t>
            </a:r>
            <a:endParaRPr sz="1200">
              <a:solidFill>
                <a:schemeClr val="bg1"/>
              </a:solidFill>
              <a:latin typeface="Segoe UI"/>
              <a:ea typeface="Segoe UI"/>
              <a:cs typeface="Segoe UI"/>
            </a:endParaRPr>
          </a:p>
        </p:txBody>
      </p:sp>
      <p:pic>
        <p:nvPicPr>
          <p:cNvPr id="66" name="Picture 4"/>
          <p:cNvPicPr>
            <a:picLocks xmlns:a="http://schemas.openxmlformats.org/drawingml/2006/main" noChangeAspect="1"/>
          </p:cNvPicPr>
          <p:nvPr/>
        </p:nvPicPr>
        <p:blipFill>
          <a:blip xmlns:r="http://schemas.openxmlformats.org/officeDocument/2006/relationships" xmlns:a="http://schemas.openxmlformats.org/drawingml/2006/main" r:embed="Rd85fd7d5d7774b0b"/>
          <a:srcRect xmlns:a="http://schemas.openxmlformats.org/drawingml/2006/main" l="0" t="0" r="0" b="0"/>
          <a:stretch xmlns:a="http://schemas.openxmlformats.org/drawingml/2006/main">
            <a:fillRect l="0" t="0" r="0" b="0"/>
          </a:stretch>
        </p:blipFill>
        <p:spPr>
          <a:xfrm xmlns:a="http://schemas.openxmlformats.org/drawingml/2006/main" rot="0" flipH="0" flipV="0">
            <a:off x="5853650" y="4765645"/>
            <a:ext cx="265471" cy="265471"/>
          </a:xfrm>
          <a:prstGeom xmlns:a="http://schemas.openxmlformats.org/drawingml/2006/main" prst="rect">
            <a:avLst/>
          </a:prstGeom>
        </p:spPr>
      </p:pic>
    </p:spTree>
    <p:extLst>
      <p:ext uri="{BB962C8B-B14F-4D97-AF65-F5344CB8AC3E}">
        <p14:creationId xmlns:p14="http://schemas.microsoft.com/office/powerpoint/2010/main" val="323983526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1" name="Text 3">
            <a:extLst xmlns:a="http://schemas.openxmlformats.org/drawingml/2006/main">
              <a:ext uri="{FF2B5EF4-FFF2-40B4-BE49-F238E27FC236}">
                <a16:creationId xmlns:a16="http://schemas.microsoft.com/office/drawing/2014/main" id="{CE35C704-8F36-4B24-A93D-EB8F0B6F21AD}"/>
              </a:ext>
            </a:extLst>
          </p:cNvPr>
          <p:cNvSpPr>
            <a:spLocks xmlns:a="http://schemas.openxmlformats.org/drawingml/2006/main" noGrp="1"/>
          </p:cNvSpPr>
          <p:nvPr/>
        </p:nvSpPr>
        <p:spPr>
          <a:xfrm xmlns:a="http://schemas.openxmlformats.org/drawingml/2006/main">
            <a:off x="812800" y="4500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spc="200">
                <a:solidFill>
                  <a:srgbClr val="119F9A"/>
                </a:solidFill>
                <a:latin typeface="Segoe UI"/>
                <a:ea typeface="Segoe UI"/>
                <a:cs typeface="Segoe UI"/>
              </a:rPr>
              <a:t>EL RECORRIDO</a:t>
            </a:r>
            <a:endParaRPr sz="1200"/>
          </a:p>
        </p:txBody>
      </p:sp>
      <p:sp>
        <p:nvSpPr>
          <p:cNvPr id="102" name="Text 4">
            <a:extLst xmlns:a="http://schemas.openxmlformats.org/drawingml/2006/main">
              <a:ext uri="{FF2B5EF4-FFF2-40B4-BE49-F238E27FC236}">
                <a16:creationId xmlns:a16="http://schemas.microsoft.com/office/drawing/2014/main" id="{1C3D0A68-1D5A-4EB1-ACEA-6CE52F5CCB06}"/>
              </a:ext>
            </a:extLst>
          </p:cNvPr>
          <p:cNvSpPr>
            <a:spLocks xmlns:a="http://schemas.openxmlformats.org/drawingml/2006/main" noGrp="1"/>
          </p:cNvSpPr>
          <p:nvPr/>
        </p:nvSpPr>
        <p:spPr>
          <a:xfrm xmlns:a="http://schemas.openxmlformats.org/drawingml/2006/main">
            <a:off x="812800" y="764920"/>
            <a:ext cx="10883392" cy="492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943"/>
              </a:lnSpc>
              <a:buNone/>
            </a:pPr>
            <a:r>
              <a:rPr sz="2559" b="1">
                <a:solidFill>
                  <a:srgbClr val="292B45"/>
                </a:solidFill>
                <a:latin typeface="Segoe UI"/>
                <a:ea typeface="Segoe UI"/>
                <a:cs typeface="Segoe UI"/>
              </a:rPr>
              <a:t>Vamos a construir Circe y cambiar una regla de compras</a:t>
            </a:r>
            <a:endParaRPr sz="2559"/>
          </a:p>
        </p:txBody>
      </p:sp>
      <p:sp>
        <p:nvSpPr>
          <p:cNvPr id="103" name="Shape 5">
            <a:extLst xmlns:a="http://schemas.openxmlformats.org/drawingml/2006/main">
              <a:ext uri="{FF2B5EF4-FFF2-40B4-BE49-F238E27FC236}">
                <a16:creationId xmlns:a16="http://schemas.microsoft.com/office/drawing/2014/main" id="{F6A69D7A-7BD3-4A60-8AB4-EE19F1D9CBFB}"/>
              </a:ext>
            </a:extLst>
          </p:cNvPr>
          <p:cNvSpPr>
            <a:spLocks xmlns:a="http://schemas.openxmlformats.org/drawingml/2006/main" noGrp="1"/>
          </p:cNvSpPr>
          <p:nvPr/>
        </p:nvSpPr>
        <p:spPr>
          <a:xfrm xmlns:a="http://schemas.openxmlformats.org/drawingml/2006/main">
            <a:off x="815975" y="1591016"/>
            <a:ext cx="1458317" cy="1174651"/>
          </a:xfrm>
          <a:prstGeom xmlns:a="http://schemas.openxmlformats.org/drawingml/2006/main" prst="roundRect">
            <a:avLst>
              <a:gd name="adj" fmla="val 10541"/>
            </a:avLst>
          </a:prstGeom>
          <a:solidFill xmlns:a="http://schemas.openxmlformats.org/drawingml/2006/main">
            <a:srgbClr val="F2F3F7"/>
          </a:solidFill>
          <a:ln xmlns:a="http://schemas.openxmlformats.org/drawingml/2006/main" w="6350">
            <a:solidFill>
              <a:srgbClr val="119F9A">
                <a:alpha val="50000"/>
              </a:srgbClr>
            </a:solidFill>
            <a:prstDash val="solid"/>
          </a:ln>
        </p:spPr>
      </p:sp>
      <p:sp>
        <p:nvSpPr>
          <p:cNvPr id="104" name="Text 6">
            <a:extLst xmlns:a="http://schemas.openxmlformats.org/drawingml/2006/main">
              <a:ext uri="{FF2B5EF4-FFF2-40B4-BE49-F238E27FC236}">
                <a16:creationId xmlns:a16="http://schemas.microsoft.com/office/drawing/2014/main" id="{0EE739AA-0E45-4761-8694-0263B5DE6237}"/>
              </a:ext>
            </a:extLst>
          </p:cNvPr>
          <p:cNvSpPr>
            <a:spLocks xmlns:a="http://schemas.openxmlformats.org/drawingml/2006/main" noGrp="1"/>
          </p:cNvSpPr>
          <p:nvPr/>
        </p:nvSpPr>
        <p:spPr>
          <a:xfrm xmlns:a="http://schemas.openxmlformats.org/drawingml/2006/main">
            <a:off x="996950" y="1771991"/>
            <a:ext cx="114716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119F9A"/>
                </a:solidFill>
                <a:latin typeface="Segoe UI"/>
                <a:ea typeface="Segoe UI"/>
                <a:cs typeface="Segoe UI"/>
              </a:rPr>
              <a:t>Paso 1</a:t>
            </a:r>
            <a:endParaRPr sz="1200"/>
          </a:p>
        </p:txBody>
      </p:sp>
      <p:sp>
        <p:nvSpPr>
          <p:cNvPr id="105" name="Text 7">
            <a:extLst xmlns:a="http://schemas.openxmlformats.org/drawingml/2006/main">
              <a:ext uri="{FF2B5EF4-FFF2-40B4-BE49-F238E27FC236}">
                <a16:creationId xmlns:a16="http://schemas.microsoft.com/office/drawing/2014/main" id="{09D09871-157E-47EF-BB6F-D84E43F03BBF}"/>
              </a:ext>
            </a:extLst>
          </p:cNvPr>
          <p:cNvSpPr>
            <a:spLocks xmlns:a="http://schemas.openxmlformats.org/drawingml/2006/main" noGrp="1"/>
          </p:cNvSpPr>
          <p:nvPr/>
        </p:nvSpPr>
        <p:spPr>
          <a:xfrm xmlns:a="http://schemas.openxmlformats.org/drawingml/2006/main">
            <a:off x="996950" y="2036111"/>
            <a:ext cx="1147167"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240"/>
              </a:lnSpc>
              <a:buNone/>
            </a:pPr>
            <a:r>
              <a:rPr sz="1600" b="1">
                <a:solidFill>
                  <a:srgbClr val="292B45"/>
                </a:solidFill>
                <a:latin typeface="Segoe UI"/>
                <a:ea typeface="Segoe UI"/>
                <a:cs typeface="Segoe UI"/>
              </a:rPr>
              <a:t>Nace</a:t>
            </a:r>
            <a:endParaRPr sz="1600"/>
          </a:p>
        </p:txBody>
      </p:sp>
      <p:sp>
        <p:nvSpPr>
          <p:cNvPr id="106" name="Text 8">
            <a:extLst xmlns:a="http://schemas.openxmlformats.org/drawingml/2006/main">
              <a:ext uri="{FF2B5EF4-FFF2-40B4-BE49-F238E27FC236}">
                <a16:creationId xmlns:a16="http://schemas.microsoft.com/office/drawing/2014/main" id="{B3512024-9E2D-4DCC-831F-AA001551742F}"/>
              </a:ext>
            </a:extLst>
          </p:cNvPr>
          <p:cNvSpPr>
            <a:spLocks xmlns:a="http://schemas.openxmlformats.org/drawingml/2006/main" noGrp="1"/>
          </p:cNvSpPr>
          <p:nvPr/>
        </p:nvSpPr>
        <p:spPr>
          <a:xfrm xmlns:a="http://schemas.openxmlformats.org/drawingml/2006/main">
            <a:off x="996950" y="2371371"/>
            <a:ext cx="114716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Consolas"/>
                <a:ea typeface="Consolas"/>
                <a:cs typeface="Consolas"/>
              </a:rPr>
              <a:t>Identidad</a:t>
            </a:r>
            <a:endParaRPr sz="1200"/>
          </a:p>
        </p:txBody>
      </p:sp>
      <p:pic>
        <p:nvPicPr>
          <p:cNvPr id="154" name="Image 0"/>
          <p:cNvPicPr>
            <a:picLocks xmlns:a="http://schemas.openxmlformats.org/drawingml/2006/main" noChangeAspect="1"/>
          </p:cNvPicPr>
          <p:nvPr/>
        </p:nvPicPr>
        <p:blipFill>
          <a:blip xmlns:r="http://schemas.openxmlformats.org/officeDocument/2006/relationships" xmlns:a="http://schemas.openxmlformats.org/drawingml/2006/main" r:embed="R54e0b36012c84e7a"/>
          <a:srcRect xmlns:a="http://schemas.openxmlformats.org/drawingml/2006/main" l="0" t="0" r="0" b="0"/>
          <a:stretch xmlns:a="http://schemas.openxmlformats.org/drawingml/2006/main"/>
        </p:blipFill>
        <p:spPr>
          <a:xfrm xmlns:a="http://schemas.openxmlformats.org/drawingml/2006/main">
            <a:off x="2353667" y="2127491"/>
            <a:ext cx="203200" cy="101600"/>
          </a:xfrm>
          <a:prstGeom xmlns:a="http://schemas.openxmlformats.org/drawingml/2006/main" prst="rect">
            <a:avLst/>
          </a:prstGeom>
        </p:spPr>
      </p:pic>
      <p:sp>
        <p:nvSpPr>
          <p:cNvPr id="108" name="Shape 9">
            <a:extLst xmlns:a="http://schemas.openxmlformats.org/drawingml/2006/main">
              <a:ext uri="{FF2B5EF4-FFF2-40B4-BE49-F238E27FC236}">
                <a16:creationId xmlns:a16="http://schemas.microsoft.com/office/drawing/2014/main" id="{A17AFB1B-EB31-441E-94D5-FEEB4FEBAD77}"/>
              </a:ext>
            </a:extLst>
          </p:cNvPr>
          <p:cNvSpPr>
            <a:spLocks xmlns:a="http://schemas.openxmlformats.org/drawingml/2006/main" noGrp="1"/>
          </p:cNvSpPr>
          <p:nvPr/>
        </p:nvSpPr>
        <p:spPr>
          <a:xfrm xmlns:a="http://schemas.openxmlformats.org/drawingml/2006/main">
            <a:off x="2636242" y="1591016"/>
            <a:ext cx="1458416" cy="1174651"/>
          </a:xfrm>
          <a:prstGeom xmlns:a="http://schemas.openxmlformats.org/drawingml/2006/main" prst="roundRect">
            <a:avLst>
              <a:gd name="adj" fmla="val 10541"/>
            </a:avLst>
          </a:prstGeom>
          <a:solidFill xmlns:a="http://schemas.openxmlformats.org/drawingml/2006/main">
            <a:srgbClr val="F2F3F7"/>
          </a:solidFill>
          <a:ln xmlns:a="http://schemas.openxmlformats.org/drawingml/2006/main" w="6350">
            <a:solidFill>
              <a:srgbClr val="FFDA37">
                <a:alpha val="50000"/>
              </a:srgbClr>
            </a:solidFill>
            <a:prstDash val="solid"/>
          </a:ln>
        </p:spPr>
      </p:sp>
      <p:sp>
        <p:nvSpPr>
          <p:cNvPr id="109" name="Text 10">
            <a:extLst xmlns:a="http://schemas.openxmlformats.org/drawingml/2006/main">
              <a:ext uri="{FF2B5EF4-FFF2-40B4-BE49-F238E27FC236}">
                <a16:creationId xmlns:a16="http://schemas.microsoft.com/office/drawing/2014/main" id="{936F7D14-77A3-4E74-A854-FEEFA62A2394}"/>
              </a:ext>
            </a:extLst>
          </p:cNvPr>
          <p:cNvSpPr>
            <a:spLocks xmlns:a="http://schemas.openxmlformats.org/drawingml/2006/main" noGrp="1"/>
          </p:cNvSpPr>
          <p:nvPr/>
        </p:nvSpPr>
        <p:spPr>
          <a:xfrm xmlns:a="http://schemas.openxmlformats.org/drawingml/2006/main">
            <a:off x="2817217" y="1771991"/>
            <a:ext cx="114726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Segoe UI"/>
                <a:ea typeface="Segoe UI"/>
                <a:cs typeface="Segoe UI"/>
              </a:rPr>
              <a:t>Paso 2</a:t>
            </a:r>
            <a:endParaRPr sz="1200"/>
          </a:p>
        </p:txBody>
      </p:sp>
      <p:sp>
        <p:nvSpPr>
          <p:cNvPr id="110" name="Text 11">
            <a:extLst xmlns:a="http://schemas.openxmlformats.org/drawingml/2006/main">
              <a:ext uri="{FF2B5EF4-FFF2-40B4-BE49-F238E27FC236}">
                <a16:creationId xmlns:a16="http://schemas.microsoft.com/office/drawing/2014/main" id="{3196493B-7C8F-491E-B2A8-B15149C960F7}"/>
              </a:ext>
            </a:extLst>
          </p:cNvPr>
          <p:cNvSpPr>
            <a:spLocks xmlns:a="http://schemas.openxmlformats.org/drawingml/2006/main" noGrp="1"/>
          </p:cNvSpPr>
          <p:nvPr/>
        </p:nvSpPr>
        <p:spPr>
          <a:xfrm xmlns:a="http://schemas.openxmlformats.org/drawingml/2006/main">
            <a:off x="2817217" y="2036111"/>
            <a:ext cx="1147266"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240"/>
              </a:lnSpc>
              <a:buNone/>
            </a:pPr>
            <a:r>
              <a:rPr sz="1600" b="1">
                <a:solidFill>
                  <a:srgbClr val="292B45"/>
                </a:solidFill>
                <a:latin typeface="Segoe UI"/>
                <a:ea typeface="Segoe UI"/>
                <a:cs typeface="Segoe UI"/>
              </a:rPr>
              <a:t>Política</a:t>
            </a:r>
            <a:endParaRPr sz="1600"/>
          </a:p>
        </p:txBody>
      </p:sp>
      <p:sp>
        <p:nvSpPr>
          <p:cNvPr id="111" name="Text 12">
            <a:extLst xmlns:a="http://schemas.openxmlformats.org/drawingml/2006/main">
              <a:ext uri="{FF2B5EF4-FFF2-40B4-BE49-F238E27FC236}">
                <a16:creationId xmlns:a16="http://schemas.microsoft.com/office/drawing/2014/main" id="{71ADC8B1-1235-4999-A670-B0CE8CE05668}"/>
              </a:ext>
            </a:extLst>
          </p:cNvPr>
          <p:cNvSpPr>
            <a:spLocks xmlns:a="http://schemas.openxmlformats.org/drawingml/2006/main" noGrp="1"/>
          </p:cNvSpPr>
          <p:nvPr/>
        </p:nvSpPr>
        <p:spPr>
          <a:xfrm xmlns:a="http://schemas.openxmlformats.org/drawingml/2006/main">
            <a:off x="2817217" y="2371371"/>
            <a:ext cx="114726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Consolas"/>
                <a:ea typeface="Consolas"/>
                <a:cs typeface="Consolas"/>
              </a:rPr>
              <a:t>Conocimiento</a:t>
            </a:r>
            <a:endParaRPr sz="1200"/>
          </a:p>
        </p:txBody>
      </p:sp>
      <p:pic>
        <p:nvPicPr>
          <p:cNvPr id="159" name="Image 1"/>
          <p:cNvPicPr>
            <a:picLocks xmlns:a="http://schemas.openxmlformats.org/drawingml/2006/main" noChangeAspect="1"/>
          </p:cNvPicPr>
          <p:nvPr/>
        </p:nvPicPr>
        <p:blipFill>
          <a:blip xmlns:r="http://schemas.openxmlformats.org/officeDocument/2006/relationships" xmlns:a="http://schemas.openxmlformats.org/drawingml/2006/main" r:embed="R54e0b36012c84e7a"/>
          <a:srcRect xmlns:a="http://schemas.openxmlformats.org/drawingml/2006/main" l="0" t="0" r="0" b="0"/>
          <a:stretch xmlns:a="http://schemas.openxmlformats.org/drawingml/2006/main"/>
        </p:blipFill>
        <p:spPr>
          <a:xfrm xmlns:a="http://schemas.openxmlformats.org/drawingml/2006/main">
            <a:off x="4174034" y="2127491"/>
            <a:ext cx="203200" cy="101600"/>
          </a:xfrm>
          <a:prstGeom xmlns:a="http://schemas.openxmlformats.org/drawingml/2006/main" prst="rect">
            <a:avLst/>
          </a:prstGeom>
        </p:spPr>
      </p:pic>
      <p:sp>
        <p:nvSpPr>
          <p:cNvPr id="113" name="Shape 13">
            <a:extLst xmlns:a="http://schemas.openxmlformats.org/drawingml/2006/main">
              <a:ext uri="{FF2B5EF4-FFF2-40B4-BE49-F238E27FC236}">
                <a16:creationId xmlns:a16="http://schemas.microsoft.com/office/drawing/2014/main" id="{86CFBCA5-F11F-4162-9473-94DF9AA331A7}"/>
              </a:ext>
            </a:extLst>
          </p:cNvPr>
          <p:cNvSpPr>
            <a:spLocks xmlns:a="http://schemas.openxmlformats.org/drawingml/2006/main" noGrp="1"/>
          </p:cNvSpPr>
          <p:nvPr/>
        </p:nvSpPr>
        <p:spPr>
          <a:xfrm xmlns:a="http://schemas.openxmlformats.org/drawingml/2006/main">
            <a:off x="4456609" y="1591016"/>
            <a:ext cx="1458317" cy="1174651"/>
          </a:xfrm>
          <a:prstGeom xmlns:a="http://schemas.openxmlformats.org/drawingml/2006/main" prst="roundRect">
            <a:avLst>
              <a:gd name="adj" fmla="val 10541"/>
            </a:avLst>
          </a:prstGeom>
          <a:solidFill xmlns:a="http://schemas.openxmlformats.org/drawingml/2006/main">
            <a:srgbClr val="F2F3F7"/>
          </a:solidFill>
          <a:ln xmlns:a="http://schemas.openxmlformats.org/drawingml/2006/main" w="6350">
            <a:solidFill>
              <a:srgbClr val="FF509F">
                <a:alpha val="50000"/>
              </a:srgbClr>
            </a:solidFill>
            <a:prstDash val="solid"/>
          </a:ln>
        </p:spPr>
      </p:sp>
      <p:sp>
        <p:nvSpPr>
          <p:cNvPr id="114" name="Text 14">
            <a:extLst xmlns:a="http://schemas.openxmlformats.org/drawingml/2006/main">
              <a:ext uri="{FF2B5EF4-FFF2-40B4-BE49-F238E27FC236}">
                <a16:creationId xmlns:a16="http://schemas.microsoft.com/office/drawing/2014/main" id="{D11349BE-0467-4BF4-A991-EB97F558A76F}"/>
              </a:ext>
            </a:extLst>
          </p:cNvPr>
          <p:cNvSpPr>
            <a:spLocks xmlns:a="http://schemas.openxmlformats.org/drawingml/2006/main" noGrp="1"/>
          </p:cNvSpPr>
          <p:nvPr/>
        </p:nvSpPr>
        <p:spPr>
          <a:xfrm xmlns:a="http://schemas.openxmlformats.org/drawingml/2006/main">
            <a:off x="4637584" y="1771991"/>
            <a:ext cx="114716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FF509F"/>
                </a:solidFill>
                <a:latin typeface="Segoe UI"/>
                <a:ea typeface="Segoe UI"/>
                <a:cs typeface="Segoe UI"/>
              </a:rPr>
              <a:t>Paso 3</a:t>
            </a:r>
            <a:endParaRPr sz="1200"/>
          </a:p>
        </p:txBody>
      </p:sp>
      <p:sp>
        <p:nvSpPr>
          <p:cNvPr id="115" name="Text 15">
            <a:extLst xmlns:a="http://schemas.openxmlformats.org/drawingml/2006/main">
              <a:ext uri="{FF2B5EF4-FFF2-40B4-BE49-F238E27FC236}">
                <a16:creationId xmlns:a16="http://schemas.microsoft.com/office/drawing/2014/main" id="{AB70212F-E3EF-46F6-8794-97BFC7147CED}"/>
              </a:ext>
            </a:extLst>
          </p:cNvPr>
          <p:cNvSpPr>
            <a:spLocks xmlns:a="http://schemas.openxmlformats.org/drawingml/2006/main" noGrp="1"/>
          </p:cNvSpPr>
          <p:nvPr/>
        </p:nvSpPr>
        <p:spPr>
          <a:xfrm xmlns:a="http://schemas.openxmlformats.org/drawingml/2006/main">
            <a:off x="4637584" y="2036111"/>
            <a:ext cx="1147167"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240"/>
              </a:lnSpc>
              <a:buNone/>
            </a:pPr>
            <a:r>
              <a:rPr sz="1600" b="1">
                <a:solidFill>
                  <a:srgbClr val="292B45"/>
                </a:solidFill>
                <a:latin typeface="Segoe UI"/>
                <a:ea typeface="Segoe UI"/>
                <a:cs typeface="Segoe UI"/>
              </a:rPr>
              <a:t>Ajustar</a:t>
            </a:r>
            <a:endParaRPr sz="1600"/>
          </a:p>
        </p:txBody>
      </p:sp>
      <p:sp>
        <p:nvSpPr>
          <p:cNvPr id="116" name="Text 16">
            <a:extLst xmlns:a="http://schemas.openxmlformats.org/drawingml/2006/main">
              <a:ext uri="{FF2B5EF4-FFF2-40B4-BE49-F238E27FC236}">
                <a16:creationId xmlns:a16="http://schemas.microsoft.com/office/drawing/2014/main" id="{0137AE13-5783-4738-A164-4BC24BC1D52C}"/>
              </a:ext>
            </a:extLst>
          </p:cNvPr>
          <p:cNvSpPr>
            <a:spLocks xmlns:a="http://schemas.openxmlformats.org/drawingml/2006/main" noGrp="1"/>
          </p:cNvSpPr>
          <p:nvPr/>
        </p:nvSpPr>
        <p:spPr>
          <a:xfrm xmlns:a="http://schemas.openxmlformats.org/drawingml/2006/main">
            <a:off x="4637584" y="2371371"/>
            <a:ext cx="114716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Consolas"/>
                <a:ea typeface="Consolas"/>
                <a:cs typeface="Consolas"/>
              </a:rPr>
              <a:t>Instrucción</a:t>
            </a:r>
            <a:endParaRPr sz="1200"/>
          </a:p>
        </p:txBody>
      </p:sp>
      <p:pic>
        <p:nvPicPr>
          <p:cNvPr id="164" name="Image 2"/>
          <p:cNvPicPr>
            <a:picLocks xmlns:a="http://schemas.openxmlformats.org/drawingml/2006/main" noChangeAspect="1"/>
          </p:cNvPicPr>
          <p:nvPr/>
        </p:nvPicPr>
        <p:blipFill>
          <a:blip xmlns:r="http://schemas.openxmlformats.org/officeDocument/2006/relationships" xmlns:a="http://schemas.openxmlformats.org/drawingml/2006/main" r:embed="R54e0b36012c84e7a"/>
          <a:srcRect xmlns:a="http://schemas.openxmlformats.org/drawingml/2006/main" l="0" t="0" r="0" b="0"/>
          <a:stretch xmlns:a="http://schemas.openxmlformats.org/drawingml/2006/main"/>
        </p:blipFill>
        <p:spPr>
          <a:xfrm xmlns:a="http://schemas.openxmlformats.org/drawingml/2006/main">
            <a:off x="5994301" y="2127491"/>
            <a:ext cx="203200" cy="101600"/>
          </a:xfrm>
          <a:prstGeom xmlns:a="http://schemas.openxmlformats.org/drawingml/2006/main" prst="rect">
            <a:avLst/>
          </a:prstGeom>
        </p:spPr>
      </p:pic>
      <p:sp>
        <p:nvSpPr>
          <p:cNvPr id="118" name="Shape 17">
            <a:extLst xmlns:a="http://schemas.openxmlformats.org/drawingml/2006/main">
              <a:ext uri="{FF2B5EF4-FFF2-40B4-BE49-F238E27FC236}">
                <a16:creationId xmlns:a16="http://schemas.microsoft.com/office/drawing/2014/main" id="{5EC97EB9-92CA-466F-A836-6DB965D890DA}"/>
              </a:ext>
            </a:extLst>
          </p:cNvPr>
          <p:cNvSpPr>
            <a:spLocks xmlns:a="http://schemas.openxmlformats.org/drawingml/2006/main" noGrp="1"/>
          </p:cNvSpPr>
          <p:nvPr/>
        </p:nvSpPr>
        <p:spPr>
          <a:xfrm xmlns:a="http://schemas.openxmlformats.org/drawingml/2006/main">
            <a:off x="6276876" y="1591016"/>
            <a:ext cx="1458416" cy="1174651"/>
          </a:xfrm>
          <a:prstGeom xmlns:a="http://schemas.openxmlformats.org/drawingml/2006/main" prst="roundRect">
            <a:avLst>
              <a:gd name="adj" fmla="val 10541"/>
            </a:avLst>
          </a:prstGeom>
          <a:solidFill xmlns:a="http://schemas.openxmlformats.org/drawingml/2006/main">
            <a:srgbClr val="F2F3F7"/>
          </a:solidFill>
          <a:ln xmlns:a="http://schemas.openxmlformats.org/drawingml/2006/main" w="6350">
            <a:solidFill>
              <a:srgbClr val="119F9A">
                <a:alpha val="50000"/>
              </a:srgbClr>
            </a:solidFill>
            <a:prstDash val="solid"/>
          </a:ln>
        </p:spPr>
      </p:sp>
      <p:sp>
        <p:nvSpPr>
          <p:cNvPr id="119" name="Text 18">
            <a:extLst xmlns:a="http://schemas.openxmlformats.org/drawingml/2006/main">
              <a:ext uri="{FF2B5EF4-FFF2-40B4-BE49-F238E27FC236}">
                <a16:creationId xmlns:a16="http://schemas.microsoft.com/office/drawing/2014/main" id="{130D40CE-CADF-431E-A395-F8FCD52AB778}"/>
              </a:ext>
            </a:extLst>
          </p:cNvPr>
          <p:cNvSpPr>
            <a:spLocks xmlns:a="http://schemas.openxmlformats.org/drawingml/2006/main" noGrp="1"/>
          </p:cNvSpPr>
          <p:nvPr/>
        </p:nvSpPr>
        <p:spPr>
          <a:xfrm xmlns:a="http://schemas.openxmlformats.org/drawingml/2006/main">
            <a:off x="6457851" y="1771991"/>
            <a:ext cx="114726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119F9A"/>
                </a:solidFill>
                <a:latin typeface="Segoe UI"/>
                <a:ea typeface="Segoe UI"/>
                <a:cs typeface="Segoe UI"/>
              </a:rPr>
              <a:t>Paso 4</a:t>
            </a:r>
            <a:endParaRPr sz="1200"/>
          </a:p>
        </p:txBody>
      </p:sp>
      <p:sp>
        <p:nvSpPr>
          <p:cNvPr id="120" name="Text 19">
            <a:extLst xmlns:a="http://schemas.openxmlformats.org/drawingml/2006/main">
              <a:ext uri="{FF2B5EF4-FFF2-40B4-BE49-F238E27FC236}">
                <a16:creationId xmlns:a16="http://schemas.microsoft.com/office/drawing/2014/main" id="{33ACB83D-5993-4A12-AF6B-8E52418AB5FC}"/>
              </a:ext>
            </a:extLst>
          </p:cNvPr>
          <p:cNvSpPr>
            <a:spLocks xmlns:a="http://schemas.openxmlformats.org/drawingml/2006/main" noGrp="1"/>
          </p:cNvSpPr>
          <p:nvPr/>
        </p:nvSpPr>
        <p:spPr>
          <a:xfrm xmlns:a="http://schemas.openxmlformats.org/drawingml/2006/main">
            <a:off x="6457851" y="2036111"/>
            <a:ext cx="1147266"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240"/>
              </a:lnSpc>
              <a:buNone/>
            </a:pPr>
            <a:r>
              <a:rPr sz="1600" b="1">
                <a:solidFill>
                  <a:srgbClr val="292B45"/>
                </a:solidFill>
                <a:latin typeface="Segoe UI"/>
                <a:ea typeface="Segoe UI"/>
                <a:cs typeface="Segoe UI"/>
              </a:rPr>
              <a:t>Skill</a:t>
            </a:r>
            <a:endParaRPr sz="1600"/>
          </a:p>
        </p:txBody>
      </p:sp>
      <p:sp>
        <p:nvSpPr>
          <p:cNvPr id="121" name="Text 20">
            <a:extLst xmlns:a="http://schemas.openxmlformats.org/drawingml/2006/main">
              <a:ext uri="{FF2B5EF4-FFF2-40B4-BE49-F238E27FC236}">
                <a16:creationId xmlns:a16="http://schemas.microsoft.com/office/drawing/2014/main" id="{7AC9D505-CA00-4594-90FD-B610CDA03DF2}"/>
              </a:ext>
            </a:extLst>
          </p:cNvPr>
          <p:cNvSpPr>
            <a:spLocks xmlns:a="http://schemas.openxmlformats.org/drawingml/2006/main" noGrp="1"/>
          </p:cNvSpPr>
          <p:nvPr/>
        </p:nvSpPr>
        <p:spPr>
          <a:xfrm xmlns:a="http://schemas.openxmlformats.org/drawingml/2006/main">
            <a:off x="6457851" y="2371371"/>
            <a:ext cx="114726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Consolas"/>
                <a:ea typeface="Consolas"/>
                <a:cs typeface="Consolas"/>
              </a:rPr>
              <a:t>Cálculo</a:t>
            </a:r>
            <a:endParaRPr sz="1200"/>
          </a:p>
        </p:txBody>
      </p:sp>
      <p:pic>
        <p:nvPicPr>
          <p:cNvPr id="169" name="Image 3"/>
          <p:cNvPicPr>
            <a:picLocks xmlns:a="http://schemas.openxmlformats.org/drawingml/2006/main" noChangeAspect="1"/>
          </p:cNvPicPr>
          <p:nvPr/>
        </p:nvPicPr>
        <p:blipFill>
          <a:blip xmlns:r="http://schemas.openxmlformats.org/officeDocument/2006/relationships" xmlns:a="http://schemas.openxmlformats.org/drawingml/2006/main" r:embed="R54e0b36012c84e7a"/>
          <a:srcRect xmlns:a="http://schemas.openxmlformats.org/drawingml/2006/main" l="0" t="0" r="0" b="0"/>
          <a:stretch xmlns:a="http://schemas.openxmlformats.org/drawingml/2006/main"/>
        </p:blipFill>
        <p:spPr>
          <a:xfrm xmlns:a="http://schemas.openxmlformats.org/drawingml/2006/main">
            <a:off x="7814667" y="2127491"/>
            <a:ext cx="203200" cy="101600"/>
          </a:xfrm>
          <a:prstGeom xmlns:a="http://schemas.openxmlformats.org/drawingml/2006/main" prst="rect">
            <a:avLst/>
          </a:prstGeom>
        </p:spPr>
      </p:pic>
      <p:sp>
        <p:nvSpPr>
          <p:cNvPr id="123" name="Shape 21">
            <a:extLst xmlns:a="http://schemas.openxmlformats.org/drawingml/2006/main">
              <a:ext uri="{FF2B5EF4-FFF2-40B4-BE49-F238E27FC236}">
                <a16:creationId xmlns:a16="http://schemas.microsoft.com/office/drawing/2014/main" id="{CAD3E49E-A374-4068-AE65-A775CB17E0BE}"/>
              </a:ext>
            </a:extLst>
          </p:cNvPr>
          <p:cNvSpPr>
            <a:spLocks xmlns:a="http://schemas.openxmlformats.org/drawingml/2006/main" noGrp="1"/>
          </p:cNvSpPr>
          <p:nvPr/>
        </p:nvSpPr>
        <p:spPr>
          <a:xfrm xmlns:a="http://schemas.openxmlformats.org/drawingml/2006/main">
            <a:off x="8097242" y="1591016"/>
            <a:ext cx="1458416" cy="1174651"/>
          </a:xfrm>
          <a:prstGeom xmlns:a="http://schemas.openxmlformats.org/drawingml/2006/main" prst="roundRect">
            <a:avLst>
              <a:gd name="adj" fmla="val 10541"/>
            </a:avLst>
          </a:prstGeom>
          <a:solidFill xmlns:a="http://schemas.openxmlformats.org/drawingml/2006/main">
            <a:srgbClr val="F2F3F7"/>
          </a:solidFill>
          <a:ln xmlns:a="http://schemas.openxmlformats.org/drawingml/2006/main" w="6350">
            <a:solidFill>
              <a:srgbClr val="FFDA37">
                <a:alpha val="50000"/>
              </a:srgbClr>
            </a:solidFill>
            <a:prstDash val="solid"/>
          </a:ln>
        </p:spPr>
      </p:sp>
      <p:sp>
        <p:nvSpPr>
          <p:cNvPr id="124" name="Text 22">
            <a:extLst xmlns:a="http://schemas.openxmlformats.org/drawingml/2006/main">
              <a:ext uri="{FF2B5EF4-FFF2-40B4-BE49-F238E27FC236}">
                <a16:creationId xmlns:a16="http://schemas.microsoft.com/office/drawing/2014/main" id="{B8F2137F-E0D3-40FF-AB03-6C6561C8CBEF}"/>
              </a:ext>
            </a:extLst>
          </p:cNvPr>
          <p:cNvSpPr>
            <a:spLocks xmlns:a="http://schemas.openxmlformats.org/drawingml/2006/main" noGrp="1"/>
          </p:cNvSpPr>
          <p:nvPr/>
        </p:nvSpPr>
        <p:spPr>
          <a:xfrm xmlns:a="http://schemas.openxmlformats.org/drawingml/2006/main">
            <a:off x="8278217" y="1771991"/>
            <a:ext cx="114726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Segoe UI"/>
                <a:ea typeface="Segoe UI"/>
                <a:cs typeface="Segoe UI"/>
              </a:rPr>
              <a:t>Paso 5</a:t>
            </a:r>
            <a:endParaRPr sz="1200"/>
          </a:p>
        </p:txBody>
      </p:sp>
      <p:sp>
        <p:nvSpPr>
          <p:cNvPr id="125" name="Text 23">
            <a:extLst xmlns:a="http://schemas.openxmlformats.org/drawingml/2006/main">
              <a:ext uri="{FF2B5EF4-FFF2-40B4-BE49-F238E27FC236}">
                <a16:creationId xmlns:a16="http://schemas.microsoft.com/office/drawing/2014/main" id="{ED73C3B8-8FCA-4B08-9E86-6CA09CA08BA5}"/>
              </a:ext>
            </a:extLst>
          </p:cNvPr>
          <p:cNvSpPr>
            <a:spLocks xmlns:a="http://schemas.openxmlformats.org/drawingml/2006/main" noGrp="1"/>
          </p:cNvSpPr>
          <p:nvPr/>
        </p:nvSpPr>
        <p:spPr>
          <a:xfrm xmlns:a="http://schemas.openxmlformats.org/drawingml/2006/main">
            <a:off x="8278217" y="2036111"/>
            <a:ext cx="1147266"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240"/>
              </a:lnSpc>
              <a:buNone/>
            </a:pPr>
            <a:r>
              <a:rPr sz="1600" b="1">
                <a:solidFill>
                  <a:srgbClr val="292B45"/>
                </a:solidFill>
                <a:latin typeface="Segoe UI"/>
                <a:ea typeface="Segoe UI"/>
                <a:cs typeface="Segoe UI"/>
              </a:rPr>
              <a:t>v1 → v2</a:t>
            </a:r>
            <a:endParaRPr sz="1600"/>
          </a:p>
        </p:txBody>
      </p:sp>
      <p:sp>
        <p:nvSpPr>
          <p:cNvPr id="126" name="Text 24">
            <a:extLst xmlns:a="http://schemas.openxmlformats.org/drawingml/2006/main">
              <a:ext uri="{FF2B5EF4-FFF2-40B4-BE49-F238E27FC236}">
                <a16:creationId xmlns:a16="http://schemas.microsoft.com/office/drawing/2014/main" id="{84FF907C-8F54-4348-83F7-44F25F1CB258}"/>
              </a:ext>
            </a:extLst>
          </p:cNvPr>
          <p:cNvSpPr>
            <a:spLocks xmlns:a="http://schemas.openxmlformats.org/drawingml/2006/main" noGrp="1"/>
          </p:cNvSpPr>
          <p:nvPr/>
        </p:nvSpPr>
        <p:spPr>
          <a:xfrm xmlns:a="http://schemas.openxmlformats.org/drawingml/2006/main">
            <a:off x="8278217" y="2371371"/>
            <a:ext cx="114726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Consolas"/>
                <a:ea typeface="Consolas"/>
                <a:cs typeface="Consolas"/>
              </a:rPr>
              <a:t>Nueva regla</a:t>
            </a:r>
            <a:endParaRPr sz="1200"/>
          </a:p>
        </p:txBody>
      </p:sp>
      <p:pic>
        <p:nvPicPr>
          <p:cNvPr id="174" name="Image 4"/>
          <p:cNvPicPr>
            <a:picLocks xmlns:a="http://schemas.openxmlformats.org/drawingml/2006/main" noChangeAspect="1"/>
          </p:cNvPicPr>
          <p:nvPr/>
        </p:nvPicPr>
        <p:blipFill>
          <a:blip xmlns:r="http://schemas.openxmlformats.org/officeDocument/2006/relationships" xmlns:a="http://schemas.openxmlformats.org/drawingml/2006/main" r:embed="R54e0b36012c84e7a"/>
          <a:srcRect xmlns:a="http://schemas.openxmlformats.org/drawingml/2006/main" l="0" t="0" r="0" b="0"/>
          <a:stretch xmlns:a="http://schemas.openxmlformats.org/drawingml/2006/main"/>
        </p:blipFill>
        <p:spPr>
          <a:xfrm xmlns:a="http://schemas.openxmlformats.org/drawingml/2006/main">
            <a:off x="9635034" y="2127491"/>
            <a:ext cx="203200" cy="101600"/>
          </a:xfrm>
          <a:prstGeom xmlns:a="http://schemas.openxmlformats.org/drawingml/2006/main" prst="rect">
            <a:avLst/>
          </a:prstGeom>
        </p:spPr>
      </p:pic>
      <p:sp>
        <p:nvSpPr>
          <p:cNvPr id="128" name="Shape 25">
            <a:extLst xmlns:a="http://schemas.openxmlformats.org/drawingml/2006/main">
              <a:ext uri="{FF2B5EF4-FFF2-40B4-BE49-F238E27FC236}">
                <a16:creationId xmlns:a16="http://schemas.microsoft.com/office/drawing/2014/main" id="{24DDDDEF-F4A2-4991-A2EA-2B79277538A7}"/>
              </a:ext>
            </a:extLst>
          </p:cNvPr>
          <p:cNvSpPr>
            <a:spLocks xmlns:a="http://schemas.openxmlformats.org/drawingml/2006/main" noGrp="1"/>
          </p:cNvSpPr>
          <p:nvPr/>
        </p:nvSpPr>
        <p:spPr>
          <a:xfrm xmlns:a="http://schemas.openxmlformats.org/drawingml/2006/main">
            <a:off x="9917609" y="1591016"/>
            <a:ext cx="1458416" cy="1174651"/>
          </a:xfrm>
          <a:prstGeom xmlns:a="http://schemas.openxmlformats.org/drawingml/2006/main" prst="roundRect">
            <a:avLst>
              <a:gd name="adj" fmla="val 10541"/>
            </a:avLst>
          </a:prstGeom>
          <a:solidFill xmlns:a="http://schemas.openxmlformats.org/drawingml/2006/main">
            <a:srgbClr val="F2F3F7"/>
          </a:solidFill>
          <a:ln xmlns:a="http://schemas.openxmlformats.org/drawingml/2006/main" w="6350">
            <a:solidFill>
              <a:srgbClr val="FF509F">
                <a:alpha val="50000"/>
              </a:srgbClr>
            </a:solidFill>
            <a:prstDash val="solid"/>
          </a:ln>
        </p:spPr>
      </p:sp>
      <p:sp>
        <p:nvSpPr>
          <p:cNvPr id="129" name="Text 26">
            <a:extLst xmlns:a="http://schemas.openxmlformats.org/drawingml/2006/main">
              <a:ext uri="{FF2B5EF4-FFF2-40B4-BE49-F238E27FC236}">
                <a16:creationId xmlns:a16="http://schemas.microsoft.com/office/drawing/2014/main" id="{DD210919-8817-4A0F-92B2-A6C68F038AE9}"/>
              </a:ext>
            </a:extLst>
          </p:cNvPr>
          <p:cNvSpPr>
            <a:spLocks xmlns:a="http://schemas.openxmlformats.org/drawingml/2006/main" noGrp="1"/>
          </p:cNvSpPr>
          <p:nvPr/>
        </p:nvSpPr>
        <p:spPr>
          <a:xfrm xmlns:a="http://schemas.openxmlformats.org/drawingml/2006/main">
            <a:off x="10098584" y="1771991"/>
            <a:ext cx="114726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FF509F"/>
                </a:solidFill>
                <a:latin typeface="Segoe UI"/>
                <a:ea typeface="Segoe UI"/>
                <a:cs typeface="Segoe UI"/>
              </a:rPr>
              <a:t>Paso 6</a:t>
            </a:r>
            <a:endParaRPr sz="1200"/>
          </a:p>
        </p:txBody>
      </p:sp>
      <p:sp>
        <p:nvSpPr>
          <p:cNvPr id="130" name="Text 27">
            <a:extLst xmlns:a="http://schemas.openxmlformats.org/drawingml/2006/main">
              <a:ext uri="{FF2B5EF4-FFF2-40B4-BE49-F238E27FC236}">
                <a16:creationId xmlns:a16="http://schemas.microsoft.com/office/drawing/2014/main" id="{17BA4297-9332-4B9E-B727-2D8426604639}"/>
              </a:ext>
            </a:extLst>
          </p:cNvPr>
          <p:cNvSpPr>
            <a:spLocks xmlns:a="http://schemas.openxmlformats.org/drawingml/2006/main" noGrp="1"/>
          </p:cNvSpPr>
          <p:nvPr/>
        </p:nvSpPr>
        <p:spPr>
          <a:xfrm xmlns:a="http://schemas.openxmlformats.org/drawingml/2006/main">
            <a:off x="10098584" y="2036111"/>
            <a:ext cx="1147266"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240"/>
              </a:lnSpc>
              <a:buNone/>
            </a:pPr>
            <a:r>
              <a:rPr sz="1600" b="1">
                <a:solidFill>
                  <a:srgbClr val="292B45"/>
                </a:solidFill>
                <a:latin typeface="Segoe UI"/>
                <a:ea typeface="Segoe UI"/>
                <a:cs typeface="Segoe UI"/>
              </a:rPr>
              <a:t>Publicar</a:t>
            </a:r>
            <a:endParaRPr sz="1600"/>
          </a:p>
        </p:txBody>
      </p:sp>
      <p:sp>
        <p:nvSpPr>
          <p:cNvPr id="131" name="Text 28">
            <a:extLst xmlns:a="http://schemas.openxmlformats.org/drawingml/2006/main">
              <a:ext uri="{FF2B5EF4-FFF2-40B4-BE49-F238E27FC236}">
                <a16:creationId xmlns:a16="http://schemas.microsoft.com/office/drawing/2014/main" id="{EEE67DC3-CCB9-4CC5-B527-0C3B60A74324}"/>
              </a:ext>
            </a:extLst>
          </p:cNvPr>
          <p:cNvSpPr>
            <a:spLocks xmlns:a="http://schemas.openxmlformats.org/drawingml/2006/main" noGrp="1"/>
          </p:cNvSpPr>
          <p:nvPr/>
        </p:nvSpPr>
        <p:spPr>
          <a:xfrm xmlns:a="http://schemas.openxmlformats.org/drawingml/2006/main">
            <a:off x="10098584" y="2371371"/>
            <a:ext cx="114726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Consolas"/>
                <a:ea typeface="Consolas"/>
                <a:cs typeface="Consolas"/>
              </a:rPr>
              <a:t>Entrega</a:t>
            </a:r>
            <a:endParaRPr sz="1200"/>
          </a:p>
        </p:txBody>
      </p:sp>
      <p:sp>
        <p:nvSpPr>
          <p:cNvPr id="132" name="Shape 29">
            <a:extLst xmlns:a="http://schemas.openxmlformats.org/drawingml/2006/main">
              <a:ext uri="{FF2B5EF4-FFF2-40B4-BE49-F238E27FC236}">
                <a16:creationId xmlns:a16="http://schemas.microsoft.com/office/drawing/2014/main" id="{F6DB30A6-EED0-4F42-91BC-2F81162E9E43}"/>
              </a:ext>
            </a:extLst>
          </p:cNvPr>
          <p:cNvSpPr>
            <a:spLocks xmlns:a="http://schemas.openxmlformats.org/drawingml/2006/main" noGrp="1"/>
          </p:cNvSpPr>
          <p:nvPr/>
        </p:nvSpPr>
        <p:spPr>
          <a:xfrm xmlns:a="http://schemas.openxmlformats.org/drawingml/2006/main">
            <a:off x="815975" y="3127616"/>
            <a:ext cx="3397250" cy="1464072"/>
          </a:xfrm>
          <a:prstGeom xmlns:a="http://schemas.openxmlformats.org/drawingml/2006/main" prst="roundRect">
            <a:avLst>
              <a:gd name="adj" fmla="val 10192"/>
            </a:avLst>
          </a:prstGeom>
          <a:solidFill xmlns:a="http://schemas.openxmlformats.org/drawingml/2006/main">
            <a:srgbClr val="F2F3F7"/>
          </a:solidFill>
          <a:ln xmlns:a="http://schemas.openxmlformats.org/drawingml/2006/main" w="6350">
            <a:solidFill>
              <a:srgbClr val="D9DBE3">
                <a:alpha val="14000"/>
              </a:srgbClr>
            </a:solidFill>
            <a:prstDash val="solid"/>
          </a:ln>
        </p:spPr>
      </p:sp>
      <p:sp>
        <p:nvSpPr>
          <p:cNvPr id="133" name="Text 30">
            <a:extLst xmlns:a="http://schemas.openxmlformats.org/drawingml/2006/main">
              <a:ext uri="{FF2B5EF4-FFF2-40B4-BE49-F238E27FC236}">
                <a16:creationId xmlns:a16="http://schemas.microsoft.com/office/drawing/2014/main" id="{326DCA49-1C0A-43EC-8E62-3B72323FA790}"/>
              </a:ext>
            </a:extLst>
          </p:cNvPr>
          <p:cNvSpPr>
            <a:spLocks xmlns:a="http://schemas.openxmlformats.org/drawingml/2006/main" noGrp="1"/>
          </p:cNvSpPr>
          <p:nvPr/>
        </p:nvSpPr>
        <p:spPr>
          <a:xfrm xmlns:a="http://schemas.openxmlformats.org/drawingml/2006/main">
            <a:off x="1047750" y="3359391"/>
            <a:ext cx="3021711" cy="2691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20"/>
              </a:lnSpc>
              <a:buNone/>
            </a:pPr>
            <a:r>
              <a:rPr sz="1600" b="1">
                <a:solidFill>
                  <a:srgbClr val="119F9A"/>
                </a:solidFill>
                <a:latin typeface="Segoe UI"/>
                <a:ea typeface="Segoe UI"/>
                <a:cs typeface="Segoe UI"/>
              </a:rPr>
              <a:t>Construimos</a:t>
            </a:r>
            <a:endParaRPr sz="1600"/>
          </a:p>
        </p:txBody>
      </p:sp>
      <p:sp>
        <p:nvSpPr>
          <p:cNvPr id="134" name="Text 31">
            <a:extLst xmlns:a="http://schemas.openxmlformats.org/drawingml/2006/main">
              <a:ext uri="{FF2B5EF4-FFF2-40B4-BE49-F238E27FC236}">
                <a16:creationId xmlns:a16="http://schemas.microsoft.com/office/drawing/2014/main" id="{9B984763-E89D-42EB-9671-55C93D947498}"/>
              </a:ext>
            </a:extLst>
          </p:cNvPr>
          <p:cNvSpPr>
            <a:spLocks xmlns:a="http://schemas.openxmlformats.org/drawingml/2006/main" noGrp="1"/>
          </p:cNvSpPr>
          <p:nvPr/>
        </p:nvSpPr>
        <p:spPr>
          <a:xfrm xmlns:a="http://schemas.openxmlformats.org/drawingml/2006/main">
            <a:off x="1047750" y="3666672"/>
            <a:ext cx="3021711"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0"/>
              </a:lnSpc>
              <a:buNone/>
            </a:pPr>
            <a:r>
              <a:rPr sz="1300">
                <a:solidFill>
                  <a:srgbClr val="292B45"/>
                </a:solidFill>
                <a:latin typeface="Segoe UI"/>
                <a:ea typeface="Segoe UI"/>
                <a:cs typeface="Segoe UI"/>
              </a:rPr>
              <a:t>Un asistente para preparar la reposición de un inventario ficticio.</a:t>
            </a:r>
            <a:endParaRPr sz="1300"/>
          </a:p>
        </p:txBody>
      </p:sp>
      <p:sp>
        <p:nvSpPr>
          <p:cNvPr id="135" name="Shape 32">
            <a:extLst xmlns:a="http://schemas.openxmlformats.org/drawingml/2006/main">
              <a:ext uri="{FF2B5EF4-FFF2-40B4-BE49-F238E27FC236}">
                <a16:creationId xmlns:a16="http://schemas.microsoft.com/office/drawing/2014/main" id="{8CAD0CFD-AB6C-4005-8756-2163FC6E853C}"/>
              </a:ext>
            </a:extLst>
          </p:cNvPr>
          <p:cNvSpPr>
            <a:spLocks xmlns:a="http://schemas.openxmlformats.org/drawingml/2006/main" noGrp="1"/>
          </p:cNvSpPr>
          <p:nvPr/>
        </p:nvSpPr>
        <p:spPr>
          <a:xfrm xmlns:a="http://schemas.openxmlformats.org/drawingml/2006/main">
            <a:off x="4397375" y="3127616"/>
            <a:ext cx="3397250" cy="1464072"/>
          </a:xfrm>
          <a:prstGeom xmlns:a="http://schemas.openxmlformats.org/drawingml/2006/main" prst="roundRect">
            <a:avLst>
              <a:gd name="adj" fmla="val 10192"/>
            </a:avLst>
          </a:prstGeom>
          <a:solidFill xmlns:a="http://schemas.openxmlformats.org/drawingml/2006/main">
            <a:srgbClr val="FF509F">
              <a:alpha val="14000"/>
            </a:srgbClr>
          </a:solidFill>
          <a:ln xmlns:a="http://schemas.openxmlformats.org/drawingml/2006/main" w="6350">
            <a:solidFill>
              <a:srgbClr val="FF509F">
                <a:alpha val="55000"/>
              </a:srgbClr>
            </a:solidFill>
            <a:prstDash val="solid"/>
          </a:ln>
        </p:spPr>
      </p:sp>
      <p:sp>
        <p:nvSpPr>
          <p:cNvPr id="136" name="Text 33">
            <a:extLst xmlns:a="http://schemas.openxmlformats.org/drawingml/2006/main">
              <a:ext uri="{FF2B5EF4-FFF2-40B4-BE49-F238E27FC236}">
                <a16:creationId xmlns:a16="http://schemas.microsoft.com/office/drawing/2014/main" id="{879DA206-E9A1-4D51-8035-9A601E928FBD}"/>
              </a:ext>
            </a:extLst>
          </p:cNvPr>
          <p:cNvSpPr>
            <a:spLocks xmlns:a="http://schemas.openxmlformats.org/drawingml/2006/main" noGrp="1"/>
          </p:cNvSpPr>
          <p:nvPr/>
        </p:nvSpPr>
        <p:spPr>
          <a:xfrm xmlns:a="http://schemas.openxmlformats.org/drawingml/2006/main">
            <a:off x="4629150" y="3359391"/>
            <a:ext cx="3021711" cy="2691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20"/>
              </a:lnSpc>
              <a:buNone/>
            </a:pPr>
            <a:r>
              <a:rPr sz="1600" b="1">
                <a:solidFill>
                  <a:srgbClr val="FF509F"/>
                </a:solidFill>
                <a:latin typeface="Segoe UI"/>
                <a:ea typeface="Segoe UI"/>
                <a:cs typeface="Segoe UI"/>
              </a:rPr>
              <a:t>Revisamos</a:t>
            </a:r>
            <a:endParaRPr sz="1600"/>
          </a:p>
        </p:txBody>
      </p:sp>
      <p:sp>
        <p:nvSpPr>
          <p:cNvPr id="137" name="Text 34">
            <a:extLst xmlns:a="http://schemas.openxmlformats.org/drawingml/2006/main">
              <a:ext uri="{FF2B5EF4-FFF2-40B4-BE49-F238E27FC236}">
                <a16:creationId xmlns:a16="http://schemas.microsoft.com/office/drawing/2014/main" id="{CE44B42D-1C22-4CBB-82E0-809E22A81F97}"/>
              </a:ext>
            </a:extLst>
          </p:cNvPr>
          <p:cNvSpPr>
            <a:spLocks xmlns:a="http://schemas.openxmlformats.org/drawingml/2006/main" noGrp="1"/>
          </p:cNvSpPr>
          <p:nvPr/>
        </p:nvSpPr>
        <p:spPr>
          <a:xfrm xmlns:a="http://schemas.openxmlformats.org/drawingml/2006/main">
            <a:off x="4629150" y="3666672"/>
            <a:ext cx="3021711"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29"/>
              </a:lnSpc>
              <a:buNone/>
            </a:pPr>
            <a:r>
              <a:rPr sz="1235">
                <a:solidFill>
                  <a:srgbClr val="292B45"/>
                </a:solidFill>
                <a:latin typeface="Segoe UI"/>
                <a:ea typeface="Segoe UI"/>
                <a:cs typeface="Segoe UI"/>
              </a:rPr>
              <a:t>La política, los cambios en archivos y las líneas que requieren atención.</a:t>
            </a:r>
            <a:endParaRPr sz="1235"/>
          </a:p>
        </p:txBody>
      </p:sp>
      <p:sp>
        <p:nvSpPr>
          <p:cNvPr id="138" name="Shape 35">
            <a:extLst xmlns:a="http://schemas.openxmlformats.org/drawingml/2006/main">
              <a:ext uri="{FF2B5EF4-FFF2-40B4-BE49-F238E27FC236}">
                <a16:creationId xmlns:a16="http://schemas.microsoft.com/office/drawing/2014/main" id="{F6F6E473-1605-45FE-9071-41077084525F}"/>
              </a:ext>
            </a:extLst>
          </p:cNvPr>
          <p:cNvSpPr>
            <a:spLocks xmlns:a="http://schemas.openxmlformats.org/drawingml/2006/main" noGrp="1"/>
          </p:cNvSpPr>
          <p:nvPr/>
        </p:nvSpPr>
        <p:spPr>
          <a:xfrm xmlns:a="http://schemas.openxmlformats.org/drawingml/2006/main">
            <a:off x="7978775" y="3127616"/>
            <a:ext cx="3397250" cy="1464072"/>
          </a:xfrm>
          <a:prstGeom xmlns:a="http://schemas.openxmlformats.org/drawingml/2006/main" prst="roundRect">
            <a:avLst>
              <a:gd name="adj" fmla="val 10192"/>
            </a:avLst>
          </a:prstGeom>
          <a:solidFill xmlns:a="http://schemas.openxmlformats.org/drawingml/2006/main">
            <a:srgbClr val="F2F3F7"/>
          </a:solidFill>
          <a:ln xmlns:a="http://schemas.openxmlformats.org/drawingml/2006/main" w="6350">
            <a:solidFill>
              <a:srgbClr val="D9DBE3">
                <a:alpha val="14000"/>
              </a:srgbClr>
            </a:solidFill>
            <a:prstDash val="solid"/>
          </a:ln>
        </p:spPr>
      </p:sp>
      <p:sp>
        <p:nvSpPr>
          <p:cNvPr id="139" name="Text 36">
            <a:extLst xmlns:a="http://schemas.openxmlformats.org/drawingml/2006/main">
              <a:ext uri="{FF2B5EF4-FFF2-40B4-BE49-F238E27FC236}">
                <a16:creationId xmlns:a16="http://schemas.microsoft.com/office/drawing/2014/main" id="{4C934734-F5D7-4A5D-94E0-DBD1F4E48EE1}"/>
              </a:ext>
            </a:extLst>
          </p:cNvPr>
          <p:cNvSpPr>
            <a:spLocks xmlns:a="http://schemas.openxmlformats.org/drawingml/2006/main" noGrp="1"/>
          </p:cNvSpPr>
          <p:nvPr/>
        </p:nvSpPr>
        <p:spPr>
          <a:xfrm xmlns:a="http://schemas.openxmlformats.org/drawingml/2006/main">
            <a:off x="8210550" y="3359391"/>
            <a:ext cx="3021711" cy="2691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20"/>
              </a:lnSpc>
              <a:buNone/>
            </a:pPr>
            <a:r>
              <a:rPr sz="1600" b="1">
                <a:solidFill>
                  <a:srgbClr val="292B45"/>
                </a:solidFill>
                <a:latin typeface="Segoe UI"/>
                <a:ea typeface="Segoe UI"/>
                <a:cs typeface="Segoe UI"/>
              </a:rPr>
              <a:t>Decidimos</a:t>
            </a:r>
            <a:endParaRPr sz="1600"/>
          </a:p>
        </p:txBody>
      </p:sp>
      <p:sp>
        <p:nvSpPr>
          <p:cNvPr id="140" name="Text 37">
            <a:extLst xmlns:a="http://schemas.openxmlformats.org/drawingml/2006/main">
              <a:ext uri="{FF2B5EF4-FFF2-40B4-BE49-F238E27FC236}">
                <a16:creationId xmlns:a16="http://schemas.microsoft.com/office/drawing/2014/main" id="{C9445072-6E60-4FEE-9A71-C8F6B5FB1FA0}"/>
              </a:ext>
            </a:extLst>
          </p:cNvPr>
          <p:cNvSpPr>
            <a:spLocks xmlns:a="http://schemas.openxmlformats.org/drawingml/2006/main" noGrp="1"/>
          </p:cNvSpPr>
          <p:nvPr/>
        </p:nvSpPr>
        <p:spPr>
          <a:xfrm xmlns:a="http://schemas.openxmlformats.org/drawingml/2006/main">
            <a:off x="8210550" y="3666672"/>
            <a:ext cx="3021711"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0"/>
              </a:lnSpc>
              <a:buNone/>
            </a:pPr>
            <a:r>
              <a:rPr sz="1300">
                <a:solidFill>
                  <a:srgbClr val="292B45"/>
                </a:solidFill>
                <a:latin typeface="Segoe UI"/>
                <a:ea typeface="Segoe UI"/>
                <a:cs typeface="Segoe UI"/>
              </a:rPr>
              <a:t>Circe propone. La persona de Compras decide qué tramitar.</a:t>
            </a:r>
            <a:endParaRPr sz="1300"/>
          </a:p>
        </p:txBody>
      </p:sp>
      <p:sp>
        <p:nvSpPr>
          <p:cNvPr id="141" name="Freeform: Shape 44">
            <a:extLst xmlns:a="http://schemas.openxmlformats.org/drawingml/2006/main">
              <a:ext uri="{FF2B5EF4-FFF2-40B4-BE49-F238E27FC236}">
                <a16:creationId xmlns:a16="http://schemas.microsoft.com/office/drawing/2014/main" id="{641310B7-2D26-4B8E-B802-4AA8EA575187}"/>
              </a:ext>
            </a:extLst>
          </p:cNvPr>
          <p:cNvSpPr>
            <a:spLocks xmlns:a="http://schemas.openxmlformats.org/drawingml/2006/main" noGrp="1"/>
          </p:cNvSpPr>
          <p:nvPr/>
        </p:nvSpPr>
        <p:spPr>
          <a:xfrm xmlns:a="http://schemas.openxmlformats.org/drawingml/2006/main">
            <a:off x="11290000" y="-60000"/>
            <a:ext cx="960000" cy="900000"/>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rgbClr val="FFDA37"/>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42" name="Freeform: Shape 45">
            <a:extLst xmlns:a="http://schemas.openxmlformats.org/drawingml/2006/main">
              <a:ext uri="{FF2B5EF4-FFF2-40B4-BE49-F238E27FC236}">
                <a16:creationId xmlns:a16="http://schemas.microsoft.com/office/drawing/2014/main" id="{D4B55173-D163-4D03-84FE-14105F59E0B0}"/>
              </a:ext>
            </a:extLst>
          </p:cNvPr>
          <p:cNvSpPr>
            <a:spLocks xmlns:a="http://schemas.openxmlformats.org/drawingml/2006/main" noGrp="1"/>
          </p:cNvSpPr>
          <p:nvPr/>
        </p:nvSpPr>
        <p:spPr>
          <a:xfrm xmlns:a="http://schemas.openxmlformats.org/drawingml/2006/main">
            <a:off x="11720000" y="900000"/>
            <a:ext cx="110000" cy="110000"/>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rgbClr val="FFDA37"/>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Tree>
    <p:extLst>
      <p:ext uri="{BB962C8B-B14F-4D97-AF65-F5344CB8AC3E}">
        <p14:creationId xmlns:p14="http://schemas.microsoft.com/office/powerpoint/2010/main" val="1315461847"/>
      </p:ext>
    </p:extLst>
  </p:cSld>
</p: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0:cNvGrpSpPr/>
        <ns0:nvPr/>
      </ns0:nvGrpSpPr>
      <ns0:grpSpPr>
        <ns1:xfrm/>
      </ns0:grpSpPr>
      <ns0:sp>
        <ns0:nvSpPr>
          <ns0:cNvPr id="101" name="Text 2">
            <ns1:extLst>
              <ns1:ext uri="{FF2B5EF4-FFF2-40B4-BE49-F238E27FC236}">
                <ns2:creationId id="{F457721A-06ED-4AC0-9588-9CA760294A96}"/>
              </ns1:ext>
            </ns1:extLst>
          </ns0:cNvPr>
          <ns0:cNvSpPr>
            <ns1:spLocks noGrp="1"/>
          </ns0:cNvSpPr>
          <ns0:nvPr/>
        </ns0:nvSpPr>
        <ns0:spPr>
          <ns1:xfrm>
            <ns1:off x="812800" y="450000"/>
            <ns1:ext cx="10883392" cy="236014"/>
          </ns1:xfrm>
          <ns1:prstGeom prst="rect">
            <ns1:avLst/>
          </ns1:prstGeom>
          <ns1:noFill/>
        </ns0:spPr>
        <ns0:txBody>
          <ns1:bodyPr wrap="square" lIns="0" tIns="0" rIns="0" bIns="0" anchor="t"/>
          <ns1:lstStyle/>
          <ns1:p>
            <ns1:pPr marL="0" indent="0" algn="l">
              <ns1:lnSpc>
                <ns1:spcPts val="1680"/>
              </ns1:lnSpc>
              <ns1:buNone/>
            </ns1:pPr>
            <ns1:r>
              <ns1:rPr sz="1200" b="1" spc="200">
                <ns1:solidFill>
                  <ns1:srgbClr val="119F9A"/>
                </ns1:solidFill>
                <ns1:latin typeface="Segoe UI"/>
                <ns1:ea typeface="Segoe UI"/>
                <ns1:cs typeface="Segoe UI"/>
              </ns1:rPr>
              <ns1:t>PASO 1 · CREAR</ns1:t>
            </ns1:r>
            <ns1:endParaRPr sz="1200"/>
          </ns1:p>
        </ns0:txBody>
      </ns0:sp>
      <ns0:sp>
        <ns0:nvSpPr>
          <ns0:cNvPr id="102" name="Text 3">
            <ns1:extLst>
              <ns1:ext uri="{FF2B5EF4-FFF2-40B4-BE49-F238E27FC236}">
                <ns2:creationId id="{0B43AACA-017C-45F7-8915-8A65091F5258}"/>
              </ns1:ext>
            </ns1:extLst>
          </ns0:cNvPr>
          <ns0:cNvSpPr>
            <ns1:spLocks noGrp="1"/>
          </ns0:cNvSpPr>
          <ns0:nvPr/>
        </ns0:nvSpPr>
        <ns0:spPr>
          <ns1:xfrm>
            <ns1:off x="812800" y="836686"/>
            <ns1:ext cx="10883392" cy="429357"/>
          </ns1:xfrm>
          <ns1:prstGeom prst="rect">
            <ns1:avLst/>
          </ns1:prstGeom>
          <ns1:noFill/>
        </ns0:spPr>
        <ns0:txBody>
          <ns1:bodyPr wrap="square" lIns="0" tIns="0" rIns="0" bIns="0" anchor="t"/>
          <ns1:lstStyle/>
          <ns1:p>
            <ns1:pPr marL="0" indent="0" algn="l">
              <ns1:lnSpc>
                <ns1:spcPts val="3220"/>
              </ns1:lnSpc>
              <ns1:buNone/>
            </ns1:pPr>
            <ns1:r>
              <ns1:rPr sz="2800" b="1">
                <ns1:solidFill>
                  <ns1:srgbClr val="292B45"/>
                </ns1:solidFill>
                <ns1:latin typeface="Segoe UI"/>
                <ns1:ea typeface="Segoe UI"/>
                <ns1:cs typeface="Segoe UI"/>
              </ns1:rPr>
              <ns1:t>Un agente de Copilot Studio creado desde VS Code</ns1:t>
            </ns1:r>
            <ns1:endParaRPr sz="2800"/>
          </ns1:p>
        </ns0:txBody>
      </ns0:sp>
      <ns0:sp>
        <ns0:nvSpPr>
          <ns0:cNvPr id="103" name="Shape 4">
            <ns1:extLst>
              <ns1:ext uri="{FF2B5EF4-FFF2-40B4-BE49-F238E27FC236}">
                <ns2:creationId id="{BA3D5E7D-1F8C-4AFA-AEA0-A441A97CD58D}"/>
              </ns1:ext>
            </ns1:extLst>
          </ns0:cNvPr>
          <ns0:cNvSpPr>
            <ns1:spLocks noGrp="1"/>
          </ns0:cNvSpPr>
          <ns0:nvPr/>
        </ns0:nvSpPr>
        <ns0:spPr>
          <ns1:xfrm>
            <ns1:off x="815975" y="1419857"/>
            <ns1:ext cx="5187950" cy="1824355"/>
          </ns1:xfrm>
          <ns1:prstGeom prst="roundRect">
            <ns1:avLst>
              <ns1:gd name="adj" fmla="val 8087"/>
            </ns1:avLst>
          </ns1:prstGeom>
          <ns1:solidFill>
            <ns1:srgbClr val="F2F3F7"/>
          </ns1:solidFill>
          <ns1:ln w="6350">
            <ns1:solidFill>
              <ns1:srgbClr val="119F9A">
                <ns1:alpha val="45000"/>
              </ns1:srgbClr>
            </ns1:solidFill>
            <ns1:prstDash val="solid"/>
          </ns1:ln>
        </ns0:spPr>
      </ns0:sp>
      <ns0:sp>
        <ns0:nvSpPr>
          <ns0:cNvPr id="104" name="Text 5">
            <ns1:extLst>
              <ns1:ext uri="{FF2B5EF4-FFF2-40B4-BE49-F238E27FC236}">
                <ns2:creationId id="{0CF72ABA-56F4-491A-A571-C4055556AF6F}"/>
              </ns1:ext>
            </ns1:extLst>
          </ns0:cNvPr>
          <ns0:cNvSpPr>
            <ns1:spLocks noGrp="1"/>
          </ns0:cNvSpPr>
          <ns0:nvPr/>
        </ns0:nvSpPr>
        <ns0:spPr>
          <ns1:xfrm>
            <ns1:off x="1022350" y="1623893"/>
            <ns1:ext cx="4918456" cy="236014"/>
          </ns1:xfrm>
          <ns1:prstGeom prst="rect">
            <ns1:avLst/>
          </ns1:prstGeom>
          <ns1:noFill/>
        </ns0:spPr>
        <ns0:txBody>
          <ns1:bodyPr wrap="square" lIns="0" tIns="0" rIns="0" bIns="0" anchor="t"/>
          <ns1:lstStyle/>
          <ns1:p>
            <ns1:pPr marL="0" indent="0" algn="l">
              <ns1:lnSpc>
                <ns1:spcPts val="1680"/>
              </ns1:lnSpc>
              <ns1:buNone/>
            </ns1:pPr>
            <ns1:r>
              <ns1:rPr sz="1400" b="1">
                <ns1:solidFill>
                  <ns1:srgbClr val="119F9A"/>
                </ns1:solidFill>
                <ns1:latin typeface="Segoe UI"/>
                <ns1:ea typeface="Segoe UI"/>
                <ns1:cs typeface="Segoe UI"/>
              </ns1:rPr>
              <ns1:t>Construimos</ns1:t>
            </ns1:r>
            <ns1:endParaRPr sz="1400"/>
          </ns1:p>
        </ns0:txBody>
      </ns0:sp>
      <ns0:sp>
        <ns0:nvSpPr>
          <ns0:cNvPr id="105" name="Text 6">
            <ns1:extLst>
              <ns1:ext uri="{FF2B5EF4-FFF2-40B4-BE49-F238E27FC236}">
                <ns2:creationId id="{B6A766BE-6D44-45B0-AD37-19C3C820CB7E}"/>
              </ns1:ext>
            </ns1:extLst>
          </ns0:cNvPr>
          <ns0:cNvSpPr>
            <ns1:spLocks noGrp="1"/>
          </ns0:cNvSpPr>
          <ns0:nvPr/>
        </ns0:nvSpPr>
        <ns0:spPr>
          <ns1:xfrm>
            <ns1:off x="1022350" y="1910131"/>
            <ns1:ext cx="4918456" cy="251121"/>
          </ns1:xfrm>
          <ns1:prstGeom prst="rect">
            <ns1:avLst/>
          </ns1:prstGeom>
          <ns1:noFill/>
        </ns0:spPr>
        <ns0:txBody>
          <ns1:bodyPr wrap="square" lIns="0" tIns="0" rIns="0" bIns="0" anchor="t"/>
          <ns1:lstStyle/>
          <ns1:p>
            <ns1:pPr marL="0" indent="0" algn="l">
              <ns1:lnSpc>
                <ns1:spcPts val="1800"/>
              </ns1:lnSpc>
              <ns1:buNone/>
            </ns1:pPr>
            <ns1:r>
              <ns1:rPr sz="1200">
                <ns1:solidFill>
                  <ns1:srgbClr val="292B45"/>
                </ns1:solidFill>
                <ns1:latin typeface="Consolas"/>
                <ns1:ea typeface="Consolas"/>
                <ns1:cs typeface="Consolas"/>
              </ns1:rPr>
              <ns1:t>Circe Compras</ns1:t>
            </ns1:r>
            <ns1:endParaRPr sz="1200"/>
          </ns1:p>
        </ns0:txBody>
      </ns0:sp>
      <ns0:sp>
        <ns0:nvSpPr>
          <ns0:cNvPr id="106" name="Text 7">
            <ns1:extLst>
              <ns1:ext uri="{FF2B5EF4-FFF2-40B4-BE49-F238E27FC236}">
                <ns2:creationId id="{F8BE9A6A-F896-47A1-B6AE-713552951538}"/>
              </ns1:ext>
            </ns1:extLst>
          </ns0:cNvPr>
          <ns0:cNvSpPr>
            <ns1:spLocks noGrp="1"/>
          </ns0:cNvSpPr>
          <ns0:nvPr/>
        </ns0:nvSpPr>
        <ns0:spPr>
          <ns1:xfrm>
            <ns1:off x="1022350" y="2211476"/>
            <ns1:ext cx="4918456" cy="251121"/>
          </ns1:xfrm>
          <ns1:prstGeom prst="rect">
            <ns1:avLst/>
          </ns1:prstGeom>
          <ns1:noFill/>
        </ns0:spPr>
        <ns0:txBody>
          <ns1:bodyPr wrap="square" lIns="0" tIns="0" rIns="0" bIns="0" anchor="t"/>
          <ns1:lstStyle/>
          <ns1:p>
            <ns1:pPr marL="0" indent="0" algn="l">
              <ns1:lnSpc>
                <ns1:spcPts val="1800"/>
              </ns1:lnSpc>
              <ns1:buNone/>
            </ns1:pPr>
            <ns1:r>
              <ns1:rPr sz="1200">
                <ns1:solidFill>
                  <ns1:srgbClr val="292B45"/>
                </ns1:solidFill>
                <ns1:latin typeface="Consolas"/>
                <ns1:ea typeface="Consolas"/>
                <ns1:cs typeface="Consolas"/>
              </ns1:rPr>
              <ns1:t>New-Circe.ps1 usa pac copilot init</ns1:t>
            </ns1:r>
            <ns1:endParaRPr sz="1200"/>
          </ns1:p>
        </ns0:txBody>
      </ns0:sp>
      <ns0:sp>
        <ns0:nvSpPr>
          <ns0:cNvPr id="107" name="Text 8">
            <ns1:extLst>
              <ns1:ext uri="{FF2B5EF4-FFF2-40B4-BE49-F238E27FC236}">
                <ns2:creationId id="{D0FFC2C9-8B73-4F82-8776-30F2715C7757}"/>
              </ns1:ext>
            </ns1:extLst>
          </ns0:cNvPr>
          <ns0:cNvSpPr>
            <ns1:spLocks noGrp="1"/>
          </ns0:cNvSpPr>
          <ns0:nvPr/>
        </ns0:nvSpPr>
        <ns0:spPr>
          <ns1:xfrm>
            <ns1:off x="1022350" y="2512822"/>
            <ns1:ext cx="4918456" cy="251121"/>
          </ns1:xfrm>
          <ns1:prstGeom prst="rect">
            <ns1:avLst/>
          </ns1:prstGeom>
          <ns1:noFill/>
        </ns0:spPr>
        <ns0:txBody>
          <ns1:bodyPr wrap="square" lIns="0" tIns="0" rIns="0" bIns="0" anchor="t"/>
          <ns1:lstStyle/>
          <ns1:p>
            <ns1:pPr marL="0" indent="0" algn="l">
              <ns1:lnSpc>
                <ns1:spcPts val="1800"/>
              </ns1:lnSpc>
              <ns1:buNone/>
            </ns1:pPr>
            <ns1:r>
              <ns1:rPr sz="1200">
                <ns1:solidFill>
                  <ns1:srgbClr val="292B45"/>
                </ns1:solidFill>
                <ns1:latin typeface="Consolas"/>
                <ns1:ea typeface="Consolas"/>
                <ns1:cs typeface="Consolas"/>
              </ns1:rPr>
              <ns1:t>--authoring-mode cli-copilot</ns1:t>
            </ns1:r>
            <ns1:endParaRPr sz="1200"/>
          </ns1:p>
        </ns0:txBody>
      </ns0:sp>
      <ns0:sp>
        <ns0:nvSpPr>
          <ns0:cNvPr id="108" name="Text 9">
            <ns1:extLst>
              <ns1:ext uri="{FF2B5EF4-FFF2-40B4-BE49-F238E27FC236}">
                <ns2:creationId id="{19252322-CE7F-4BEA-B04E-0035BF22A5A9}"/>
              </ns1:ext>
            </ns1:extLst>
          </ns0:cNvPr>
          <ns0:cNvSpPr>
            <ns1:spLocks noGrp="1"/>
          </ns0:cNvSpPr>
          <ns0:nvPr/>
        </ns0:nvSpPr>
        <ns0:spPr>
          <ns1:xfrm>
            <ns1:off x="1022350" y="2814167"/>
            <ns1:ext cx="4918456" cy="251121"/>
          </ns1:xfrm>
          <ns1:prstGeom prst="rect">
            <ns1:avLst/>
          </ns1:prstGeom>
          <ns1:noFill/>
        </ns0:spPr>
        <ns0:txBody>
          <ns1:bodyPr wrap="square" lIns="0" tIns="0" rIns="0" bIns="0" anchor="t"/>
          <ns1:lstStyle/>
          <ns1:p>
            <ns1:pPr marL="0" indent="0" algn="l">
              <ns1:lnSpc>
                <ns1:spcPts val="1800"/>
              </ns1:lnSpc>
              <ns1:buNone/>
            </ns1:pPr>
            <ns1:r>
              <ns1:rPr sz="1200">
                <ns1:solidFill>
                  <ns1:srgbClr val="292B45"/>
                </ns1:solidFill>
                <ns1:latin typeface="Consolas"/>
                <ns1:ea typeface="Consolas"/>
                <ns1:cs typeface="Consolas"/>
              </ns1:rPr>
              <ns1:t>Nombre, schema e instrucciones</ns1:t>
            </ns1:r>
            <ns1:endParaRPr sz="1200"/>
          </ns1:p>
        </ns0:txBody>
      </ns0:sp>
      <ns0:sp>
        <ns0:nvSpPr>
          <ns0:cNvPr id="109" name="Shape 10">
            <ns1:extLst>
              <ns1:ext uri="{FF2B5EF4-FFF2-40B4-BE49-F238E27FC236}">
                <ns2:creationId id="{90AA5580-2906-49AF-9FF8-D04B39DD7EE8}"/>
              </ns1:ext>
            </ns1:extLst>
          </ns0:cNvPr>
          <ns0:cNvSpPr>
            <ns1:spLocks noGrp="1"/>
          </ns0:cNvSpPr>
          <ns0:nvPr/>
        </ns0:nvSpPr>
        <ns0:spPr>
          <ns1:xfrm>
            <ns1:off x="6188075" y="1419857"/>
            <ns1:ext cx="5187950" cy="1824355"/>
          </ns1:xfrm>
          <ns1:prstGeom prst="roundRect">
            <ns1:avLst>
              <ns1:gd name="adj" fmla="val 8087"/>
            </ns1:avLst>
          </ns1:prstGeom>
          <ns1:solidFill>
            <ns1:srgbClr val="F2F3F7"/>
          </ns1:solidFill>
          <ns1:ln w="6350">
            <ns1:solidFill>
              <ns1:srgbClr val="D9DBE3">
                <ns1:alpha val="14000"/>
              </ns1:srgbClr>
            </ns1:solidFill>
            <ns1:prstDash val="solid"/>
          </ns1:ln>
        </ns0:spPr>
      </ns0:sp>
      <ns0:sp>
        <ns0:nvSpPr>
          <ns0:cNvPr id="110" name="Text 11">
            <ns1:extLst>
              <ns1:ext uri="{FF2B5EF4-FFF2-40B4-BE49-F238E27FC236}">
                <ns2:creationId id="{1A326C1C-CB5F-40FD-915C-8BD667C69726}"/>
              </ns1:ext>
            </ns1:extLst>
          </ns0:cNvPr>
          <ns0:cNvSpPr>
            <ns1:spLocks noGrp="1"/>
          </ns0:cNvSpPr>
          <ns0:nvPr/>
        </ns0:nvSpPr>
        <ns0:spPr>
          <ns1:xfrm>
            <ns1:off x="6394450" y="1623893"/>
            <ns1:ext cx="4918456" cy="236014"/>
          </ns1:xfrm>
          <ns1:prstGeom prst="rect">
            <ns1:avLst/>
          </ns1:prstGeom>
          <ns1:noFill/>
        </ns0:spPr>
        <ns0:txBody>
          <ns1:bodyPr wrap="square" lIns="0" tIns="0" rIns="0" bIns="0" anchor="t"/>
          <ns1:lstStyle/>
          <ns1:p>
            <ns1:pPr marL="0" indent="0" algn="l">
              <ns1:lnSpc>
                <ns1:spcPts val="1680"/>
              </ns1:lnSpc>
              <ns1:buNone/>
            </ns1:pPr>
            <ns1:r>
              <ns1:rPr sz="1400" b="1">
                <ns1:solidFill>
                  <ns1:srgbClr val="292B45"/>
                </ns1:solidFill>
                <ns1:latin typeface="Segoe UI"/>
                <ns1:ea typeface="Segoe UI"/>
                <ns1:cs typeface="Segoe UI"/>
              </ns1:rPr>
              <ns1:t>Vamos a ver</ns1:t>
            </ns1:r>
            <ns1:endParaRPr sz="1400"/>
          </ns1:p>
        </ns0:txBody>
      </ns0:sp>
      <ns0:sp>
        <ns0:nvSpPr>
          <ns0:cNvPr id="111" name="Text 12">
            <ns1:extLst>
              <ns1:ext uri="{FF2B5EF4-FFF2-40B4-BE49-F238E27FC236}">
                <ns2:creationId id="{8A69B602-D663-4CF3-B903-44E70AA541E7}"/>
              </ns1:ext>
            </ns1:extLst>
          </ns0:cNvPr>
          <ns0:cNvSpPr>
            <ns1:spLocks noGrp="1"/>
          </ns0:cNvSpPr>
          <ns0:nvPr/>
        </ns0:nvSpPr>
        <ns0:spPr>
          <ns1:xfrm>
            <ns1:off x="6394450" y="1910131"/>
            <ns1:ext cx="4918456" cy="657819"/>
          </ns1:xfrm>
          <ns1:prstGeom prst="rect">
            <ns1:avLst/>
          </ns1:prstGeom>
          <ns1:noFill/>
        </ns0:spPr>
        <ns0:txBody>
          <ns1:bodyPr wrap="square" lIns="0" tIns="0" rIns="0" bIns="0" anchor="t"/>
          <ns1:lstStyle/>
          <ns1:p>
            <ns1:pPr marL="182880" indent="-155194" algn="l">
              <ns1:lnSpc>
                <ns1:spcPts val="1680"/>
              </ns1:lnSpc>
              <ns1:buSzPct val="100000"/>
              <ns1:buChar char="•"/>
            </ns1:pPr>
            <ns1:r>
              <ns1:rPr sz="1200">
                <ns1:solidFill>
                  <ns1:srgbClr val="292B45"/>
                </ns1:solidFill>
                <ns1:latin typeface="Segoe UI"/>
                <ns1:ea typeface="Segoe UI"/>
                <ns1:cs typeface="Segoe UI"/>
              </ns1:rPr>
              <ns1:t>Las instrucciones en settings.mcs.yml</ns1:t>
            </ns1:r>
            <ns1:endParaRPr sz="1200"/>
          </ns1:p>
          <ns1:p>
            <ns1:pPr marL="182880" indent="-155194" algn="l">
              <ns1:lnSpc>
                <ns1:spcPts val="1680"/>
              </ns1:lnSpc>
              <ns1:buSzPct val="100000"/>
              <ns1:buChar char="•"/>
            </ns1:pPr>
            <ns1:r>
              <ns1:rPr sz="1200">
                <ns1:solidFill>
                  <ns1:srgbClr val="292B45"/>
                </ns1:solidFill>
                <ns1:latin typeface="Segoe UI"/>
                <ns1:ea typeface="Segoe UI"/>
                <ns1:cs typeface="Segoe UI"/>
              </ns1:rPr>
              <ns1:t>El harness en Copilot Studio</ns1:t>
            </ns1:r>
          </ns1:p>
          <ns1:p>
            <ns1:pPr marL="182880" indent="-155194" algn="l">
              <ns1:lnSpc>
                <ns1:spcPts val="1680"/>
              </ns1:lnSpc>
              <ns1:buSzPct val="100000"/>
              <ns1:buChar char="•"/>
            </ns1:pPr>
            <ns1:r>
              <ns1:rPr sz="1200">
                <ns1:solidFill>
                  <ns1:srgbClr val="292B45"/>
                </ns1:solidFill>
                <ns1:latin typeface="Segoe UI"/>
                <ns1:ea typeface="Segoe UI"/>
                <ns1:cs typeface="Segoe UI"/>
              </ns1:rPr>
              <ns1:t>La primera versión del workspace en Git</ns1:t>
            </ns1:r>
          </ns1:p>
        </ns0:txBody>
      </ns0:sp>
      <ns0:sp>
        <ns0:nvSpPr>
          <ns0:cNvPr id="113" name="Text 13">
            <ns1:extLst>
              <ns1:ext uri="{FF2B5EF4-FFF2-40B4-BE49-F238E27FC236}">
                <ns2:creationId id="{4C069FBF-0623-478A-831A-F0C4B142A3B0}"/>
              </ns1:ext>
            </ns1:extLst>
          </ns0:cNvPr>
          <ns0:cNvSpPr>
            <ns1:spLocks noGrp="1"/>
          </ns0:cNvSpPr>
          <ns0:nvPr/>
        </ns0:nvSpPr>
        <ns0:spPr>
          <ns1:xfrm>
            <ns1:off x="812800" y="5813985"/>
            <ns1:ext cx="10883392" cy="236014"/>
          </ns1:xfrm>
          <ns1:prstGeom prst="rect">
            <ns1:avLst/>
          </ns1:prstGeom>
          <ns1:noFill/>
        </ns0:spPr>
        <ns0:txBody>
          <ns1:bodyPr wrap="square" lIns="0" tIns="0" rIns="0" bIns="0" anchor="t"/>
          <ns1:lstStyle/>
          <ns1:p>
            <ns1:pPr marL="0" indent="0" algn="l">
              <ns1:lnSpc>
                <ns1:spcPts val="1680"/>
              </ns1:lnSpc>
              <ns1:buNone/>
            </ns1:pPr>
            <ns1:r>
              <ns1:rPr sz="1200">
                <ns1:solidFill>
                  <ns1:srgbClr val="6B6F86"/>
                </ns1:solidFill>
                <ns1:latin typeface="Segoe UI"/>
                <ns1:ea typeface="Segoe UI"/>
                <ns1:cs typeface="Segoe UI"/>
              </ns1:rPr>
              <ns1:t>Claude Code ayuda a construir. Circe es el agente de negocio que se ejecuta en Copilot Studio.</ns1:t>
            </ns1:r>
            <ns1:endParaRPr sz="1200"/>
          </ns1:p>
        </ns0:txBody>
      </ns0:sp>
      <ns0:sp>
        <ns0:nvSpPr>
          <ns0:cNvPr id="114" name="Freeform: Shape 44">
            <ns1:extLst>
              <ns1:ext uri="{FF2B5EF4-FFF2-40B4-BE49-F238E27FC236}">
                <ns2:creationId id="{641310B7-2D26-4B8E-B802-4AA8EA575187}"/>
              </ns1:ext>
            </ns1:extLst>
          </ns0:cNvPr>
          <ns0:cNvSpPr>
            <ns1:spLocks noGrp="1"/>
          </ns0:cNvSpPr>
          <ns0:nvPr/>
        </ns0:nvSpPr>
        <ns0:spPr>
          <ns1:xfrm>
            <ns1:off x="11290000" y="-60000"/>
            <ns1:ext cx="960000" cy="900000"/>
          </ns1:xfrm>
          <ns1:custGeom>
            <ns1:gdLst>
              <ns1:gd name="connsiteX0" fmla="*/ 776480 w 1628775"/>
              <ns1:gd name="connsiteY0" fmla="*/ 1212872 h 1524000"/>
              <ns1:gd name="connsiteX1" fmla="*/ 1105093 w 1628775"/>
              <ns1:gd name="connsiteY1" fmla="*/ 1530054 h 1524000"/>
              <ns1:gd name="connsiteX2" fmla="*/ 1335598 w 1628775"/>
              <ns1:gd name="connsiteY2" fmla="*/ 1034754 h 1524000"/>
              <ns1:gd name="connsiteX3" fmla="*/ 1584200 w 1628775"/>
              <ns1:gd name="connsiteY3" fmla="*/ 756624 h 1524000"/>
              <ns1:gd name="connsiteX4" fmla="*/ 1159385 w 1628775"/>
              <ns1:gd name="connsiteY4" fmla="*/ 339 h 1524000"/>
              <ns1:gd name="connsiteX5" fmla="*/ 506923 w 1628775"/>
              <ns1:gd name="connsiteY5" fmla="*/ 468017 h 1524000"/>
              <ns1:gd name="connsiteX6" fmla="*/ 154498 w 1628775"/>
              <ns1:gd name="connsiteY6" fmla="*/ 670899 h 1524000"/>
              <ns1:gd name="connsiteX7" fmla="*/ 189740 w 1628775"/>
              <ns1:gd name="connsiteY7" fmla="*/ 1261449 h 1524000"/>
              <ns1:gd name="connsiteX8" fmla="*/ 776480 w 1628775"/>
              <ns1:gd name="connsiteY8" fmla="*/ 1212872 h 1524000"/>
            </ns1:gdLst>
            <ns1:rect l="l" t="t" r="r" b="b"/>
            <ns1:pathLst>
              <ns1:path w="1628775" h="1524000">
                <ns1:moveTo>
                  <ns1:pt x="776480" y="1212872"/>
                </ns1:moveTo>
                <ns1:cubicBezTo>
                  <ns1:pt x="886970" y="1256687"/>
                  <ns1:pt x="873635" y="1562439"/>
                  <ns1:pt x="1105093" y="1530054"/>
                </ns1:cubicBezTo>
                <ns1:cubicBezTo>
                  <ns1:pt x="1320358" y="1498622"/>
                  <ns1:pt x="1244158" y="1238589"/>
                  <ns1:pt x="1335598" y="1034754"/>
                </ns1:cubicBezTo>
                <ns1:cubicBezTo>
                  <ns1:pt x="1382270" y="930932"/>
                  <ns1:pt x="1524193" y="889974"/>
                  <ns1:pt x="1584200" y="756624"/>
                </ns1:cubicBezTo>
                <ns1:cubicBezTo>
                  <ns1:pt x="1751840" y="382292"/>
                  <ns1:pt x="1499428" y="10817"/>
                  <ns1:pt x="1159385" y="339"/>
                </ns1:cubicBezTo>
                <ns1:cubicBezTo>
                  <ns1:pt x="775528" y="-11091"/>
                  <ns1:pt x="536450" y="268944"/>
                  <ns1:pt x="506923" y="468017"/>
                </ns1:cubicBezTo>
                <ns1:cubicBezTo>
                  <ns1:pt x="473585" y="693759"/>
                  <ns1:pt x="244985" y="640419"/>
                  <ns1:pt x="154498" y="670899"/>
                </ns1:cubicBezTo>
                <ns1:cubicBezTo>
                  <ns1:pt x="-67435" y="746147"/>
                  <ns1:pt x="-45527" y="1176677"/>
                  <ns1:pt x="189740" y="1261449"/>
                </ns1:cubicBezTo>
                <ns1:cubicBezTo>
                  <ns1:pt x="455488" y="1357652"/>
                  <ns1:pt x="540260" y="1120479"/>
                  <ns1:pt x="776480" y="1212872"/>
                </ns1:cubicBezTo>
                <ns1:close/>
              </ns1:path>
            </ns1:pathLst>
          </ns1:custGeom>
          <ns1:solidFill>
            <ns1:srgbClr val="FF509F"/>
          </ns1:solidFill>
          <ns1:ln w="9525" cap="flat">
            <ns1:noFill/>
            <ns1:prstDash val="solid"/>
            <ns1:miter/>
          </ns1:ln>
        </ns0:spPr>
        <ns0:txBody>
          <ns1:bodyPr anchor="ctr"/>
          <ns1:lstStyle/>
          <ns1:p>
            <ns1:endParaRPr/>
          </ns1:p>
        </ns0:txBody>
      </ns0:sp>
      <ns0:sp>
        <ns0:nvSpPr>
          <ns0:cNvPr id="115" name="Freeform: Shape 45">
            <ns1:extLst>
              <ns1:ext uri="{FF2B5EF4-FFF2-40B4-BE49-F238E27FC236}">
                <ns2:creationId id="{D4B55173-D163-4D03-84FE-14105F59E0B0}"/>
              </ns1:ext>
            </ns1:extLst>
          </ns0:cNvPr>
          <ns0:cNvSpPr>
            <ns1:spLocks noGrp="1"/>
          </ns0:cNvSpPr>
          <ns0:nvPr/>
        </ns0:nvSpPr>
        <ns0:spPr>
          <ns1:xfrm>
            <ns1:off x="11720000" y="900000"/>
            <ns1:ext cx="110000" cy="110000"/>
          </ns1:xfrm>
          <ns1:custGeom>
            <ns1:gdLst>
              <ns1:gd name="connsiteX0" fmla="*/ 163830 w 161925"/>
              <ns1:gd name="connsiteY0" fmla="*/ 81915 h 161925"/>
              <ns1:gd name="connsiteX1" fmla="*/ 81915 w 161925"/>
              <ns1:gd name="connsiteY1" fmla="*/ 163830 h 161925"/>
              <ns1:gd name="connsiteX2" fmla="*/ 0 w 161925"/>
              <ns1:gd name="connsiteY2" fmla="*/ 81915 h 161925"/>
              <ns1:gd name="connsiteX3" fmla="*/ 81915 w 161925"/>
              <ns1:gd name="connsiteY3" fmla="*/ 0 h 161925"/>
              <ns1:gd name="connsiteX4" fmla="*/ 163830 w 161925"/>
              <ns1:gd name="connsiteY4" fmla="*/ 81915 h 161925"/>
            </ns1:gdLst>
            <ns1:rect l="l" t="t" r="r" b="b"/>
            <ns1:pathLst>
              <ns1:path w="161925" h="161925">
                <ns1:moveTo>
                  <ns1:pt x="163830" y="81915"/>
                </ns1:moveTo>
                <ns1:cubicBezTo>
                  <ns1:pt x="163830" y="127155"/>
                  <ns1:pt x="127155" y="163830"/>
                  <ns1:pt x="81915" y="163830"/>
                </ns1:cubicBezTo>
                <ns1:cubicBezTo>
                  <ns1:pt x="36675" y="163830"/>
                  <ns1:pt x="0" y="127155"/>
                  <ns1:pt x="0" y="81915"/>
                </ns1:cubicBezTo>
                <ns1:cubicBezTo>
                  <ns1:pt x="0" y="36675"/>
                  <ns1:pt x="36675" y="0"/>
                  <ns1:pt x="81915" y="0"/>
                </ns1:cubicBezTo>
                <ns1:cubicBezTo>
                  <ns1:pt x="127155" y="0"/>
                  <ns1:pt x="163830" y="36675"/>
                  <ns1:pt x="163830" y="81915"/>
                </ns1:cubicBezTo>
                <ns1:close/>
              </ns1:path>
            </ns1:pathLst>
          </ns1:custGeom>
          <ns1:solidFill>
            <ns1:srgbClr val="FF509F"/>
          </ns1:solidFill>
          <ns1:ln w="9525" cap="flat">
            <ns1:noFill/>
            <ns1:prstDash val="solid"/>
            <ns1:miter/>
          </ns1:ln>
        </ns0:spPr>
        <ns0:txBody>
          <ns1:bodyPr anchor="ctr"/>
          <ns1:lstStyle/>
          <ns1:p>
            <ns1:endParaRPr>
              <ns1:latin typeface="Segoe UI"/>
              <ns1:ea typeface="Segoe UI"/>
              <ns1:cs typeface="Segoe UI"/>
            </ns1:endParaRPr>
          </ns1:p>
        </ns0:txBody>
      </ns0:sp>
    </ns0:spTree>
    <ns0:extLst>
      <ns0:ext uri="{BB962C8B-B14F-4D97-AF65-F5344CB8AC3E}">
        <ns3:creationId val="1868280100"/>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0:cNvGrpSpPr/>
        <ns0:nvPr/>
      </ns0:nvGrpSpPr>
      <ns0:grpSpPr>
        <ns1:xfrm/>
      </ns0:grpSpPr>
      <ns0:sp>
        <ns0:nvSpPr>
          <ns0:cNvPr id="101" name="Text 2">
            <ns1:extLst>
              <ns1:ext uri="{FF2B5EF4-FFF2-40B4-BE49-F238E27FC236}">
                <ns2:creationId id="{8513CD86-9024-4675-AF8A-5E310FE75FF4}"/>
              </ns1:ext>
            </ns1:extLst>
          </ns0:cNvPr>
          <ns0:cNvSpPr>
            <ns1:spLocks noGrp="1"/>
          </ns0:cNvSpPr>
          <ns0:nvPr/>
        </ns0:nvSpPr>
        <ns0:spPr>
          <ns1:xfrm>
            <ns1:off x="812800" y="450000"/>
            <ns1:ext cx="10883392" cy="236014"/>
          </ns1:xfrm>
          <ns1:prstGeom prst="rect">
            <ns1:avLst/>
          </ns1:prstGeom>
          <ns1:noFill/>
        </ns0:spPr>
        <ns0:txBody>
          <ns1:bodyPr wrap="square" lIns="0" tIns="0" rIns="0" bIns="0" anchor="t"/>
          <ns1:lstStyle/>
          <ns1:p>
            <ns1:pPr marL="0" indent="0" algn="l">
              <ns1:lnSpc>
                <ns1:spcPts val="1680"/>
              </ns1:lnSpc>
              <ns1:buNone/>
            </ns1:pPr>
            <ns1:r>
              <ns1:rPr sz="1200" b="1" spc="200">
                <ns1:solidFill>
                  <ns1:srgbClr val="292B45"/>
                </ns1:solidFill>
                <ns1:latin typeface="Segoe UI"/>
                <ns1:ea typeface="Segoe UI"/>
                <ns1:cs typeface="Segoe UI"/>
              </ns1:rPr>
              <ns1:t>PASO 2 · CONOCIMIENTO</ns1:t>
            </ns1:r>
            <ns1:endParaRPr sz="1200"/>
          </ns1:p>
        </ns0:txBody>
      </ns0:sp>
      <ns0:sp>
        <ns0:nvSpPr>
          <ns0:cNvPr id="102" name="Text 3">
            <ns1:extLst>
              <ns1:ext uri="{FF2B5EF4-FFF2-40B4-BE49-F238E27FC236}">
                <ns2:creationId id="{C04C45BD-35D2-4DDF-8790-0A6308C412F6}"/>
              </ns1:ext>
            </ns1:extLst>
          </ns0:cNvPr>
          <ns0:cNvSpPr>
            <ns1:spLocks noGrp="1"/>
          </ns0:cNvSpPr>
          <ns0:nvPr/>
        </ns0:nvSpPr>
        <ns0:spPr>
          <ns1:xfrm>
            <ns1:off x="812800" y="836686"/>
            <ns1:ext cx="10883392" cy="429357"/>
          </ns1:xfrm>
          <ns1:prstGeom prst="rect">
            <ns1:avLst/>
          </ns1:prstGeom>
          <ns1:noFill/>
        </ns0:spPr>
        <ns0:txBody>
          <ns1:bodyPr wrap="square" lIns="0" tIns="0" rIns="0" bIns="0" anchor="t"/>
          <ns1:lstStyle/>
          <ns1:p>
            <ns1:pPr marL="0" indent="0" algn="l">
              <ns1:lnSpc>
                <ns1:spcPts val="2897"/>
              </ns1:lnSpc>
              <ns1:buNone/>
            </ns1:pPr>
            <ns1:r>
              <ns1:rPr sz="2519" b="1">
                <ns1:solidFill>
                  <ns1:srgbClr val="292B45"/>
                </ns1:solidFill>
                <ns1:latin typeface="Segoe UI"/>
                <ns1:ea typeface="Segoe UI"/>
                <ns1:cs typeface="Segoe UI"/>
              </ns1:rPr>
              <ns1:t>La política aporta las reglas de Compras</ns1:t>
            </ns1:r>
            <ns1:endParaRPr sz="2519"/>
          </ns1:p>
        </ns0:txBody>
      </ns0:sp>
      <ns0:sp>
        <ns0:nvSpPr>
          <ns0:cNvPr id="103" name="Shape 4">
            <ns1:extLst>
              <ns1:ext uri="{FF2B5EF4-FFF2-40B4-BE49-F238E27FC236}">
                <ns2:creationId id="{A6AE17AF-FAF6-4D20-8EA4-41E1BA212069}"/>
              </ns1:ext>
            </ns1:extLst>
          </ns0:cNvPr>
          <ns0:cNvSpPr>
            <ns1:spLocks noGrp="1"/>
          </ns0:cNvSpPr>
          <ns0:nvPr/>
        </ns0:nvSpPr>
        <ns0:spPr>
          <ns1:xfrm>
            <ns1:off x="815975" y="1419857"/>
            <ns1:ext cx="5187950" cy="1824355"/>
          </ns1:xfrm>
          <ns1:prstGeom prst="roundRect">
            <ns1:avLst>
              <ns1:gd name="adj" fmla="val 8087"/>
            </ns1:avLst>
          </ns1:prstGeom>
          <ns1:solidFill>
            <ns1:srgbClr val="F2F3F7"/>
          </ns1:solidFill>
          <ns1:ln w="6350">
            <ns1:solidFill>
              <ns1:srgbClr val="FFDA37">
                <ns1:alpha val="45000"/>
              </ns1:srgbClr>
            </ns1:solidFill>
            <ns1:prstDash val="solid"/>
          </ns1:ln>
        </ns0:spPr>
      </ns0:sp>
      <ns0:sp>
        <ns0:nvSpPr>
          <ns0:cNvPr id="104" name="Text 5">
            <ns1:extLst>
              <ns1:ext uri="{FF2B5EF4-FFF2-40B4-BE49-F238E27FC236}">
                <ns2:creationId id="{41A91CB5-3A2E-4360-91E8-A4CC06C677FB}"/>
              </ns1:ext>
            </ns1:extLst>
          </ns0:cNvPr>
          <ns0:cNvSpPr>
            <ns1:spLocks noGrp="1"/>
          </ns0:cNvSpPr>
          <ns0:nvPr/>
        </ns0:nvSpPr>
        <ns0:spPr>
          <ns1:xfrm>
            <ns1:off x="1022350" y="1623893"/>
            <ns1:ext cx="4918456" cy="236014"/>
          </ns1:xfrm>
          <ns1:prstGeom prst="rect">
            <ns1:avLst/>
          </ns1:prstGeom>
          <ns1:noFill/>
        </ns0:spPr>
        <ns0:txBody>
          <ns1:bodyPr wrap="square" lIns="0" tIns="0" rIns="0" bIns="0" anchor="t"/>
          <ns1:lstStyle/>
          <ns1:p>
            <ns1:pPr marL="0" indent="0" algn="l">
              <ns1:lnSpc>
                <ns1:spcPts val="1680"/>
              </ns1:lnSpc>
              <ns1:buNone/>
            </ns1:pPr>
            <ns1:r>
              <ns1:rPr sz="1400" b="1">
                <ns1:solidFill>
                  <ns1:srgbClr val="292B45"/>
                </ns1:solidFill>
                <ns1:latin typeface="Segoe UI"/>
                <ns1:ea typeface="Segoe UI"/>
                <ns1:cs typeface="Segoe UI"/>
              </ns1:rPr>
              <ns1:t>Incorporamos</ns1:t>
            </ns1:r>
            <ns1:endParaRPr sz="1400"/>
          </ns1:p>
        </ns0:txBody>
      </ns0:sp>
      <ns0:sp>
        <ns0:nvSpPr>
          <ns0:cNvPr id="105" name="Text 6">
            <ns1:extLst>
              <ns1:ext uri="{FF2B5EF4-FFF2-40B4-BE49-F238E27FC236}">
                <ns2:creationId id="{79E337E3-AE8F-453F-AAF6-838C0FD01B75}"/>
              </ns1:ext>
            </ns1:extLst>
          </ns0:cNvPr>
          <ns0:cNvSpPr>
            <ns1:spLocks noGrp="1"/>
          </ns0:cNvSpPr>
          <ns0:nvPr/>
        </ns0:nvSpPr>
        <ns0:spPr>
          <ns1:xfrm>
            <ns1:off x="1022350" y="1910131"/>
            <ns1:ext cx="4918456" cy="251121"/>
          </ns1:xfrm>
          <ns1:prstGeom prst="rect">
            <ns1:avLst/>
          </ns1:prstGeom>
          <ns1:noFill/>
        </ns0:spPr>
        <ns0:txBody>
          <ns1:bodyPr wrap="square" lIns="0" tIns="0" rIns="0" bIns="0" anchor="t"/>
          <ns1:lstStyle/>
          <ns1:p>
            <ns1:pPr marL="0" indent="0" algn="l">
              <ns1:lnSpc>
                <ns1:spcPts val="1800"/>
              </ns1:lnSpc>
              <ns1:buNone/>
            </ns1:pPr>
            <ns1:r>
              <ns1:rPr sz="1200">
                <ns1:solidFill>
                  <ns1:srgbClr val="292B45"/>
                </ns1:solidFill>
                <ns1:latin typeface="Consolas"/>
                <ns1:ea typeface="Consolas"/>
                <ns1:cs typeface="Consolas"/>
              </ns1:rPr>
              <ns1:t>La política v1</ns1:t>
            </ns1:r>
            <ns1:endParaRPr sz="1200"/>
          </ns1:p>
        </ns0:txBody>
      </ns0:sp>
      <ns0:sp>
        <ns0:nvSpPr>
          <ns0:cNvPr id="106" name="Text 7">
            <ns1:extLst>
              <ns1:ext uri="{FF2B5EF4-FFF2-40B4-BE49-F238E27FC236}">
                <ns2:creationId id="{2D37DFD5-CCA9-4F1F-8588-257B7C6027F9}"/>
              </ns1:ext>
            </ns1:extLst>
          </ns0:cNvPr>
          <ns0:cNvSpPr>
            <ns1:spLocks noGrp="1"/>
          </ns0:cNvSpPr>
          <ns0:nvPr/>
        </ns0:nvSpPr>
        <ns0:spPr>
          <ns1:xfrm>
            <ns1:off x="1022350" y="2211476"/>
            <ns1:ext cx="4918456" cy="251121"/>
          </ns1:xfrm>
          <ns1:prstGeom prst="rect">
            <ns1:avLst/>
          </ns1:prstGeom>
          <ns1:noFill/>
        </ns0:spPr>
        <ns0:txBody>
          <ns1:bodyPr wrap="square" lIns="0" tIns="0" rIns="0" bIns="0" anchor="t"/>
          <ns1:lstStyle/>
          <ns1:p>
            <ns1:pPr marL="0" indent="0" algn="l">
              <ns1:lnSpc>
                <ns1:spcPts val="1800"/>
              </ns1:lnSpc>
              <ns1:buNone/>
            </ns1:pPr>
            <ns1:r>
              <ns1:rPr sz="1200">
                <ns1:solidFill>
                  <ns1:srgbClr val="292B45"/>
                </ns1:solidFill>
                <ns1:latin typeface="Consolas"/>
                <ns1:ea typeface="Consolas"/>
                <ns1:cs typeface="Consolas"/>
              </ns1:rPr>
              <ns1:t>Un documento con reglas y versión</ns1:t>
            </ns1:r>
            <ns1:endParaRPr sz="1200"/>
          </ns1:p>
        </ns0:txBody>
      </ns0:sp>
      <ns0:sp>
        <ns0:nvSpPr>
          <ns0:cNvPr id="107" name="Text 8">
            <ns1:extLst>
              <ns1:ext uri="{FF2B5EF4-FFF2-40B4-BE49-F238E27FC236}">
                <ns2:creationId id="{1FE096B8-57FF-4DB6-B9BD-A92418A31C2B}"/>
              </ns1:ext>
            </ns1:extLst>
          </ns0:cNvPr>
          <ns0:cNvSpPr>
            <ns1:spLocks noGrp="1"/>
          </ns0:cNvSpPr>
          <ns0:nvPr/>
        </ns0:nvSpPr>
        <ns0:spPr>
          <ns1:xfrm>
            <ns1:off x="1022350" y="2512822"/>
            <ns1:ext cx="4918456" cy="251121"/>
          </ns1:xfrm>
          <ns1:prstGeom prst="rect">
            <ns1:avLst/>
          </ns1:prstGeom>
          <ns1:noFill/>
        </ns0:spPr>
        <ns0:txBody>
          <ns1:bodyPr wrap="square" lIns="0" tIns="0" rIns="0" bIns="0" anchor="t"/>
          <ns1:lstStyle/>
          <ns1:p>
            <ns1:pPr marL="0" indent="0" algn="l">
              <ns1:lnSpc>
                <ns1:spcPts val="1800"/>
              </ns1:lnSpc>
              <ns1:buNone/>
            </ns1:pPr>
            <ns1:r>
              <ns1:rPr sz="1200">
                <ns1:solidFill>
                  <ns1:srgbClr val="292B45"/>
                </ns1:solidFill>
                <ns1:latin typeface="Consolas"/>
                <ns1:ea typeface="Consolas"/>
                <ns1:cs typeface="Consolas"/>
              </ns1:rPr>
              <ns1:t>add-knowledge politica-compras.md</ns1:t>
            </ns1:r>
            <ns1:endParaRPr sz="1200"/>
          </ns1:p>
        </ns0:txBody>
      </ns0:sp>
      <ns0:sp>
        <ns0:nvSpPr>
          <ns0:cNvPr id="108" name="Text 9">
            <ns1:extLst>
              <ns1:ext uri="{FF2B5EF4-FFF2-40B4-BE49-F238E27FC236}">
                <ns2:creationId id="{3A7FDB1A-58DA-4BE6-B874-F40B1B4B7542}"/>
              </ns1:ext>
            </ns1:extLst>
          </ns0:cNvPr>
          <ns0:cNvSpPr>
            <ns1:spLocks noGrp="1"/>
          </ns0:cNvSpPr>
          <ns0:nvPr/>
        </ns0:nvSpPr>
        <ns0:spPr>
          <ns1:xfrm>
            <ns1:off x="1022350" y="2814167"/>
            <ns1:ext cx="4918456" cy="251121"/>
          </ns1:xfrm>
          <ns1:prstGeom prst="rect">
            <ns1:avLst/>
          </ns1:prstGeom>
          <ns1:noFill/>
        </ns0:spPr>
        <ns0:txBody>
          <ns1:bodyPr wrap="square" lIns="0" tIns="0" rIns="0" bIns="0" anchor="t"/>
          <ns1:lstStyle/>
          <ns1:p>
            <ns1:pPr marL="0" indent="0" algn="l">
              <ns1:lnSpc>
                <ns1:spcPts val="1800"/>
              </ns1:lnSpc>
              <ns1:buNone/>
            </ns1:pPr>
            <ns1:r>
              <ns1:rPr sz="1200">
                <ns1:solidFill>
                  <ns1:srgbClr val="292B45"/>
                </ns1:solidFill>
                <ns1:latin typeface="Consolas"/>
                <ns1:ea typeface="Consolas"/>
                <ns1:cs typeface="Consolas"/>
              </ns1:rPr>
              <ns1:t>Lo sincronizamos con el agente</ns1:t>
            </ns1:r>
            <ns1:endParaRPr sz="1200"/>
          </ns1:p>
        </ns0:txBody>
      </ns0:sp>
      <ns0:sp>
        <ns0:nvSpPr>
          <ns0:cNvPr id="109" name="Shape 10">
            <ns1:extLst>
              <ns1:ext uri="{FF2B5EF4-FFF2-40B4-BE49-F238E27FC236}">
                <ns2:creationId id="{FD1CFB15-FA5D-4EF8-918A-C834357FFE8E}"/>
              </ns1:ext>
            </ns1:extLst>
          </ns0:cNvPr>
          <ns0:cNvSpPr>
            <ns1:spLocks noGrp="1"/>
          </ns0:cNvSpPr>
          <ns0:nvPr/>
        </ns0:nvSpPr>
        <ns0:spPr>
          <ns1:xfrm>
            <ns1:off x="6188075" y="1419857"/>
            <ns1:ext cx="5187950" cy="1824355"/>
          </ns1:xfrm>
          <ns1:prstGeom prst="roundRect">
            <ns1:avLst>
              <ns1:gd name="adj" fmla="val 8087"/>
            </ns1:avLst>
          </ns1:prstGeom>
          <ns1:solidFill>
            <ns1:srgbClr val="F2F3F7"/>
          </ns1:solidFill>
          <ns1:ln w="6350">
            <ns1:solidFill>
              <ns1:srgbClr val="D9DBE3">
                <ns1:alpha val="14000"/>
              </ns1:srgbClr>
            </ns1:solidFill>
            <ns1:prstDash val="solid"/>
          </ns1:ln>
        </ns0:spPr>
      </ns0:sp>
      <ns0:sp>
        <ns0:nvSpPr>
          <ns0:cNvPr id="110" name="Text 11">
            <ns1:extLst>
              <ns1:ext uri="{FF2B5EF4-FFF2-40B4-BE49-F238E27FC236}">
                <ns2:creationId id="{03C9FC5C-C179-4876-B5BD-50D11858F84E}"/>
              </ns1:ext>
            </ns1:extLst>
          </ns0:cNvPr>
          <ns0:cNvSpPr>
            <ns1:spLocks noGrp="1"/>
          </ns0:cNvSpPr>
          <ns0:nvPr/>
        </ns0:nvSpPr>
        <ns0:spPr>
          <ns1:xfrm>
            <ns1:off x="6394450" y="1623893"/>
            <ns1:ext cx="4918456" cy="236014"/>
          </ns1:xfrm>
          <ns1:prstGeom prst="rect">
            <ns1:avLst/>
          </ns1:prstGeom>
          <ns1:noFill/>
        </ns0:spPr>
        <ns0:txBody>
          <ns1:bodyPr wrap="square" lIns="0" tIns="0" rIns="0" bIns="0" anchor="t"/>
          <ns1:lstStyle/>
          <ns1:p>
            <ns1:pPr marL="0" indent="0" algn="l">
              <ns1:lnSpc>
                <ns1:spcPts val="1680"/>
              </ns1:lnSpc>
              <ns1:buNone/>
            </ns1:pPr>
            <ns1:r>
              <ns1:rPr sz="1400" b="1">
                <ns1:solidFill>
                  <ns1:srgbClr val="292B45"/>
                </ns1:solidFill>
                <ns1:latin typeface="Segoe UI"/>
                <ns1:ea typeface="Segoe UI"/>
                <ns1:cs typeface="Segoe UI"/>
              </ns1:rPr>
              <ns1:t>Vamos a preguntar</ns1:t>
            </ns1:r>
            <ns1:endParaRPr sz="1400"/>
          </ns1:p>
        </ns0:txBody>
      </ns0:sp>
      <ns0:sp>
        <ns0:nvSpPr>
          <ns0:cNvPr id="111" name="Text 12">
            <ns1:extLst>
              <ns1:ext uri="{FF2B5EF4-FFF2-40B4-BE49-F238E27FC236}">
                <ns2:creationId id="{7D3B0956-7DCF-4AE3-9827-F487FB1066A5}"/>
              </ns1:ext>
            </ns1:extLst>
          </ns0:cNvPr>
          <ns0:cNvSpPr>
            <ns1:spLocks noGrp="1"/>
          </ns0:cNvSpPr>
          <ns0:nvPr/>
        </ns0:nvSpPr>
        <ns0:spPr>
          <ns1:xfrm>
            <ns1:off x="6394450" y="1910131"/>
            <ns1:ext cx="4918456" cy="657819"/>
          </ns1:xfrm>
          <ns1:prstGeom prst="rect">
            <ns1:avLst/>
          </ns1:prstGeom>
          <ns1:noFill/>
        </ns0:spPr>
        <ns0:txBody>
          <ns1:bodyPr wrap="square" lIns="0" tIns="0" rIns="0" bIns="0" anchor="t"/>
          <ns1:lstStyle/>
          <ns1:p>
            <ns1:pPr marL="182880" indent="-155194" algn="l">
              <ns1:lnSpc>
                <ns1:spcPts val="1680"/>
              </ns1:lnSpc>
              <ns1:buSzPct val="100000"/>
              <ns1:buChar char="•"/>
            </ns1:pPr>
            <ns1:r>
              <ns1:rPr sz="1200">
                <ns1:solidFill>
                  <ns1:srgbClr val="292B45"/>
                </ns1:solidFill>
                <ns1:latin typeface="Segoe UI"/>
                <ns1:ea typeface="Segoe UI"/>
                <ns1:cs typeface="Segoe UI"/>
              </ns1:rPr>
              <ns1:t>«¿Cuándo requiere revisión especial?»</ns1:t>
            </ns1:r>
            <ns1:endParaRPr sz="1200"/>
          </ns1:p>
          <ns1:p>
            <ns1:pPr marL="182880" indent="-155194" algn="l">
              <ns1:lnSpc>
                <ns1:spcPts val="1680"/>
              </ns1:lnSpc>
              <ns1:buSzPct val="100000"/>
              <ns1:buChar char="•"/>
            </ns1:pPr>
            <ns1:r>
              <ns1:rPr sz="1200">
                <ns1:solidFill>
                  <ns1:srgbClr val="292B45"/>
                </ns1:solidFill>
                <ns1:latin typeface="Segoe UI"/>
                <ns1:ea typeface="Segoe UI"/>
                <ns1:cs typeface="Segoe UI"/>
              </ns1:rPr>
              <ns1:t>«¿Y una línea de 500 EUR exactos?»</ns1:t>
            </ns1:r>
          </ns1:p>
          <ns1:p>
            <ns1:pPr marL="182880" indent="-155194" algn="l">
              <ns1:lnSpc>
                <ns1:spcPts val="1680"/>
              </ns1:lnSpc>
              <ns1:buSzPct val="100000"/>
              <ns1:buChar char="•"/>
            </ns1:pPr>
            <ns1:r>
              <ns1:rPr sz="1200">
                <ns1:solidFill>
                  <ns1:srgbClr val="292B45"/>
                </ns1:solidFill>
                <ns1:latin typeface="Segoe UI"/>
                <ns1:ea typeface="Segoe UI"/>
                <ns1:cs typeface="Segoe UI"/>
              </ns1:rPr>
              <ns1:t>La fuente: CIRCE-DEMO-01, versión 1.0</ns1:t>
            </ns1:r>
          </ns1:p>
        </ns0:txBody>
      </ns0:sp>
      <ns0:sp>
        <ns0:nvSpPr>
          <ns0:cNvPr id="113" name="Text 13">
            <ns1:extLst>
              <ns1:ext uri="{FF2B5EF4-FFF2-40B4-BE49-F238E27FC236}">
                <ns2:creationId id="{97AA2804-D7AB-4529-9D97-BEBA5B56131D}"/>
              </ns1:ext>
            </ns1:extLst>
          </ns0:cNvPr>
          <ns0:cNvSpPr>
            <ns1:spLocks noGrp="1"/>
          </ns0:cNvSpPr>
          <ns0:nvPr/>
        </ns0:nvSpPr>
        <ns0:spPr>
          <ns1:xfrm>
            <ns1:off x="812800" y="5813985"/>
            <ns1:ext cx="10883392" cy="236014"/>
          </ns1:xfrm>
          <ns1:prstGeom prst="rect">
            <ns1:avLst/>
          </ns1:prstGeom>
          <ns1:noFill/>
        </ns0:spPr>
        <ns0:txBody>
          <ns1:bodyPr wrap="square" lIns="0" tIns="0" rIns="0" bIns="0" anchor="t"/>
          <ns1:lstStyle/>
          <ns1:p>
            <ns1:pPr marL="0" indent="0" algn="l">
              <ns1:lnSpc>
                <ns1:spcPts val="1680"/>
              </ns1:lnSpc>
              <ns1:buNone/>
            </ns1:pPr>
            <ns1:r>
              <ns1:rPr sz="1200">
                <ns1:solidFill>
                  <ns1:srgbClr val="6B6F86"/>
                </ns1:solidFill>
                <ns1:latin typeface="Segoe UI"/>
                <ns1:ea typeface="Segoe UI"/>
                <ns1:cs typeface="Segoe UI"/>
              </ns1:rPr>
              <ns1:t>El umbral se aplica por línea: hasta 500 EUR, revisión normal; por encima, revisión especial.</ns1:t>
            </ns1:r>
            <ns1:endParaRPr sz="1200"/>
          </ns1:p>
        </ns0:txBody>
      </ns0:sp>
      <ns0:sp>
        <ns0:nvSpPr>
          <ns0:cNvPr id="114" name="Freeform: Shape 44">
            <ns1:extLst>
              <ns1:ext uri="{FF2B5EF4-FFF2-40B4-BE49-F238E27FC236}">
                <ns2:creationId id="{641310B7-2D26-4B8E-B802-4AA8EA575187}"/>
              </ns1:ext>
            </ns1:extLst>
          </ns0:cNvPr>
          <ns0:cNvSpPr>
            <ns1:spLocks noGrp="1"/>
          </ns0:cNvSpPr>
          <ns0:nvPr/>
        </ns0:nvSpPr>
        <ns0:spPr>
          <ns1:xfrm>
            <ns1:off x="11290000" y="-60000"/>
            <ns1:ext cx="960000" cy="900000"/>
          </ns1:xfrm>
          <ns1:custGeom>
            <ns1:gdLst>
              <ns1:gd name="connsiteX0" fmla="*/ 776480 w 1628775"/>
              <ns1:gd name="connsiteY0" fmla="*/ 1212872 h 1524000"/>
              <ns1:gd name="connsiteX1" fmla="*/ 1105093 w 1628775"/>
              <ns1:gd name="connsiteY1" fmla="*/ 1530054 h 1524000"/>
              <ns1:gd name="connsiteX2" fmla="*/ 1335598 w 1628775"/>
              <ns1:gd name="connsiteY2" fmla="*/ 1034754 h 1524000"/>
              <ns1:gd name="connsiteX3" fmla="*/ 1584200 w 1628775"/>
              <ns1:gd name="connsiteY3" fmla="*/ 756624 h 1524000"/>
              <ns1:gd name="connsiteX4" fmla="*/ 1159385 w 1628775"/>
              <ns1:gd name="connsiteY4" fmla="*/ 339 h 1524000"/>
              <ns1:gd name="connsiteX5" fmla="*/ 506923 w 1628775"/>
              <ns1:gd name="connsiteY5" fmla="*/ 468017 h 1524000"/>
              <ns1:gd name="connsiteX6" fmla="*/ 154498 w 1628775"/>
              <ns1:gd name="connsiteY6" fmla="*/ 670899 h 1524000"/>
              <ns1:gd name="connsiteX7" fmla="*/ 189740 w 1628775"/>
              <ns1:gd name="connsiteY7" fmla="*/ 1261449 h 1524000"/>
              <ns1:gd name="connsiteX8" fmla="*/ 776480 w 1628775"/>
              <ns1:gd name="connsiteY8" fmla="*/ 1212872 h 1524000"/>
            </ns1:gdLst>
            <ns1:rect l="l" t="t" r="r" b="b"/>
            <ns1:pathLst>
              <ns1:path w="1628775" h="1524000">
                <ns1:moveTo>
                  <ns1:pt x="776480" y="1212872"/>
                </ns1:moveTo>
                <ns1:cubicBezTo>
                  <ns1:pt x="886970" y="1256687"/>
                  <ns1:pt x="873635" y="1562439"/>
                  <ns1:pt x="1105093" y="1530054"/>
                </ns1:cubicBezTo>
                <ns1:cubicBezTo>
                  <ns1:pt x="1320358" y="1498622"/>
                  <ns1:pt x="1244158" y="1238589"/>
                  <ns1:pt x="1335598" y="1034754"/>
                </ns1:cubicBezTo>
                <ns1:cubicBezTo>
                  <ns1:pt x="1382270" y="930932"/>
                  <ns1:pt x="1524193" y="889974"/>
                  <ns1:pt x="1584200" y="756624"/>
                </ns1:cubicBezTo>
                <ns1:cubicBezTo>
                  <ns1:pt x="1751840" y="382292"/>
                  <ns1:pt x="1499428" y="10817"/>
                  <ns1:pt x="1159385" y="339"/>
                </ns1:cubicBezTo>
                <ns1:cubicBezTo>
                  <ns1:pt x="775528" y="-11091"/>
                  <ns1:pt x="536450" y="268944"/>
                  <ns1:pt x="506923" y="468017"/>
                </ns1:cubicBezTo>
                <ns1:cubicBezTo>
                  <ns1:pt x="473585" y="693759"/>
                  <ns1:pt x="244985" y="640419"/>
                  <ns1:pt x="154498" y="670899"/>
                </ns1:cubicBezTo>
                <ns1:cubicBezTo>
                  <ns1:pt x="-67435" y="746147"/>
                  <ns1:pt x="-45527" y="1176677"/>
                  <ns1:pt x="189740" y="1261449"/>
                </ns1:cubicBezTo>
                <ns1:cubicBezTo>
                  <ns1:pt x="455488" y="1357652"/>
                  <ns1:pt x="540260" y="1120479"/>
                  <ns1:pt x="776480" y="1212872"/>
                </ns1:cubicBezTo>
                <ns1:close/>
              </ns1:path>
            </ns1:pathLst>
          </ns1:custGeom>
          <ns1:solidFill>
            <ns1:srgbClr val="119F9A"/>
          </ns1:solidFill>
          <ns1:ln w="9525" cap="flat">
            <ns1:noFill/>
            <ns1:prstDash val="solid"/>
            <ns1:miter/>
          </ns1:ln>
        </ns0:spPr>
        <ns0:txBody>
          <ns1:bodyPr anchor="ctr"/>
          <ns1:lstStyle/>
          <ns1:p>
            <ns1:endParaRPr/>
          </ns1:p>
        </ns0:txBody>
      </ns0:sp>
      <ns0:sp>
        <ns0:nvSpPr>
          <ns0:cNvPr id="115" name="Freeform: Shape 45">
            <ns1:extLst>
              <ns1:ext uri="{FF2B5EF4-FFF2-40B4-BE49-F238E27FC236}">
                <ns2:creationId id="{D4B55173-D163-4D03-84FE-14105F59E0B0}"/>
              </ns1:ext>
            </ns1:extLst>
          </ns0:cNvPr>
          <ns0:cNvSpPr>
            <ns1:spLocks noGrp="1"/>
          </ns0:cNvSpPr>
          <ns0:nvPr/>
        </ns0:nvSpPr>
        <ns0:spPr>
          <ns1:xfrm>
            <ns1:off x="11720000" y="900000"/>
            <ns1:ext cx="110000" cy="110000"/>
          </ns1:xfrm>
          <ns1:custGeom>
            <ns1:gdLst>
              <ns1:gd name="connsiteX0" fmla="*/ 163830 w 161925"/>
              <ns1:gd name="connsiteY0" fmla="*/ 81915 h 161925"/>
              <ns1:gd name="connsiteX1" fmla="*/ 81915 w 161925"/>
              <ns1:gd name="connsiteY1" fmla="*/ 163830 h 161925"/>
              <ns1:gd name="connsiteX2" fmla="*/ 0 w 161925"/>
              <ns1:gd name="connsiteY2" fmla="*/ 81915 h 161925"/>
              <ns1:gd name="connsiteX3" fmla="*/ 81915 w 161925"/>
              <ns1:gd name="connsiteY3" fmla="*/ 0 h 161925"/>
              <ns1:gd name="connsiteX4" fmla="*/ 163830 w 161925"/>
              <ns1:gd name="connsiteY4" fmla="*/ 81915 h 161925"/>
            </ns1:gdLst>
            <ns1:rect l="l" t="t" r="r" b="b"/>
            <ns1:pathLst>
              <ns1:path w="161925" h="161925">
                <ns1:moveTo>
                  <ns1:pt x="163830" y="81915"/>
                </ns1:moveTo>
                <ns1:cubicBezTo>
                  <ns1:pt x="163830" y="127155"/>
                  <ns1:pt x="127155" y="163830"/>
                  <ns1:pt x="81915" y="163830"/>
                </ns1:cubicBezTo>
                <ns1:cubicBezTo>
                  <ns1:pt x="36675" y="163830"/>
                  <ns1:pt x="0" y="127155"/>
                  <ns1:pt x="0" y="81915"/>
                </ns1:cubicBezTo>
                <ns1:cubicBezTo>
                  <ns1:pt x="0" y="36675"/>
                  <ns1:pt x="36675" y="0"/>
                  <ns1:pt x="81915" y="0"/>
                </ns1:cubicBezTo>
                <ns1:cubicBezTo>
                  <ns1:pt x="127155" y="0"/>
                  <ns1:pt x="163830" y="36675"/>
                  <ns1:pt x="163830" y="81915"/>
                </ns1:cubicBezTo>
                <ns1:close/>
              </ns1:path>
            </ns1:pathLst>
          </ns1:custGeom>
          <ns1:solidFill>
            <ns1:srgbClr val="119F9A"/>
          </ns1:solidFill>
          <ns1:ln w="9525" cap="flat">
            <ns1:noFill/>
            <ns1:prstDash val="solid"/>
            <ns1:miter/>
          </ns1:ln>
        </ns0:spPr>
        <ns0:txBody>
          <ns1:bodyPr anchor="ctr"/>
          <ns1:lstStyle/>
          <ns1:p>
            <ns1:endParaRPr>
              <ns1:latin typeface="Segoe UI"/>
              <ns1:ea typeface="Segoe UI"/>
              <ns1:cs typeface="Segoe UI"/>
            </ns1:endParaRPr>
          </ns1:p>
        </ns0:txBody>
      </ns0:sp>
    </ns0:spTree>
    <ns0:extLst>
      <ns0:ext uri="{BB962C8B-B14F-4D97-AF65-F5344CB8AC3E}">
        <ns3:creationId val="509613182"/>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0:cNvGrpSpPr/>
        <ns0:nvPr/>
      </ns0:nvGrpSpPr>
      <ns0:grpSpPr>
        <ns1:xfrm/>
      </ns0:grpSpPr>
      <ns0:sp>
        <ns0:nvSpPr>
          <ns0:cNvPr id="101" name="Text 2">
            <ns1:extLst>
              <ns1:ext uri="{FF2B5EF4-FFF2-40B4-BE49-F238E27FC236}">
                <ns2:creationId id="{FFD248DC-C962-4563-8D95-F92F11550C80}"/>
              </ns1:ext>
            </ns1:extLst>
          </ns0:cNvPr>
          <ns0:cNvSpPr>
            <ns1:spLocks noGrp="1"/>
          </ns0:cNvSpPr>
          <ns0:nvPr/>
        </ns0:nvSpPr>
        <ns0:spPr>
          <ns1:xfrm>
            <ns1:off x="812800" y="450000"/>
            <ns1:ext cx="10883392" cy="236014"/>
          </ns1:xfrm>
          <ns1:prstGeom prst="rect">
            <ns1:avLst/>
          </ns1:prstGeom>
          <ns1:noFill/>
        </ns0:spPr>
        <ns0:txBody>
          <ns1:bodyPr wrap="square" lIns="0" tIns="0" rIns="0" bIns="0" anchor="t"/>
          <ns1:lstStyle/>
          <ns1:p>
            <ns1:pPr marL="0" indent="0" algn="l">
              <ns1:lnSpc>
                <ns1:spcPts val="1680"/>
              </ns1:lnSpc>
              <ns1:buNone/>
            </ns1:pPr>
            <ns1:r>
              <ns1:rPr sz="1200" b="1" spc="200">
                <ns1:solidFill>
                  <ns1:srgbClr val="FF509F"/>
                </ns1:solidFill>
                <ns1:latin typeface="Segoe UI"/>
                <ns1:ea typeface="Segoe UI"/>
                <ns1:cs typeface="Segoe UI"/>
              </ns1:rPr>
              <ns1:t>PASO 3 · COMPORTAMIENTO</ns1:t>
            </ns1:r>
            <ns1:endParaRPr sz="1200"/>
          </ns1:p>
        </ns0:txBody>
      </ns0:sp>
      <ns0:sp>
        <ns0:nvSpPr>
          <ns0:cNvPr id="102" name="Text 3">
            <ns1:extLst>
              <ns1:ext uri="{FF2B5EF4-FFF2-40B4-BE49-F238E27FC236}">
                <ns2:creationId id="{70DD5099-6DF2-4747-9EF6-BBFB9A586AB7}"/>
              </ns1:ext>
            </ns1:extLst>
          </ns0:cNvPr>
          <ns0:cNvSpPr>
            <ns1:spLocks noGrp="1"/>
          </ns0:cNvSpPr>
          <ns0:nvPr/>
        </ns0:nvSpPr>
        <ns0:spPr>
          <ns1:xfrm>
            <ns1:off x="812800" y="836686"/>
            <ns1:ext cx="10883392" cy="429357"/>
          </ns1:xfrm>
          <ns1:prstGeom prst="rect">
            <ns1:avLst/>
          </ns1:prstGeom>
          <ns1:noFill/>
        </ns0:spPr>
        <ns0:txBody>
          <ns1:bodyPr wrap="square" lIns="0" tIns="0" rIns="0" bIns="0" anchor="t"/>
          <ns1:lstStyle/>
          <ns1:p>
            <ns1:pPr marL="0" indent="0" algn="l">
              <ns1:lnSpc>
                <ns1:spcPts val="3220"/>
              </ns1:lnSpc>
              <ns1:buNone/>
            </ns1:pPr>
            <ns1:r>
              <ns1:rPr sz="2800" b="1">
                <ns1:solidFill>
                  <ns1:srgbClr val="292B45"/>
                </ns1:solidFill>
                <ns1:latin typeface="Segoe UI"/>
                <ns1:ea typeface="Segoe UI"/>
                <ns1:cs typeface="Segoe UI"/>
              </ns1:rPr>
              <ns1:t>La instrucción indica cuándo buscar la política</ns1:t>
            </ns1:r>
            <ns1:endParaRPr sz="2800"/>
          </ns1:p>
        </ns0:txBody>
      </ns0:sp>
      <ns0:sp>
        <ns0:nvSpPr>
          <ns0:cNvPr id="103" name="Shape 4">
            <ns1:extLst>
              <ns1:ext uri="{FF2B5EF4-FFF2-40B4-BE49-F238E27FC236}">
                <ns2:creationId id="{CDA60B1E-FC3A-4179-8F9B-3C19E3AAEBE7}"/>
              </ns1:ext>
            </ns1:extLst>
          </ns0:cNvPr>
          <ns0:cNvSpPr>
            <ns1:spLocks noGrp="1"/>
          </ns0:cNvSpPr>
          <ns0:nvPr/>
        </ns0:nvSpPr>
        <ns0:spPr>
          <ns1:xfrm>
            <ns1:off x="815975" y="1419857"/>
            <ns1:ext cx="5187950" cy="1824355"/>
          </ns1:xfrm>
          <ns1:prstGeom prst="roundRect">
            <ns1:avLst>
              <ns1:gd name="adj" fmla="val 8087"/>
            </ns1:avLst>
          </ns1:prstGeom>
          <ns1:solidFill>
            <ns1:srgbClr val="F2F3F7"/>
          </ns1:solidFill>
          <ns1:ln w="6350">
            <ns1:solidFill>
              <ns1:srgbClr val="FF509F">
                <ns1:alpha val="45000"/>
              </ns1:srgbClr>
            </ns1:solidFill>
            <ns1:prstDash val="solid"/>
          </ns1:ln>
        </ns0:spPr>
      </ns0:sp>
      <ns0:sp>
        <ns0:nvSpPr>
          <ns0:cNvPr id="104" name="Text 5">
            <ns1:extLst>
              <ns1:ext uri="{FF2B5EF4-FFF2-40B4-BE49-F238E27FC236}">
                <ns2:creationId id="{E798CD14-0AEC-4D0A-8786-F857D57C1FCD}"/>
              </ns1:ext>
            </ns1:extLst>
          </ns0:cNvPr>
          <ns0:cNvSpPr>
            <ns1:spLocks noGrp="1"/>
          </ns0:cNvSpPr>
          <ns0:nvPr/>
        </ns0:nvSpPr>
        <ns0:spPr>
          <ns1:xfrm>
            <ns1:off x="1022350" y="1623893"/>
            <ns1:ext cx="4918456" cy="236014"/>
          </ns1:xfrm>
          <ns1:prstGeom prst="rect">
            <ns1:avLst/>
          </ns1:prstGeom>
          <ns1:noFill/>
        </ns0:spPr>
        <ns0:txBody>
          <ns1:bodyPr wrap="square" lIns="0" tIns="0" rIns="0" bIns="0" anchor="t"/>
          <ns1:lstStyle/>
          <ns1:p>
            <ns1:pPr marL="0" indent="0" algn="l">
              <ns1:lnSpc>
                <ns1:spcPts val="1680"/>
              </ns1:lnSpc>
              <ns1:buNone/>
            </ns1:pPr>
            <ns1:r>
              <ns1:rPr sz="1400" b="1">
                <ns1:solidFill>
                  <ns1:srgbClr val="FF509F"/>
                </ns1:solidFill>
                <ns1:latin typeface="Segoe UI"/>
                <ns1:ea typeface="Segoe UI"/>
                <ns1:cs typeface="Segoe UI"/>
              </ns1:rPr>
              <ns1:t>Precisamos</ns1:t>
            </ns1:r>
            <ns1:endParaRPr sz="1400"/>
          </ns1:p>
        </ns0:txBody>
      </ns0:sp>
      <ns0:sp>
        <ns0:nvSpPr>
          <ns0:cNvPr id="105" name="Text 6">
            <ns1:extLst>
              <ns1:ext uri="{FF2B5EF4-FFF2-40B4-BE49-F238E27FC236}">
                <ns2:creationId id="{0BB2E5C0-08D0-4409-9B16-14834663DA45}"/>
              </ns1:ext>
            </ns1:extLst>
          </ns0:cNvPr>
          <ns0:cNvSpPr>
            <ns1:spLocks noGrp="1"/>
          </ns0:cNvSpPr>
          <ns0:nvPr/>
        </ns0:nvSpPr>
        <ns0:spPr>
          <ns1:xfrm>
            <ns1:off x="1022350" y="1910131"/>
            <ns1:ext cx="4918456" cy="251121"/>
          </ns1:xfrm>
          <ns1:prstGeom prst="rect">
            <ns1:avLst/>
          </ns1:prstGeom>
          <ns1:noFill/>
        </ns0:spPr>
        <ns0:txBody>
          <ns1:bodyPr wrap="square" lIns="0" tIns="0" rIns="0" bIns="0" anchor="t"/>
          <ns1:lstStyle/>
          <ns1:p>
            <ns1:pPr marL="0" indent="0" algn="l">
              <ns1:lnSpc>
                <ns1:spcPts val="1800"/>
              </ns1:lnSpc>
              <ns1:buNone/>
            </ns1:pPr>
            <ns1:r>
              <ns1:rPr sz="1200">
                <ns1:solidFill>
                  <ns1:srgbClr val="292B45"/>
                </ns1:solidFill>
                <ns1:latin typeface="Consolas"/>
                <ns1:ea typeface="Consolas"/>
                <ns1:cs typeface="Consolas"/>
              </ns1:rPr>
              <ns1:t>La búsqueda</ns1:t>
            </ns1:r>
            <ns1:endParaRPr sz="1200"/>
          </ns1:p>
        </ns0:txBody>
      </ns0:sp>
      <ns0:sp>
        <ns0:nvSpPr>
          <ns0:cNvPr id="106" name="Text 7">
            <ns1:extLst>
              <ns1:ext uri="{FF2B5EF4-FFF2-40B4-BE49-F238E27FC236}">
                <ns2:creationId id="{FCD623BE-561A-4861-8D43-2BFF9AB9AE75}"/>
              </ns1:ext>
            </ns1:extLst>
          </ns0:cNvPr>
          <ns0:cNvSpPr>
            <ns1:spLocks noGrp="1"/>
          </ns0:cNvSpPr>
          <ns0:nvPr/>
        </ns0:nvSpPr>
        <ns0:spPr>
          <ns1:xfrm>
            <ns1:off x="1022350" y="2211476"/>
            <ns1:ext cx="4918456" cy="251121"/>
          </ns1:xfrm>
          <ns1:prstGeom prst="rect">
            <ns1:avLst/>
          </ns1:prstGeom>
          <ns1:noFill/>
        </ns0:spPr>
        <ns0:txBody>
          <ns1:bodyPr wrap="square" lIns="0" tIns="0" rIns="0" bIns="0" anchor="t"/>
          <ns1:lstStyle/>
          <ns1:p>
            <ns1:pPr marL="0" indent="0" algn="l">
              <ns1:lnSpc>
                <ns1:spcPts val="1800"/>
              </ns1:lnSpc>
              <ns1:buNone/>
            </ns1:pPr>
            <ns1:r>
              <ns1:rPr sz="1200">
                <ns1:solidFill>
                  <ns1:srgbClr val="292B45"/>
                </ns1:solidFill>
                <ns1:latin typeface="Consolas"/>
                <ns1:ea typeface="Consolas"/>
                <ns1:cs typeface="Consolas"/>
              </ns1:rPr>
              <ns1:t>Editamos settings.mcs.yml</ns1:t>
            </ns1:r>
            <ns1:endParaRPr sz="1200"/>
          </ns1:p>
        </ns0:txBody>
      </ns0:sp>
      <ns0:sp>
        <ns0:nvSpPr>
          <ns0:cNvPr id="107" name="Text 8">
            <ns1:extLst>
              <ns1:ext uri="{FF2B5EF4-FFF2-40B4-BE49-F238E27FC236}">
                <ns2:creationId id="{817C4D0D-6401-4688-A531-7EFB8F50DF16}"/>
              </ns1:ext>
            </ns1:extLst>
          </ns0:cNvPr>
          <ns0:cNvSpPr>
            <ns1:spLocks noGrp="1"/>
          </ns0:cNvSpPr>
          <ns0:nvPr/>
        </ns0:nvSpPr>
        <ns0:spPr>
          <ns1:xfrm>
            <ns1:off x="1022350" y="2512822"/>
            <ns1:ext cx="4918456" cy="251121"/>
          </ns1:xfrm>
          <ns1:prstGeom prst="rect">
            <ns1:avLst/>
          </ns1:prstGeom>
          <ns1:noFill/>
        </ns0:spPr>
        <ns0:txBody>
          <ns1:bodyPr wrap="square" lIns="0" tIns="0" rIns="0" bIns="0" anchor="t"/>
          <ns1:lstStyle/>
          <ns1:p>
            <ns1:pPr marL="0" indent="0" algn="l">
              <ns1:lnSpc>
                <ns1:spcPts val="1800"/>
              </ns1:lnSpc>
              <ns1:buNone/>
            </ns1:pPr>
            <ns1:r>
              <ns1:rPr sz="1200">
                <ns1:solidFill>
                  <ns1:srgbClr val="292B45"/>
                </ns1:solidFill>
                <ns1:latin typeface="Consolas"/>
                <ns1:ea typeface="Consolas"/>
                <ns1:cs typeface="Consolas"/>
              </ns1:rPr>
              <ns1:t>Revisamos el diff en VS Code</ns1:t>
            </ns1:r>
            <ns1:endParaRPr sz="1200"/>
          </ns1:p>
        </ns0:txBody>
      </ns0:sp>
      <ns0:sp>
        <ns0:nvSpPr>
          <ns0:cNvPr id="108" name="Text 9">
            <ns1:extLst>
              <ns1:ext uri="{FF2B5EF4-FFF2-40B4-BE49-F238E27FC236}">
                <ns2:creationId id="{8434167B-7993-4FA9-982C-0253259B6076}"/>
              </ns1:ext>
            </ns1:extLst>
          </ns0:cNvPr>
          <ns0:cNvSpPr>
            <ns1:spLocks noGrp="1"/>
          </ns0:cNvSpPr>
          <ns0:nvPr/>
        </ns0:nvSpPr>
        <ns0:spPr>
          <ns1:xfrm>
            <ns1:off x="1022350" y="2814167"/>
            <ns1:ext cx="4918456" cy="251121"/>
          </ns1:xfrm>
          <ns1:prstGeom prst="rect">
            <ns1:avLst/>
          </ns1:prstGeom>
          <ns1:noFill/>
        </ns0:spPr>
        <ns0:txBody>
          <ns1:bodyPr wrap="square" lIns="0" tIns="0" rIns="0" bIns="0" anchor="t"/>
          <ns1:lstStyle/>
          <ns1:p>
            <ns1:pPr marL="0" indent="0" algn="l">
              <ns1:lnSpc>
                <ns1:spcPts val="1800"/>
              </ns1:lnSpc>
              <ns1:buNone/>
            </ns1:pPr>
            <ns1:r>
              <ns1:rPr sz="1200">
                <ns1:solidFill>
                  <ns1:srgbClr val="292B45"/>
                </ns1:solidFill>
                <ns1:latin typeface="Consolas"/>
                <ns1:ea typeface="Consolas"/>
                <ns1:cs typeface="Consolas"/>
              </ns1:rPr>
              <ns1:t>Guardamos y sincronizamos el cambio</ns1:t>
            </ns1:r>
            <ns1:endParaRPr sz="1200"/>
          </ns1:p>
        </ns0:txBody>
      </ns0:sp>
      <ns0:sp>
        <ns0:nvSpPr>
          <ns0:cNvPr id="109" name="Shape 10">
            <ns1:extLst>
              <ns1:ext uri="{FF2B5EF4-FFF2-40B4-BE49-F238E27FC236}">
                <ns2:creationId id="{980C36CA-B240-40F4-B3DD-2032B66976B3}"/>
              </ns1:ext>
            </ns1:extLst>
          </ns0:cNvPr>
          <ns0:cNvSpPr>
            <ns1:spLocks noGrp="1"/>
          </ns0:cNvSpPr>
          <ns0:nvPr/>
        </ns0:nvSpPr>
        <ns0:spPr>
          <ns1:xfrm>
            <ns1:off x="6188075" y="1419857"/>
            <ns1:ext cx="5187950" cy="1824355"/>
          </ns1:xfrm>
          <ns1:prstGeom prst="roundRect">
            <ns1:avLst>
              <ns1:gd name="adj" fmla="val 8087"/>
            </ns1:avLst>
          </ns1:prstGeom>
          <ns1:solidFill>
            <ns1:srgbClr val="F2F3F7"/>
          </ns1:solidFill>
          <ns1:ln w="6350">
            <ns1:solidFill>
              <ns1:srgbClr val="D9DBE3">
                <ns1:alpha val="14000"/>
              </ns1:srgbClr>
            </ns1:solidFill>
            <ns1:prstDash val="solid"/>
          </ns1:ln>
        </ns0:spPr>
      </ns0:sp>
      <ns0:sp>
        <ns0:nvSpPr>
          <ns0:cNvPr id="110" name="Text 11">
            <ns1:extLst>
              <ns1:ext uri="{FF2B5EF4-FFF2-40B4-BE49-F238E27FC236}">
                <ns2:creationId id="{9AFD245F-36D1-4985-8F50-FA57F4A73097}"/>
              </ns1:ext>
            </ns1:extLst>
          </ns0:cNvPr>
          <ns0:cNvSpPr>
            <ns1:spLocks noGrp="1"/>
          </ns0:cNvSpPr>
          <ns0:nvPr/>
        </ns0:nvSpPr>
        <ns0:spPr>
          <ns1:xfrm>
            <ns1:off x="6394450" y="1623893"/>
            <ns1:ext cx="4918456" cy="236014"/>
          </ns1:xfrm>
          <ns1:prstGeom prst="rect">
            <ns1:avLst/>
          </ns1:prstGeom>
          <ns1:noFill/>
        </ns0:spPr>
        <ns0:txBody>
          <ns1:bodyPr wrap="square" lIns="0" tIns="0" rIns="0" bIns="0" anchor="t"/>
          <ns1:lstStyle/>
          <ns1:p>
            <ns1:pPr marL="0" indent="0" algn="l">
              <ns1:lnSpc>
                <ns1:spcPts val="1680"/>
              </ns1:lnSpc>
              <ns1:buNone/>
            </ns1:pPr>
            <ns1:r>
              <ns1:rPr sz="1400" b="1">
                <ns1:solidFill>
                  <ns1:srgbClr val="292B45"/>
                </ns1:solidFill>
                <ns1:latin typeface="Segoe UI"/>
                <ns1:ea typeface="Segoe UI"/>
                <ns1:cs typeface="Segoe UI"/>
              </ns1:rPr>
              <ns1:t>Vamos a observar</ns1:t>
            </ns1:r>
            <ns1:endParaRPr sz="1400"/>
          </ns1:p>
        </ns0:txBody>
      </ns0:sp>
      <ns0:sp>
        <ns0:nvSpPr>
          <ns0:cNvPr id="111" name="Text 12">
            <ns1:extLst>
              <ns1:ext uri="{FF2B5EF4-FFF2-40B4-BE49-F238E27FC236}">
                <ns2:creationId id="{B6219373-5C61-406E-BBB6-C93165441A0F}"/>
              </ns1:ext>
            </ns1:extLst>
          </ns0:cNvPr>
          <ns0:cNvSpPr>
            <ns1:spLocks noGrp="1"/>
          </ns0:cNvSpPr>
          <ns0:nvPr/>
        </ns0:nvSpPr>
        <ns0:spPr>
          <ns1:xfrm>
            <ns1:off x="6394450" y="1910131"/>
            <ns1:ext cx="4918456" cy="657819"/>
          </ns1:xfrm>
          <ns1:prstGeom prst="rect">
            <ns1:avLst/>
          </ns1:prstGeom>
          <ns1:noFill/>
        </ns0:spPr>
        <ns0:txBody>
          <ns1:bodyPr wrap="square" lIns="0" tIns="0" rIns="0" bIns="0" anchor="t"/>
          <ns1:lstStyle/>
          <ns1:p>
            <ns1:pPr marL="182880" indent="-155194" algn="l">
              <ns1:lnSpc>
                <ns1:spcPts val="1680"/>
              </ns1:lnSpc>
              <ns1:buSzPct val="100000"/>
              <ns1:buChar char="•"/>
            </ns1:pPr>
            <ns1:r>
              <ns1:rPr sz="1200">
                <ns1:solidFill>
                  <ns1:srgbClr val="292B45"/>
                </ns1:solidFill>
                <ns1:latin typeface="Segoe UI"/>
                <ns1:ea typeface="Segoe UI"/>
                <ns1:cs typeface="Segoe UI"/>
              </ns1:rPr>
              <ns1:t>La prioridad de consultar conocimiento</ns1:t>
            </ns1:r>
            <ns1:endParaRPr sz="1200"/>
          </ns1:p>
          <ns1:p>
            <ns1:pPr marL="182880" indent="-155194" algn="l">
              <ns1:lnSpc>
                <ns1:spcPts val="1680"/>
              </ns1:lnSpc>
              <ns1:buSzPct val="100000"/>
              <ns1:buChar char="•"/>
            </ns1:pPr>
            <ns1:r>
              <ns1:rPr sz="1200">
                <ns1:solidFill>
                  <ns1:srgbClr val="292B45"/>
                </ns1:solidFill>
                <ns1:latin typeface="Segoe UI"/>
                <ns1:ea typeface="Segoe UI"/>
                <ns1:cs typeface="Segoe UI"/>
              </ns1:rPr>
              <ns1:t>La búsqueda de politica-compras.md</ns1:t>
            </ns1:r>
          </ns1:p>
          <ns1:p>
            <ns1:pPr marL="182880" indent="-155194" algn="l">
              <ns1:lnSpc>
                <ns1:spcPts val="1680"/>
              </ns1:lnSpc>
              <ns1:buSzPct val="100000"/>
              <ns1:buChar char="•"/>
            </ns1:pPr>
            <ns1:r>
              <ns1:rPr sz="1200">
                <ns1:solidFill>
                  <ns1:srgbClr val="292B45"/>
                </ns1:solidFill>
                <ns1:latin typeface="Segoe UI"/>
                <ns1:ea typeface="Segoe UI"/>
                <ns1:cs typeface="Segoe UI"/>
              </ns1:rPr>
              <ns1:t>La respuesta y la fuente que cita</ns1:t>
            </ns1:r>
          </ns1:p>
        </ns0:txBody>
      </ns0:sp>
      <ns0:sp>
        <ns0:nvSpPr>
          <ns0:cNvPr id="113" name="Text 13">
            <ns1:extLst>
              <ns1:ext uri="{FF2B5EF4-FFF2-40B4-BE49-F238E27FC236}">
                <ns2:creationId id="{09D23522-CB1C-4898-8BD1-8695C0832A91}"/>
              </ns1:ext>
            </ns1:extLst>
          </ns0:cNvPr>
          <ns0:cNvSpPr>
            <ns1:spLocks noGrp="1"/>
          </ns0:cNvSpPr>
          <ns0:nvPr/>
        </ns0:nvSpPr>
        <ns0:spPr>
          <ns1:xfrm>
            <ns1:off x="812800" y="5813985"/>
            <ns1:ext cx="10883392" cy="236014"/>
          </ns1:xfrm>
          <ns1:prstGeom prst="rect">
            <ns1:avLst/>
          </ns1:prstGeom>
          <ns1:noFill/>
        </ns0:spPr>
        <ns0:txBody>
          <ns1:bodyPr wrap="square" lIns="0" tIns="0" rIns="0" bIns="0" anchor="t"/>
          <ns1:lstStyle/>
          <ns1:p>
            <ns1:pPr marL="0" indent="0" algn="l">
              <ns1:lnSpc>
                <ns1:spcPts val="1596"/>
              </ns1:lnSpc>
              <ns1:buNone/>
            </ns1:pPr>
            <ns1:r>
              <ns1:rPr sz="1140">
                <ns1:solidFill>
                  <ns1:srgbClr val="6B6F86"/>
                </ns1:solidFill>
                <ns1:latin typeface="Segoe UI"/>
                <ns1:ea typeface="Segoe UI"/>
                <ns1:cs typeface="Segoe UI"/>
              </ns1:rPr>
              <ns1:t>Antes: «Si no tienes la política, pídela». Ahora: «Búscala antes de responder sobre reglas».</ns1:t>
            </ns1:r>
            <ns1:endParaRPr sz="1140"/>
          </ns1:p>
        </ns0:txBody>
      </ns0:sp>
      <ns0:sp>
        <ns0:nvSpPr>
          <ns0:cNvPr id="114" name="Freeform: Shape 44">
            <ns1:extLst>
              <ns1:ext uri="{FF2B5EF4-FFF2-40B4-BE49-F238E27FC236}">
                <ns2:creationId id="{641310B7-2D26-4B8E-B802-4AA8EA575187}"/>
              </ns1:ext>
            </ns1:extLst>
          </ns0:cNvPr>
          <ns0:cNvSpPr>
            <ns1:spLocks noGrp="1"/>
          </ns0:cNvSpPr>
          <ns0:nvPr/>
        </ns0:nvSpPr>
        <ns0:spPr>
          <ns1:xfrm>
            <ns1:off x="11290000" y="-60000"/>
            <ns1:ext cx="960000" cy="900000"/>
          </ns1:xfrm>
          <ns1:custGeom>
            <ns1:gdLst>
              <ns1:gd name="connsiteX0" fmla="*/ 776480 w 1628775"/>
              <ns1:gd name="connsiteY0" fmla="*/ 1212872 h 1524000"/>
              <ns1:gd name="connsiteX1" fmla="*/ 1105093 w 1628775"/>
              <ns1:gd name="connsiteY1" fmla="*/ 1530054 h 1524000"/>
              <ns1:gd name="connsiteX2" fmla="*/ 1335598 w 1628775"/>
              <ns1:gd name="connsiteY2" fmla="*/ 1034754 h 1524000"/>
              <ns1:gd name="connsiteX3" fmla="*/ 1584200 w 1628775"/>
              <ns1:gd name="connsiteY3" fmla="*/ 756624 h 1524000"/>
              <ns1:gd name="connsiteX4" fmla="*/ 1159385 w 1628775"/>
              <ns1:gd name="connsiteY4" fmla="*/ 339 h 1524000"/>
              <ns1:gd name="connsiteX5" fmla="*/ 506923 w 1628775"/>
              <ns1:gd name="connsiteY5" fmla="*/ 468017 h 1524000"/>
              <ns1:gd name="connsiteX6" fmla="*/ 154498 w 1628775"/>
              <ns1:gd name="connsiteY6" fmla="*/ 670899 h 1524000"/>
              <ns1:gd name="connsiteX7" fmla="*/ 189740 w 1628775"/>
              <ns1:gd name="connsiteY7" fmla="*/ 1261449 h 1524000"/>
              <ns1:gd name="connsiteX8" fmla="*/ 776480 w 1628775"/>
              <ns1:gd name="connsiteY8" fmla="*/ 1212872 h 1524000"/>
            </ns1:gdLst>
            <ns1:rect l="l" t="t" r="r" b="b"/>
            <ns1:pathLst>
              <ns1:path w="1628775" h="1524000">
                <ns1:moveTo>
                  <ns1:pt x="776480" y="1212872"/>
                </ns1:moveTo>
                <ns1:cubicBezTo>
                  <ns1:pt x="886970" y="1256687"/>
                  <ns1:pt x="873635" y="1562439"/>
                  <ns1:pt x="1105093" y="1530054"/>
                </ns1:cubicBezTo>
                <ns1:cubicBezTo>
                  <ns1:pt x="1320358" y="1498622"/>
                  <ns1:pt x="1244158" y="1238589"/>
                  <ns1:pt x="1335598" y="1034754"/>
                </ns1:cubicBezTo>
                <ns1:cubicBezTo>
                  <ns1:pt x="1382270" y="930932"/>
                  <ns1:pt x="1524193" y="889974"/>
                  <ns1:pt x="1584200" y="756624"/>
                </ns1:cubicBezTo>
                <ns1:cubicBezTo>
                  <ns1:pt x="1751840" y="382292"/>
                  <ns1:pt x="1499428" y="10817"/>
                  <ns1:pt x="1159385" y="339"/>
                </ns1:cubicBezTo>
                <ns1:cubicBezTo>
                  <ns1:pt x="775528" y="-11091"/>
                  <ns1:pt x="536450" y="268944"/>
                  <ns1:pt x="506923" y="468017"/>
                </ns1:cubicBezTo>
                <ns1:cubicBezTo>
                  <ns1:pt x="473585" y="693759"/>
                  <ns1:pt x="244985" y="640419"/>
                  <ns1:pt x="154498" y="670899"/>
                </ns1:cubicBezTo>
                <ns1:cubicBezTo>
                  <ns1:pt x="-67435" y="746147"/>
                  <ns1:pt x="-45527" y="1176677"/>
                  <ns1:pt x="189740" y="1261449"/>
                </ns1:cubicBezTo>
                <ns1:cubicBezTo>
                  <ns1:pt x="455488" y="1357652"/>
                  <ns1:pt x="540260" y="1120479"/>
                  <ns1:pt x="776480" y="1212872"/>
                </ns1:cubicBezTo>
                <ns1:close/>
              </ns1:path>
            </ns1:pathLst>
          </ns1:custGeom>
          <ns1:solidFill>
            <ns1:srgbClr val="FFDA37"/>
          </ns1:solidFill>
          <ns1:ln w="9525" cap="flat">
            <ns1:noFill/>
            <ns1:prstDash val="solid"/>
            <ns1:miter/>
          </ns1:ln>
        </ns0:spPr>
        <ns0:txBody>
          <ns1:bodyPr anchor="ctr"/>
          <ns1:lstStyle/>
          <ns1:p>
            <ns1:endParaRPr/>
          </ns1:p>
        </ns0:txBody>
      </ns0:sp>
      <ns0:sp>
        <ns0:nvSpPr>
          <ns0:cNvPr id="115" name="Freeform: Shape 45">
            <ns1:extLst>
              <ns1:ext uri="{FF2B5EF4-FFF2-40B4-BE49-F238E27FC236}">
                <ns2:creationId id="{D4B55173-D163-4D03-84FE-14105F59E0B0}"/>
              </ns1:ext>
            </ns1:extLst>
          </ns0:cNvPr>
          <ns0:cNvSpPr>
            <ns1:spLocks noGrp="1"/>
          </ns0:cNvSpPr>
          <ns0:nvPr/>
        </ns0:nvSpPr>
        <ns0:spPr>
          <ns1:xfrm>
            <ns1:off x="11720000" y="900000"/>
            <ns1:ext cx="110000" cy="110000"/>
          </ns1:xfrm>
          <ns1:custGeom>
            <ns1:gdLst>
              <ns1:gd name="connsiteX0" fmla="*/ 163830 w 161925"/>
              <ns1:gd name="connsiteY0" fmla="*/ 81915 h 161925"/>
              <ns1:gd name="connsiteX1" fmla="*/ 81915 w 161925"/>
              <ns1:gd name="connsiteY1" fmla="*/ 163830 h 161925"/>
              <ns1:gd name="connsiteX2" fmla="*/ 0 w 161925"/>
              <ns1:gd name="connsiteY2" fmla="*/ 81915 h 161925"/>
              <ns1:gd name="connsiteX3" fmla="*/ 81915 w 161925"/>
              <ns1:gd name="connsiteY3" fmla="*/ 0 h 161925"/>
              <ns1:gd name="connsiteX4" fmla="*/ 163830 w 161925"/>
              <ns1:gd name="connsiteY4" fmla="*/ 81915 h 161925"/>
            </ns1:gdLst>
            <ns1:rect l="l" t="t" r="r" b="b"/>
            <ns1:pathLst>
              <ns1:path w="161925" h="161925">
                <ns1:moveTo>
                  <ns1:pt x="163830" y="81915"/>
                </ns1:moveTo>
                <ns1:cubicBezTo>
                  <ns1:pt x="163830" y="127155"/>
                  <ns1:pt x="127155" y="163830"/>
                  <ns1:pt x="81915" y="163830"/>
                </ns1:cubicBezTo>
                <ns1:cubicBezTo>
                  <ns1:pt x="36675" y="163830"/>
                  <ns1:pt x="0" y="127155"/>
                  <ns1:pt x="0" y="81915"/>
                </ns1:cubicBezTo>
                <ns1:cubicBezTo>
                  <ns1:pt x="0" y="36675"/>
                  <ns1:pt x="36675" y="0"/>
                  <ns1:pt x="81915" y="0"/>
                </ns1:cubicBezTo>
                <ns1:cubicBezTo>
                  <ns1:pt x="127155" y="0"/>
                  <ns1:pt x="163830" y="36675"/>
                  <ns1:pt x="163830" y="81915"/>
                </ns1:cubicBezTo>
                <ns1:close/>
              </ns1:path>
            </ns1:pathLst>
          </ns1:custGeom>
          <ns1:solidFill>
            <ns1:srgbClr val="FFDA37"/>
          </ns1:solidFill>
          <ns1:ln w="9525" cap="flat">
            <ns1:noFill/>
            <ns1:prstDash val="solid"/>
            <ns1:miter/>
          </ns1:ln>
        </ns0:spPr>
        <ns0:txBody>
          <ns1:bodyPr anchor="ctr"/>
          <ns1:lstStyle/>
          <ns1:p>
            <ns1:endParaRPr>
              <ns1:latin typeface="Segoe UI"/>
              <ns1:ea typeface="Segoe UI"/>
              <ns1:cs typeface="Segoe UI"/>
            </ns1:endParaRPr>
          </ns1:p>
        </ns0:txBody>
      </ns0:sp>
    </ns0:spTree>
    <ns0:extLst>
      <ns0:ext uri="{BB962C8B-B14F-4D97-AF65-F5344CB8AC3E}">
        <ns3:creationId val="812471170"/>
      </ns0:ext>
    </ns0:extLst>
  </ns0:cSld>
</ns0: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01" name="Text 2">
            <a:extLst xmlns:a="http://schemas.openxmlformats.org/drawingml/2006/main">
              <a:ext uri="{FF2B5EF4-FFF2-40B4-BE49-F238E27FC236}">
                <a16:creationId xmlns:a16="http://schemas.microsoft.com/office/drawing/2014/main" id="{4C87D400-D35C-49C7-B57E-66BD06C51184}"/>
              </a:ext>
            </a:extLst>
          </p:cNvPr>
          <p:cNvSpPr>
            <a:spLocks xmlns:a="http://schemas.openxmlformats.org/drawingml/2006/main" noGrp="1"/>
          </p:cNvSpPr>
          <p:nvPr/>
        </p:nvSpPr>
        <p:spPr>
          <a:xfrm xmlns:a="http://schemas.openxmlformats.org/drawingml/2006/main">
            <a:off x="812800" y="450000"/>
            <a:ext cx="10883392"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spc="200">
                <a:solidFill>
                  <a:srgbClr val="119F9A"/>
                </a:solidFill>
                <a:latin typeface="Segoe UI"/>
                <a:ea typeface="Segoe UI"/>
                <a:cs typeface="Segoe UI"/>
              </a:rPr>
              <a:t>PASO 4 · SKILL</a:t>
            </a:r>
            <a:endParaRPr sz="1200"/>
          </a:p>
        </p:txBody>
      </p:sp>
      <p:sp>
        <p:nvSpPr>
          <p:cNvPr id="102" name="Text 3">
            <a:extLst xmlns:a="http://schemas.openxmlformats.org/drawingml/2006/main">
              <a:ext uri="{FF2B5EF4-FFF2-40B4-BE49-F238E27FC236}">
                <a16:creationId xmlns:a16="http://schemas.microsoft.com/office/drawing/2014/main" id="{1F64DD43-3CF3-4E03-ADDA-04A28D1E4D6D}"/>
              </a:ext>
            </a:extLst>
          </p:cNvPr>
          <p:cNvSpPr>
            <a:spLocks xmlns:a="http://schemas.openxmlformats.org/drawingml/2006/main" noGrp="1"/>
          </p:cNvSpPr>
          <p:nvPr/>
        </p:nvSpPr>
        <p:spPr>
          <a:xfrm xmlns:a="http://schemas.openxmlformats.org/drawingml/2006/main">
            <a:off x="812800" y="836686"/>
            <a:ext cx="10883392" cy="42935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575"/>
              </a:lnSpc>
              <a:buNone/>
            </a:pPr>
            <a:r>
              <a:rPr sz="2239" b="1">
                <a:solidFill>
                  <a:srgbClr val="292B45"/>
                </a:solidFill>
                <a:latin typeface="Segoe UI"/>
                <a:ea typeface="Segoe UI"/>
                <a:cs typeface="Segoe UI"/>
              </a:rPr>
              <a:t>Una skill reúne el procedimiento y el cálculo</a:t>
            </a:r>
            <a:endParaRPr sz="2239"/>
          </a:p>
        </p:txBody>
      </p:sp>
      <p:sp>
        <p:nvSpPr>
          <p:cNvPr id="103" name="Shape 4">
            <a:extLst xmlns:a="http://schemas.openxmlformats.org/drawingml/2006/main">
              <a:ext uri="{FF2B5EF4-FFF2-40B4-BE49-F238E27FC236}">
                <a16:creationId xmlns:a16="http://schemas.microsoft.com/office/drawing/2014/main" id="{2BE30F8E-BE56-4705-A52A-43C5744334C1}"/>
              </a:ext>
            </a:extLst>
          </p:cNvPr>
          <p:cNvSpPr>
            <a:spLocks xmlns:a="http://schemas.openxmlformats.org/drawingml/2006/main" noGrp="1"/>
          </p:cNvSpPr>
          <p:nvPr/>
        </p:nvSpPr>
        <p:spPr>
          <a:xfrm xmlns:a="http://schemas.openxmlformats.org/drawingml/2006/main">
            <a:off x="815975" y="1419857"/>
            <a:ext cx="5187950" cy="1824355"/>
          </a:xfrm>
          <a:prstGeom xmlns:a="http://schemas.openxmlformats.org/drawingml/2006/main" prst="roundRect">
            <a:avLst>
              <a:gd name="adj" fmla="val 8087"/>
            </a:avLst>
          </a:prstGeom>
          <a:solidFill xmlns:a="http://schemas.openxmlformats.org/drawingml/2006/main">
            <a:srgbClr val="F2F3F7"/>
          </a:solidFill>
          <a:ln xmlns:a="http://schemas.openxmlformats.org/drawingml/2006/main" w="6350">
            <a:solidFill>
              <a:srgbClr val="119F9A">
                <a:alpha val="45000"/>
              </a:srgbClr>
            </a:solidFill>
            <a:prstDash val="solid"/>
          </a:ln>
        </p:spPr>
      </p:sp>
      <p:sp>
        <p:nvSpPr>
          <p:cNvPr id="104" name="Text 5">
            <a:extLst xmlns:a="http://schemas.openxmlformats.org/drawingml/2006/main">
              <a:ext uri="{FF2B5EF4-FFF2-40B4-BE49-F238E27FC236}">
                <a16:creationId xmlns:a16="http://schemas.microsoft.com/office/drawing/2014/main" id="{D99687D5-81E7-42FF-AD3D-510FCAAE9C42}"/>
              </a:ext>
            </a:extLst>
          </p:cNvPr>
          <p:cNvSpPr>
            <a:spLocks xmlns:a="http://schemas.openxmlformats.org/drawingml/2006/main" noGrp="1"/>
          </p:cNvSpPr>
          <p:nvPr/>
        </p:nvSpPr>
        <p:spPr>
          <a:xfrm xmlns:a="http://schemas.openxmlformats.org/drawingml/2006/main">
            <a:off x="1022350" y="1623893"/>
            <a:ext cx="4918456"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400" b="1">
                <a:solidFill>
                  <a:srgbClr val="119F9A"/>
                </a:solidFill>
                <a:latin typeface="Segoe UI"/>
                <a:ea typeface="Segoe UI"/>
                <a:cs typeface="Segoe UI"/>
              </a:rPr>
              <a:t>Incorporamos</a:t>
            </a:r>
            <a:endParaRPr sz="1400"/>
          </a:p>
        </p:txBody>
      </p:sp>
      <p:sp>
        <p:nvSpPr>
          <p:cNvPr id="105" name="Text 6">
            <a:extLst xmlns:a="http://schemas.openxmlformats.org/drawingml/2006/main">
              <a:ext uri="{FF2B5EF4-FFF2-40B4-BE49-F238E27FC236}">
                <a16:creationId xmlns:a16="http://schemas.microsoft.com/office/drawing/2014/main" id="{BAEF50A9-0583-4257-A91C-09FDB8CA9170}"/>
              </a:ext>
            </a:extLst>
          </p:cNvPr>
          <p:cNvSpPr>
            <a:spLocks xmlns:a="http://schemas.openxmlformats.org/drawingml/2006/main" noGrp="1"/>
          </p:cNvSpPr>
          <p:nvPr/>
        </p:nvSpPr>
        <p:spPr>
          <a:xfrm xmlns:a="http://schemas.openxmlformats.org/drawingml/2006/main">
            <a:off x="1022350" y="1910131"/>
            <a:ext cx="4918456" cy="25112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200">
                <a:solidFill>
                  <a:srgbClr val="292B45"/>
                </a:solidFill>
                <a:latin typeface="Consolas"/>
                <a:ea typeface="Consolas"/>
                <a:cs typeface="Consolas"/>
              </a:rPr>
              <a:t>circe-reposicion</a:t>
            </a:r>
            <a:endParaRPr sz="1200"/>
          </a:p>
        </p:txBody>
      </p:sp>
      <p:sp>
        <p:nvSpPr>
          <p:cNvPr id="106" name="Text 7">
            <a:extLst xmlns:a="http://schemas.openxmlformats.org/drawingml/2006/main">
              <a:ext uri="{FF2B5EF4-FFF2-40B4-BE49-F238E27FC236}">
                <a16:creationId xmlns:a16="http://schemas.microsoft.com/office/drawing/2014/main" id="{1438B056-5BB6-46D5-BE1F-2619133B8CF8}"/>
              </a:ext>
            </a:extLst>
          </p:cNvPr>
          <p:cNvSpPr>
            <a:spLocks xmlns:a="http://schemas.openxmlformats.org/drawingml/2006/main" noGrp="1"/>
          </p:cNvSpPr>
          <p:nvPr/>
        </p:nvSpPr>
        <p:spPr>
          <a:xfrm xmlns:a="http://schemas.openxmlformats.org/drawingml/2006/main">
            <a:off x="1022350" y="2211476"/>
            <a:ext cx="4918456" cy="25112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200">
                <a:solidFill>
                  <a:srgbClr val="292B45"/>
                </a:solidFill>
                <a:latin typeface="Consolas"/>
                <a:ea typeface="Consolas"/>
                <a:cs typeface="Consolas"/>
              </a:rPr>
              <a:t>SKILL.md describe cómo usarla</a:t>
            </a:r>
            <a:endParaRPr sz="1200"/>
          </a:p>
        </p:txBody>
      </p:sp>
      <p:sp>
        <p:nvSpPr>
          <p:cNvPr id="107" name="Text 8">
            <a:extLst xmlns:a="http://schemas.openxmlformats.org/drawingml/2006/main">
              <a:ext uri="{FF2B5EF4-FFF2-40B4-BE49-F238E27FC236}">
                <a16:creationId xmlns:a16="http://schemas.microsoft.com/office/drawing/2014/main" id="{558A3608-73DF-4E23-93A3-EC2D0AA91D61}"/>
              </a:ext>
            </a:extLst>
          </p:cNvPr>
          <p:cNvSpPr>
            <a:spLocks xmlns:a="http://schemas.openxmlformats.org/drawingml/2006/main" noGrp="1"/>
          </p:cNvSpPr>
          <p:nvPr/>
        </p:nvSpPr>
        <p:spPr>
          <a:xfrm xmlns:a="http://schemas.openxmlformats.org/drawingml/2006/main">
            <a:off x="1022350" y="2512822"/>
            <a:ext cx="4918456" cy="25112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200">
                <a:solidFill>
                  <a:srgbClr val="292B45"/>
                </a:solidFill>
                <a:latin typeface="Consolas"/>
                <a:ea typeface="Consolas"/>
                <a:cs typeface="Consolas"/>
              </a:rPr>
              <a:t>references/ contiene la política</a:t>
            </a:r>
            <a:endParaRPr sz="1200"/>
          </a:p>
        </p:txBody>
      </p:sp>
      <p:sp>
        <p:nvSpPr>
          <p:cNvPr id="108" name="Text 9">
            <a:extLst xmlns:a="http://schemas.openxmlformats.org/drawingml/2006/main">
              <a:ext uri="{FF2B5EF4-FFF2-40B4-BE49-F238E27FC236}">
                <a16:creationId xmlns:a16="http://schemas.microsoft.com/office/drawing/2014/main" id="{5C190A0B-99A1-42CD-A6B6-8C82ECFA648D}"/>
              </a:ext>
            </a:extLst>
          </p:cNvPr>
          <p:cNvSpPr>
            <a:spLocks xmlns:a="http://schemas.openxmlformats.org/drawingml/2006/main" noGrp="1"/>
          </p:cNvSpPr>
          <p:nvPr/>
        </p:nvSpPr>
        <p:spPr>
          <a:xfrm xmlns:a="http://schemas.openxmlformats.org/drawingml/2006/main">
            <a:off x="1022350" y="2814167"/>
            <a:ext cx="4918456" cy="25112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200">
                <a:solidFill>
                  <a:srgbClr val="292B45"/>
                </a:solidFill>
                <a:latin typeface="Consolas"/>
                <a:ea typeface="Consolas"/>
                <a:cs typeface="Consolas"/>
              </a:rPr>
              <a:t>replenishment.py calcula la propuesta</a:t>
            </a:r>
            <a:endParaRPr sz="1200"/>
          </a:p>
        </p:txBody>
      </p:sp>
      <p:sp>
        <p:nvSpPr>
          <p:cNvPr id="109" name="Shape 10">
            <a:extLst xmlns:a="http://schemas.openxmlformats.org/drawingml/2006/main">
              <a:ext uri="{FF2B5EF4-FFF2-40B4-BE49-F238E27FC236}">
                <a16:creationId xmlns:a16="http://schemas.microsoft.com/office/drawing/2014/main" id="{CF586D01-44C5-4076-B584-25540B611A33}"/>
              </a:ext>
            </a:extLst>
          </p:cNvPr>
          <p:cNvSpPr>
            <a:spLocks xmlns:a="http://schemas.openxmlformats.org/drawingml/2006/main" noGrp="1"/>
          </p:cNvSpPr>
          <p:nvPr/>
        </p:nvSpPr>
        <p:spPr>
          <a:xfrm xmlns:a="http://schemas.openxmlformats.org/drawingml/2006/main">
            <a:off x="6188075" y="1419857"/>
            <a:ext cx="5187950" cy="1824355"/>
          </a:xfrm>
          <a:prstGeom xmlns:a="http://schemas.openxmlformats.org/drawingml/2006/main" prst="roundRect">
            <a:avLst>
              <a:gd name="adj" fmla="val 8087"/>
            </a:avLst>
          </a:prstGeom>
          <a:solidFill xmlns:a="http://schemas.openxmlformats.org/drawingml/2006/main">
            <a:srgbClr val="F2F3F7"/>
          </a:solidFill>
          <a:ln xmlns:a="http://schemas.openxmlformats.org/drawingml/2006/main" w="6350">
            <a:solidFill>
              <a:srgbClr val="D9DBE3">
                <a:alpha val="14000"/>
              </a:srgbClr>
            </a:solidFill>
            <a:prstDash val="solid"/>
          </a:ln>
        </p:spPr>
      </p:sp>
      <p:sp>
        <p:nvSpPr>
          <p:cNvPr id="110" name="Text 11">
            <a:extLst xmlns:a="http://schemas.openxmlformats.org/drawingml/2006/main">
              <a:ext uri="{FF2B5EF4-FFF2-40B4-BE49-F238E27FC236}">
                <a16:creationId xmlns:a16="http://schemas.microsoft.com/office/drawing/2014/main" id="{94C9DF44-D8FA-4AA3-B532-C305AF631B26}"/>
              </a:ext>
            </a:extLst>
          </p:cNvPr>
          <p:cNvSpPr>
            <a:spLocks xmlns:a="http://schemas.openxmlformats.org/drawingml/2006/main" noGrp="1"/>
          </p:cNvSpPr>
          <p:nvPr/>
        </p:nvSpPr>
        <p:spPr>
          <a:xfrm xmlns:a="http://schemas.openxmlformats.org/drawingml/2006/main">
            <a:off x="6394450" y="1623893"/>
            <a:ext cx="4918456"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400" b="1">
                <a:solidFill>
                  <a:srgbClr val="292B45"/>
                </a:solidFill>
                <a:latin typeface="Segoe UI"/>
                <a:ea typeface="Segoe UI"/>
                <a:cs typeface="Segoe UI"/>
              </a:rPr>
              <a:t>Vamos a obtener</a:t>
            </a:r>
            <a:endParaRPr sz="1400"/>
          </a:p>
        </p:txBody>
      </p:sp>
      <p:sp>
        <p:nvSpPr>
          <p:cNvPr id="111" name="Text 12">
            <a:extLst xmlns:a="http://schemas.openxmlformats.org/drawingml/2006/main">
              <a:ext uri="{FF2B5EF4-FFF2-40B4-BE49-F238E27FC236}">
                <a16:creationId xmlns:a16="http://schemas.microsoft.com/office/drawing/2014/main" id="{82C8C176-24D6-4399-B016-4517EC77C560}"/>
              </a:ext>
            </a:extLst>
          </p:cNvPr>
          <p:cNvSpPr>
            <a:spLocks xmlns:a="http://schemas.openxmlformats.org/drawingml/2006/main" noGrp="1"/>
          </p:cNvSpPr>
          <p:nvPr/>
        </p:nvSpPr>
        <p:spPr>
          <a:xfrm xmlns:a="http://schemas.openxmlformats.org/drawingml/2006/main">
            <a:off x="6394450" y="1910131"/>
            <a:ext cx="4918456" cy="65781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82880" indent="-155194" algn="l">
              <a:lnSpc>
                <a:spcPts val="1680"/>
              </a:lnSpc>
              <a:buSzPct val="100000"/>
              <a:buChar char="•"/>
            </a:pPr>
            <a:r>
              <a:rPr sz="1200">
                <a:solidFill>
                  <a:srgbClr val="292B45"/>
                </a:solidFill>
                <a:latin typeface="Segoe UI"/>
                <a:ea typeface="Segoe UI"/>
                <a:cs typeface="Segoe UI"/>
              </a:rPr>
              <a:t>Un CSV y un informe de reposición</a:t>
            </a:r>
            <a:endParaRPr sz="1200"/>
          </a:p>
          <a:p xmlns:a="http://schemas.openxmlformats.org/drawingml/2006/main">
            <a:pPr marL="182880" indent="-155194" algn="l">
              <a:lnSpc>
                <a:spcPts val="1680"/>
              </a:lnSpc>
              <a:buSzPct val="100000"/>
              <a:buChar char="•"/>
            </a:pPr>
            <a:r>
              <a:rPr sz="1200">
                <a:solidFill>
                  <a:srgbClr val="292B45"/>
                </a:solidFill>
                <a:latin typeface="Segoe UI"/>
                <a:ea typeface="Segoe UI"/>
                <a:cs typeface="Segoe UI"/>
              </a:rPr>
              <a:t>Las líneas y sus incidencias</a:t>
            </a:r>
          </a:p>
          <a:p xmlns:a="http://schemas.openxmlformats.org/drawingml/2006/main">
            <a:pPr marL="182880" indent="-155194" algn="l">
              <a:lnSpc>
                <a:spcPts val="1680"/>
              </a:lnSpc>
              <a:buSzPct val="100000"/>
              <a:buChar char="•"/>
            </a:pPr>
            <a:r>
              <a:rPr sz="1200">
                <a:solidFill>
                  <a:srgbClr val="292B45"/>
                </a:solidFill>
                <a:latin typeface="Segoe UI"/>
                <a:ea typeface="Segoe UI"/>
                <a:cs typeface="Segoe UI"/>
              </a:rPr>
              <a:t>2.216 EUR; B200 y D400 requieren revisión</a:t>
            </a:r>
          </a:p>
        </p:txBody>
      </p:sp>
      <p:pic>
        <p:nvPicPr>
          <p:cNvPr id="128" name="Image 0"/>
          <p:cNvPicPr>
            <a:picLocks xmlns:a="http://schemas.openxmlformats.org/drawingml/2006/main" noChangeAspect="1"/>
          </p:cNvPicPr>
          <p:nvPr/>
        </p:nvPicPr>
        <p:blipFill>
          <a:blip xmlns:r="http://schemas.openxmlformats.org/officeDocument/2006/relationships" xmlns:a="http://schemas.openxmlformats.org/drawingml/2006/main" r:embed="R3df528f563da4911"/>
          <a:stretch xmlns:a="http://schemas.openxmlformats.org/drawingml/2006/main">
            <a:fillRect l="0" t="0" r="0" b="0"/>
          </a:stretch>
        </p:blipFill>
        <p:spPr>
          <a:xfrm xmlns:a="http://schemas.openxmlformats.org/drawingml/2006/main">
            <a:off x="4510171" y="3423136"/>
            <a:ext cx="3135709" cy="1632286"/>
          </a:xfrm>
          <a:prstGeom xmlns:a="http://schemas.openxmlformats.org/drawingml/2006/main" prst="rect">
            <a:avLst/>
          </a:prstGeom>
        </p:spPr>
      </p:pic>
      <p:sp>
        <p:nvSpPr>
          <p:cNvPr id="113" name="Text 13">
            <a:extLst xmlns:a="http://schemas.openxmlformats.org/drawingml/2006/main">
              <a:ext uri="{FF2B5EF4-FFF2-40B4-BE49-F238E27FC236}">
                <a16:creationId xmlns:a16="http://schemas.microsoft.com/office/drawing/2014/main" id="{040549EA-129A-4E91-9324-66D6D46C0B5A}"/>
              </a:ext>
            </a:extLst>
          </p:cNvPr>
          <p:cNvSpPr>
            <a:spLocks xmlns:a="http://schemas.openxmlformats.org/drawingml/2006/main" noGrp="1"/>
          </p:cNvSpPr>
          <p:nvPr/>
        </p:nvSpPr>
        <p:spPr>
          <a:xfrm xmlns:a="http://schemas.openxmlformats.org/drawingml/2006/main">
            <a:off x="812800" y="5813985"/>
            <a:ext cx="10883392"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96"/>
              </a:lnSpc>
              <a:buNone/>
            </a:pPr>
            <a:r>
              <a:rPr sz="1140">
                <a:solidFill>
                  <a:srgbClr val="6B6F86"/>
                </a:solidFill>
                <a:latin typeface="Segoe UI"/>
                <a:ea typeface="Segoe UI"/>
                <a:cs typeface="Segoe UI"/>
              </a:rPr>
              <a:t>El inventario entra como CSV. La propuesta respeta los lotes y deja visibles los datos que faltan.</a:t>
            </a:r>
            <a:endParaRPr sz="1140"/>
          </a:p>
        </p:txBody>
      </p:sp>
      <p:sp>
        <p:nvSpPr>
          <p:cNvPr id="114" name="Freeform: Shape 44">
            <a:extLst xmlns:a="http://schemas.openxmlformats.org/drawingml/2006/main">
              <a:ext uri="{FF2B5EF4-FFF2-40B4-BE49-F238E27FC236}">
                <a16:creationId xmlns:a16="http://schemas.microsoft.com/office/drawing/2014/main" id="{641310B7-2D26-4B8E-B802-4AA8EA575187}"/>
              </a:ext>
            </a:extLst>
          </p:cNvPr>
          <p:cNvSpPr>
            <a:spLocks xmlns:a="http://schemas.openxmlformats.org/drawingml/2006/main" noGrp="1"/>
          </p:cNvSpPr>
          <p:nvPr/>
        </p:nvSpPr>
        <p:spPr>
          <a:xfrm xmlns:a="http://schemas.openxmlformats.org/drawingml/2006/main">
            <a:off x="11290000" y="-60000"/>
            <a:ext cx="960000" cy="900000"/>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rgbClr val="FF509F"/>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15" name="Freeform: Shape 45">
            <a:extLst xmlns:a="http://schemas.openxmlformats.org/drawingml/2006/main">
              <a:ext uri="{FF2B5EF4-FFF2-40B4-BE49-F238E27FC236}">
                <a16:creationId xmlns:a16="http://schemas.microsoft.com/office/drawing/2014/main" id="{D4B55173-D163-4D03-84FE-14105F59E0B0}"/>
              </a:ext>
            </a:extLst>
          </p:cNvPr>
          <p:cNvSpPr>
            <a:spLocks xmlns:a="http://schemas.openxmlformats.org/drawingml/2006/main" noGrp="1"/>
          </p:cNvSpPr>
          <p:nvPr/>
        </p:nvSpPr>
        <p:spPr>
          <a:xfrm xmlns:a="http://schemas.openxmlformats.org/drawingml/2006/main">
            <a:off x="11720000" y="900000"/>
            <a:ext cx="110000" cy="110000"/>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rgbClr val="FF509F"/>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Tree>
    <p:extLst>
      <p:ext uri="{BB962C8B-B14F-4D97-AF65-F5344CB8AC3E}">
        <p14:creationId xmlns:p14="http://schemas.microsoft.com/office/powerpoint/2010/main" val="48391946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01" name="Text 2">
            <a:extLst xmlns:a="http://schemas.openxmlformats.org/drawingml/2006/main">
              <a:ext uri="{FF2B5EF4-FFF2-40B4-BE49-F238E27FC236}">
                <a16:creationId xmlns:a16="http://schemas.microsoft.com/office/drawing/2014/main" id="{7C391074-8060-4F15-AF06-DADDBF6C4C97}"/>
              </a:ext>
            </a:extLst>
          </p:cNvPr>
          <p:cNvSpPr>
            <a:spLocks xmlns:a="http://schemas.openxmlformats.org/drawingml/2006/main" noGrp="1"/>
          </p:cNvSpPr>
          <p:nvPr/>
        </p:nvSpPr>
        <p:spPr>
          <a:xfrm xmlns:a="http://schemas.openxmlformats.org/drawingml/2006/main">
            <a:off x="812800" y="450000"/>
            <a:ext cx="10883392"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spc="200">
                <a:solidFill>
                  <a:srgbClr val="292B45"/>
                </a:solidFill>
                <a:latin typeface="Segoe UI"/>
                <a:ea typeface="Segoe UI"/>
                <a:cs typeface="Segoe UI"/>
              </a:rPr>
              <a:t>PASO 5 · CAMBIO DE POLÍTICA</a:t>
            </a:r>
            <a:endParaRPr sz="1200"/>
          </a:p>
        </p:txBody>
      </p:sp>
      <p:sp>
        <p:nvSpPr>
          <p:cNvPr id="102" name="Text 3">
            <a:extLst xmlns:a="http://schemas.openxmlformats.org/drawingml/2006/main">
              <a:ext uri="{FF2B5EF4-FFF2-40B4-BE49-F238E27FC236}">
                <a16:creationId xmlns:a16="http://schemas.microsoft.com/office/drawing/2014/main" id="{D7AF4DF4-F80C-454A-A5D9-6454992EA944}"/>
              </a:ext>
            </a:extLst>
          </p:cNvPr>
          <p:cNvSpPr>
            <a:spLocks xmlns:a="http://schemas.openxmlformats.org/drawingml/2006/main" noGrp="1"/>
          </p:cNvSpPr>
          <p:nvPr/>
        </p:nvSpPr>
        <p:spPr>
          <a:xfrm xmlns:a="http://schemas.openxmlformats.org/drawingml/2006/main">
            <a:off x="812800" y="836686"/>
            <a:ext cx="10883392" cy="42935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220"/>
              </a:lnSpc>
              <a:buNone/>
            </a:pPr>
            <a:r>
              <a:rPr sz="2800" b="1">
                <a:solidFill>
                  <a:srgbClr val="292B45"/>
                </a:solidFill>
                <a:latin typeface="Segoe UI"/>
                <a:ea typeface="Segoe UI"/>
                <a:cs typeface="Segoe UI"/>
              </a:rPr>
              <a:t>Compras eleva el umbral de revisión a 1.000 EUR</a:t>
            </a:r>
            <a:endParaRPr sz="2800"/>
          </a:p>
        </p:txBody>
      </p:sp>
      <p:sp>
        <p:nvSpPr>
          <p:cNvPr id="103" name="Shape 4">
            <a:extLst xmlns:a="http://schemas.openxmlformats.org/drawingml/2006/main">
              <a:ext uri="{FF2B5EF4-FFF2-40B4-BE49-F238E27FC236}">
                <a16:creationId xmlns:a16="http://schemas.microsoft.com/office/drawing/2014/main" id="{5DDE6862-7106-4230-B6B7-E24176B1F453}"/>
              </a:ext>
            </a:extLst>
          </p:cNvPr>
          <p:cNvSpPr>
            <a:spLocks xmlns:a="http://schemas.openxmlformats.org/drawingml/2006/main" noGrp="1"/>
          </p:cNvSpPr>
          <p:nvPr/>
        </p:nvSpPr>
        <p:spPr>
          <a:xfrm xmlns:a="http://schemas.openxmlformats.org/drawingml/2006/main">
            <a:off x="815975" y="1419857"/>
            <a:ext cx="5187950" cy="1824355"/>
          </a:xfrm>
          <a:prstGeom xmlns:a="http://schemas.openxmlformats.org/drawingml/2006/main" prst="roundRect">
            <a:avLst>
              <a:gd name="adj" fmla="val 8087"/>
            </a:avLst>
          </a:prstGeom>
          <a:solidFill xmlns:a="http://schemas.openxmlformats.org/drawingml/2006/main">
            <a:srgbClr val="F2F3F7"/>
          </a:solidFill>
          <a:ln xmlns:a="http://schemas.openxmlformats.org/drawingml/2006/main" w="6350">
            <a:solidFill>
              <a:srgbClr val="FFDA37">
                <a:alpha val="45000"/>
              </a:srgbClr>
            </a:solidFill>
            <a:prstDash val="solid"/>
          </a:ln>
        </p:spPr>
      </p:sp>
      <p:sp>
        <p:nvSpPr>
          <p:cNvPr id="104" name="Text 5">
            <a:extLst xmlns:a="http://schemas.openxmlformats.org/drawingml/2006/main">
              <a:ext uri="{FF2B5EF4-FFF2-40B4-BE49-F238E27FC236}">
                <a16:creationId xmlns:a16="http://schemas.microsoft.com/office/drawing/2014/main" id="{57446598-6AD8-4C47-B1EA-974DDB02876B}"/>
              </a:ext>
            </a:extLst>
          </p:cNvPr>
          <p:cNvSpPr>
            <a:spLocks xmlns:a="http://schemas.openxmlformats.org/drawingml/2006/main" noGrp="1"/>
          </p:cNvSpPr>
          <p:nvPr/>
        </p:nvSpPr>
        <p:spPr>
          <a:xfrm xmlns:a="http://schemas.openxmlformats.org/drawingml/2006/main">
            <a:off x="1022350" y="1623893"/>
            <a:ext cx="4918456"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400" b="1">
                <a:solidFill>
                  <a:srgbClr val="292B45"/>
                </a:solidFill>
                <a:latin typeface="Segoe UI"/>
                <a:ea typeface="Segoe UI"/>
                <a:cs typeface="Segoe UI"/>
              </a:rPr>
              <a:t>Cambiamos</a:t>
            </a:r>
            <a:endParaRPr sz="1400"/>
          </a:p>
        </p:txBody>
      </p:sp>
      <p:sp>
        <p:nvSpPr>
          <p:cNvPr id="105" name="Text 6">
            <a:extLst xmlns:a="http://schemas.openxmlformats.org/drawingml/2006/main">
              <a:ext uri="{FF2B5EF4-FFF2-40B4-BE49-F238E27FC236}">
                <a16:creationId xmlns:a16="http://schemas.microsoft.com/office/drawing/2014/main" id="{C19E118B-2398-44BD-A2FE-5C96605CF7C3}"/>
              </a:ext>
            </a:extLst>
          </p:cNvPr>
          <p:cNvSpPr>
            <a:spLocks xmlns:a="http://schemas.openxmlformats.org/drawingml/2006/main" noGrp="1"/>
          </p:cNvSpPr>
          <p:nvPr/>
        </p:nvSpPr>
        <p:spPr>
          <a:xfrm xmlns:a="http://schemas.openxmlformats.org/drawingml/2006/main">
            <a:off x="1022350" y="1910131"/>
            <a:ext cx="4918456" cy="25112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200">
                <a:solidFill>
                  <a:srgbClr val="292B45"/>
                </a:solidFill>
                <a:latin typeface="Consolas"/>
                <a:ea typeface="Consolas"/>
                <a:cs typeface="Consolas"/>
              </a:rPr>
              <a:t>Política v2</a:t>
            </a:r>
            <a:endParaRPr sz="1200"/>
          </a:p>
        </p:txBody>
      </p:sp>
      <p:sp>
        <p:nvSpPr>
          <p:cNvPr id="106" name="Text 7">
            <a:extLst xmlns:a="http://schemas.openxmlformats.org/drawingml/2006/main">
              <a:ext uri="{FF2B5EF4-FFF2-40B4-BE49-F238E27FC236}">
                <a16:creationId xmlns:a16="http://schemas.microsoft.com/office/drawing/2014/main" id="{F88FC732-32C8-406A-A504-FAA4A90EF350}"/>
              </a:ext>
            </a:extLst>
          </p:cNvPr>
          <p:cNvSpPr>
            <a:spLocks xmlns:a="http://schemas.openxmlformats.org/drawingml/2006/main" noGrp="1"/>
          </p:cNvSpPr>
          <p:nvPr/>
        </p:nvSpPr>
        <p:spPr>
          <a:xfrm xmlns:a="http://schemas.openxmlformats.org/drawingml/2006/main">
            <a:off x="1022350" y="2211476"/>
            <a:ext cx="4918456" cy="25112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200">
                <a:solidFill>
                  <a:srgbClr val="292B45"/>
                </a:solidFill>
                <a:latin typeface="Consolas"/>
                <a:ea typeface="Consolas"/>
                <a:cs typeface="Consolas"/>
              </a:rPr>
              <a:t>Versión 2.0 y umbral de 1.000 EUR</a:t>
            </a:r>
            <a:endParaRPr sz="1200"/>
          </a:p>
        </p:txBody>
      </p:sp>
      <p:sp>
        <p:nvSpPr>
          <p:cNvPr id="107" name="Text 8">
            <a:extLst xmlns:a="http://schemas.openxmlformats.org/drawingml/2006/main">
              <a:ext uri="{FF2B5EF4-FFF2-40B4-BE49-F238E27FC236}">
                <a16:creationId xmlns:a16="http://schemas.microsoft.com/office/drawing/2014/main" id="{1BB2170F-CB5A-4767-BF0B-C31E15663A91}"/>
              </a:ext>
            </a:extLst>
          </p:cNvPr>
          <p:cNvSpPr>
            <a:spLocks xmlns:a="http://schemas.openxmlformats.org/drawingml/2006/main" noGrp="1"/>
          </p:cNvSpPr>
          <p:nvPr/>
        </p:nvSpPr>
        <p:spPr>
          <a:xfrm xmlns:a="http://schemas.openxmlformats.org/drawingml/2006/main">
            <a:off x="1022350" y="2512822"/>
            <a:ext cx="4918456" cy="25112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200">
                <a:solidFill>
                  <a:srgbClr val="292B45"/>
                </a:solidFill>
                <a:latin typeface="Consolas"/>
                <a:ea typeface="Consolas"/>
                <a:cs typeface="Consolas"/>
              </a:rPr>
              <a:t>Conocimiento y referencias de la skill</a:t>
            </a:r>
            <a:endParaRPr sz="1200"/>
          </a:p>
        </p:txBody>
      </p:sp>
      <p:sp>
        <p:nvSpPr>
          <p:cNvPr id="108" name="Text 9">
            <a:extLst xmlns:a="http://schemas.openxmlformats.org/drawingml/2006/main">
              <a:ext uri="{FF2B5EF4-FFF2-40B4-BE49-F238E27FC236}">
                <a16:creationId xmlns:a16="http://schemas.microsoft.com/office/drawing/2014/main" id="{DA20E737-87F6-430C-8E88-3ED4DCC78768}"/>
              </a:ext>
            </a:extLst>
          </p:cNvPr>
          <p:cNvSpPr>
            <a:spLocks xmlns:a="http://schemas.openxmlformats.org/drawingml/2006/main" noGrp="1"/>
          </p:cNvSpPr>
          <p:nvPr/>
        </p:nvSpPr>
        <p:spPr>
          <a:xfrm xmlns:a="http://schemas.openxmlformats.org/drawingml/2006/main">
            <a:off x="1022350" y="2814167"/>
            <a:ext cx="4918456" cy="25112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200">
                <a:solidFill>
                  <a:srgbClr val="292B45"/>
                </a:solidFill>
                <a:latin typeface="Consolas"/>
                <a:ea typeface="Consolas"/>
                <a:cs typeface="Consolas"/>
              </a:rPr>
              <a:t>Misma skill y mismo script de cálculo</a:t>
            </a:r>
            <a:endParaRPr sz="1200"/>
          </a:p>
        </p:txBody>
      </p:sp>
      <p:sp>
        <p:nvSpPr>
          <p:cNvPr id="109" name="Shape 10">
            <a:extLst xmlns:a="http://schemas.openxmlformats.org/drawingml/2006/main">
              <a:ext uri="{FF2B5EF4-FFF2-40B4-BE49-F238E27FC236}">
                <a16:creationId xmlns:a16="http://schemas.microsoft.com/office/drawing/2014/main" id="{A1D3A7E4-2E9D-4E3B-8828-959CAADA9CEA}"/>
              </a:ext>
            </a:extLst>
          </p:cNvPr>
          <p:cNvSpPr>
            <a:spLocks xmlns:a="http://schemas.openxmlformats.org/drawingml/2006/main" noGrp="1"/>
          </p:cNvSpPr>
          <p:nvPr/>
        </p:nvSpPr>
        <p:spPr>
          <a:xfrm xmlns:a="http://schemas.openxmlformats.org/drawingml/2006/main">
            <a:off x="6188075" y="1419857"/>
            <a:ext cx="5187950" cy="1824355"/>
          </a:xfrm>
          <a:prstGeom xmlns:a="http://schemas.openxmlformats.org/drawingml/2006/main" prst="roundRect">
            <a:avLst>
              <a:gd name="adj" fmla="val 8087"/>
            </a:avLst>
          </a:prstGeom>
          <a:solidFill xmlns:a="http://schemas.openxmlformats.org/drawingml/2006/main">
            <a:srgbClr val="F2F3F7"/>
          </a:solidFill>
          <a:ln xmlns:a="http://schemas.openxmlformats.org/drawingml/2006/main" w="6350">
            <a:solidFill>
              <a:srgbClr val="D9DBE3">
                <a:alpha val="14000"/>
              </a:srgbClr>
            </a:solidFill>
            <a:prstDash val="solid"/>
          </a:ln>
        </p:spPr>
      </p:sp>
      <p:sp>
        <p:nvSpPr>
          <p:cNvPr id="110" name="Text 11">
            <a:extLst xmlns:a="http://schemas.openxmlformats.org/drawingml/2006/main">
              <a:ext uri="{FF2B5EF4-FFF2-40B4-BE49-F238E27FC236}">
                <a16:creationId xmlns:a16="http://schemas.microsoft.com/office/drawing/2014/main" id="{321EE1BB-AC5E-401A-B564-B8B0F3C2696D}"/>
              </a:ext>
            </a:extLst>
          </p:cNvPr>
          <p:cNvSpPr>
            <a:spLocks xmlns:a="http://schemas.openxmlformats.org/drawingml/2006/main" noGrp="1"/>
          </p:cNvSpPr>
          <p:nvPr/>
        </p:nvSpPr>
        <p:spPr>
          <a:xfrm xmlns:a="http://schemas.openxmlformats.org/drawingml/2006/main">
            <a:off x="6394450" y="1623893"/>
            <a:ext cx="4918456"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400" b="1">
                <a:solidFill>
                  <a:srgbClr val="292B45"/>
                </a:solidFill>
                <a:latin typeface="Segoe UI"/>
                <a:ea typeface="Segoe UI"/>
                <a:cs typeface="Segoe UI"/>
              </a:rPr>
              <a:t>Vamos a comparar</a:t>
            </a:r>
            <a:endParaRPr sz="1400"/>
          </a:p>
        </p:txBody>
      </p:sp>
      <p:sp>
        <p:nvSpPr>
          <p:cNvPr id="111" name="Text 12">
            <a:extLst xmlns:a="http://schemas.openxmlformats.org/drawingml/2006/main">
              <a:ext uri="{FF2B5EF4-FFF2-40B4-BE49-F238E27FC236}">
                <a16:creationId xmlns:a16="http://schemas.microsoft.com/office/drawing/2014/main" id="{AD4A7E69-E2E7-480F-B9EE-3C57016B838D}"/>
              </a:ext>
            </a:extLst>
          </p:cNvPr>
          <p:cNvSpPr>
            <a:spLocks xmlns:a="http://schemas.openxmlformats.org/drawingml/2006/main" noGrp="1"/>
          </p:cNvSpPr>
          <p:nvPr/>
        </p:nvSpPr>
        <p:spPr>
          <a:xfrm xmlns:a="http://schemas.openxmlformats.org/drawingml/2006/main">
            <a:off x="6394450" y="1910131"/>
            <a:ext cx="4918456" cy="65781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82880" indent="-155194" algn="l">
              <a:lnSpc>
                <a:spcPts val="1680"/>
              </a:lnSpc>
              <a:buSzPct val="100000"/>
              <a:buChar char="•"/>
            </a:pPr>
            <a:r>
              <a:rPr sz="1200">
                <a:solidFill>
                  <a:srgbClr val="292B45"/>
                </a:solidFill>
                <a:latin typeface="Segoe UI"/>
                <a:ea typeface="Segoe UI"/>
                <a:cs typeface="Segoe UI"/>
              </a:rPr>
              <a:t>El mismo inventario y el mismo encargo</a:t>
            </a:r>
            <a:endParaRPr sz="1200"/>
          </a:p>
          <a:p xmlns:a="http://schemas.openxmlformats.org/drawingml/2006/main">
            <a:pPr marL="182880" indent="-155194" algn="l">
              <a:lnSpc>
                <a:spcPts val="1680"/>
              </a:lnSpc>
              <a:buSzPct val="100000"/>
              <a:buChar char="•"/>
            </a:pPr>
            <a:r>
              <a:rPr sz="1200">
                <a:solidFill>
                  <a:srgbClr val="292B45"/>
                </a:solidFill>
                <a:latin typeface="Segoe UI"/>
                <a:ea typeface="Segoe UI"/>
                <a:cs typeface="Segoe UI"/>
              </a:rPr>
              <a:t>B200 pasa a revisión normal</a:t>
            </a:r>
          </a:p>
          <a:p xmlns:a="http://schemas.openxmlformats.org/drawingml/2006/main">
            <a:pPr marL="182880" indent="-155194" algn="l">
              <a:lnSpc>
                <a:spcPts val="1680"/>
              </a:lnSpc>
              <a:buSzPct val="100000"/>
              <a:buChar char="•"/>
            </a:pPr>
            <a:r>
              <a:rPr sz="1200">
                <a:solidFill>
                  <a:srgbClr val="292B45"/>
                </a:solidFill>
                <a:latin typeface="Segoe UI"/>
                <a:ea typeface="Segoe UI"/>
                <a:cs typeface="Segoe UI"/>
              </a:rPr>
              <a:t>Solo D400 mantiene revisión especial</a:t>
            </a:r>
          </a:p>
        </p:txBody>
      </p:sp>
      <p:pic>
        <p:nvPicPr>
          <p:cNvPr id="128" name="Image 0"/>
          <p:cNvPicPr>
            <a:picLocks xmlns:a="http://schemas.openxmlformats.org/drawingml/2006/main" noChangeAspect="1"/>
          </p:cNvPicPr>
          <p:nvPr/>
        </p:nvPicPr>
        <p:blipFill>
          <a:blip xmlns:r="http://schemas.openxmlformats.org/officeDocument/2006/relationships" xmlns:a="http://schemas.openxmlformats.org/drawingml/2006/main" r:embed="R792d5bc327bb4ab1"/>
          <a:stretch xmlns:a="http://schemas.openxmlformats.org/drawingml/2006/main">
            <a:fillRect l="0" t="0" r="0" b="0"/>
          </a:stretch>
        </p:blipFill>
        <p:spPr>
          <a:xfrm xmlns:a="http://schemas.openxmlformats.org/drawingml/2006/main">
            <a:off x="4152081" y="3423136"/>
            <a:ext cx="3843772" cy="1632286"/>
          </a:xfrm>
          <a:prstGeom xmlns:a="http://schemas.openxmlformats.org/drawingml/2006/main" prst="rect">
            <a:avLst/>
          </a:prstGeom>
        </p:spPr>
      </p:pic>
      <p:sp>
        <p:nvSpPr>
          <p:cNvPr id="113" name="Text 13">
            <a:extLst xmlns:a="http://schemas.openxmlformats.org/drawingml/2006/main">
              <a:ext uri="{FF2B5EF4-FFF2-40B4-BE49-F238E27FC236}">
                <a16:creationId xmlns:a16="http://schemas.microsoft.com/office/drawing/2014/main" id="{AEBF11DF-2E85-4DD6-B54E-3C569B5CCB09}"/>
              </a:ext>
            </a:extLst>
          </p:cNvPr>
          <p:cNvSpPr>
            <a:spLocks xmlns:a="http://schemas.openxmlformats.org/drawingml/2006/main" noGrp="1"/>
          </p:cNvSpPr>
          <p:nvPr/>
        </p:nvSpPr>
        <p:spPr>
          <a:xfrm xmlns:a="http://schemas.openxmlformats.org/drawingml/2006/main">
            <a:off x="812800" y="5813985"/>
            <a:ext cx="10883392"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6B6F86"/>
                </a:solidFill>
                <a:latin typeface="Segoe UI"/>
                <a:ea typeface="Segoe UI"/>
                <a:cs typeface="Segoe UI"/>
              </a:rPr>
              <a:t>El total sigue en 2.216 EUR. Cambia la revisión de una línea, no las cantidades a comprar.</a:t>
            </a:r>
            <a:endParaRPr sz="1200"/>
          </a:p>
        </p:txBody>
      </p:sp>
      <p:sp>
        <p:nvSpPr>
          <p:cNvPr id="114" name="Freeform: Shape 44">
            <a:extLst xmlns:a="http://schemas.openxmlformats.org/drawingml/2006/main">
              <a:ext uri="{FF2B5EF4-FFF2-40B4-BE49-F238E27FC236}">
                <a16:creationId xmlns:a16="http://schemas.microsoft.com/office/drawing/2014/main" id="{641310B7-2D26-4B8E-B802-4AA8EA575187}"/>
              </a:ext>
            </a:extLst>
          </p:cNvPr>
          <p:cNvSpPr>
            <a:spLocks xmlns:a="http://schemas.openxmlformats.org/drawingml/2006/main" noGrp="1"/>
          </p:cNvSpPr>
          <p:nvPr/>
        </p:nvSpPr>
        <p:spPr>
          <a:xfrm xmlns:a="http://schemas.openxmlformats.org/drawingml/2006/main">
            <a:off x="11290000" y="-60000"/>
            <a:ext cx="960000" cy="900000"/>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rgbClr val="119F9A"/>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15" name="Freeform: Shape 45">
            <a:extLst xmlns:a="http://schemas.openxmlformats.org/drawingml/2006/main">
              <a:ext uri="{FF2B5EF4-FFF2-40B4-BE49-F238E27FC236}">
                <a16:creationId xmlns:a16="http://schemas.microsoft.com/office/drawing/2014/main" id="{D4B55173-D163-4D03-84FE-14105F59E0B0}"/>
              </a:ext>
            </a:extLst>
          </p:cNvPr>
          <p:cNvSpPr>
            <a:spLocks xmlns:a="http://schemas.openxmlformats.org/drawingml/2006/main" noGrp="1"/>
          </p:cNvSpPr>
          <p:nvPr/>
        </p:nvSpPr>
        <p:spPr>
          <a:xfrm xmlns:a="http://schemas.openxmlformats.org/drawingml/2006/main">
            <a:off x="11720000" y="900000"/>
            <a:ext cx="110000" cy="110000"/>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rgbClr val="119F9A"/>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Tree>
    <p:extLst>
      <p:ext uri="{BB962C8B-B14F-4D97-AF65-F5344CB8AC3E}">
        <p14:creationId xmlns:p14="http://schemas.microsoft.com/office/powerpoint/2010/main" val="77155251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01" name="Text 2">
            <a:extLst xmlns:a="http://schemas.openxmlformats.org/drawingml/2006/main">
              <a:ext uri="{FF2B5EF4-FFF2-40B4-BE49-F238E27FC236}">
                <a16:creationId xmlns:a16="http://schemas.microsoft.com/office/drawing/2014/main" id="{1800C17F-CA72-4EFC-ACAA-F9FE833E9A51}"/>
              </a:ext>
            </a:extLst>
          </p:cNvPr>
          <p:cNvSpPr>
            <a:spLocks xmlns:a="http://schemas.openxmlformats.org/drawingml/2006/main" noGrp="1"/>
          </p:cNvSpPr>
          <p:nvPr/>
        </p:nvSpPr>
        <p:spPr>
          <a:xfrm xmlns:a="http://schemas.openxmlformats.org/drawingml/2006/main">
            <a:off x="812800" y="450000"/>
            <a:ext cx="10883392"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spc="200">
                <a:solidFill>
                  <a:srgbClr val="FF509F"/>
                </a:solidFill>
                <a:latin typeface="Segoe UI"/>
                <a:ea typeface="Segoe UI"/>
                <a:cs typeface="Segoe UI"/>
              </a:rPr>
              <a:t>PASO 6 · PUBLICAR</a:t>
            </a:r>
            <a:endParaRPr sz="1200"/>
          </a:p>
        </p:txBody>
      </p:sp>
      <p:sp>
        <p:nvSpPr>
          <p:cNvPr id="102" name="Text 3">
            <a:extLst xmlns:a="http://schemas.openxmlformats.org/drawingml/2006/main">
              <a:ext uri="{FF2B5EF4-FFF2-40B4-BE49-F238E27FC236}">
                <a16:creationId xmlns:a16="http://schemas.microsoft.com/office/drawing/2014/main" id="{4B07DBAA-FEC5-4C8D-AACD-41ADE5C4940F}"/>
              </a:ext>
            </a:extLst>
          </p:cNvPr>
          <p:cNvSpPr>
            <a:spLocks xmlns:a="http://schemas.openxmlformats.org/drawingml/2006/main" noGrp="1"/>
          </p:cNvSpPr>
          <p:nvPr/>
        </p:nvSpPr>
        <p:spPr>
          <a:xfrm xmlns:a="http://schemas.openxmlformats.org/drawingml/2006/main">
            <a:off x="812800" y="836686"/>
            <a:ext cx="10883392" cy="42935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736"/>
              </a:lnSpc>
              <a:buNone/>
            </a:pPr>
            <a:r>
              <a:rPr sz="2379" b="1">
                <a:solidFill>
                  <a:srgbClr val="292B45"/>
                </a:solidFill>
                <a:latin typeface="Segoe UI"/>
                <a:ea typeface="Segoe UI"/>
                <a:cs typeface="Segoe UI"/>
              </a:rPr>
              <a:t>Entregar una versión y conservar su historia</a:t>
            </a:r>
            <a:endParaRPr sz="2379"/>
          </a:p>
        </p:txBody>
      </p:sp>
      <p:sp>
        <p:nvSpPr>
          <p:cNvPr id="103" name="Shape 4">
            <a:extLst xmlns:a="http://schemas.openxmlformats.org/drawingml/2006/main">
              <a:ext uri="{FF2B5EF4-FFF2-40B4-BE49-F238E27FC236}">
                <a16:creationId xmlns:a16="http://schemas.microsoft.com/office/drawing/2014/main" id="{498AE937-0223-4C6A-AC7A-3ADFB8389D8C}"/>
              </a:ext>
            </a:extLst>
          </p:cNvPr>
          <p:cNvSpPr>
            <a:spLocks xmlns:a="http://schemas.openxmlformats.org/drawingml/2006/main" noGrp="1"/>
          </p:cNvSpPr>
          <p:nvPr/>
        </p:nvSpPr>
        <p:spPr>
          <a:xfrm xmlns:a="http://schemas.openxmlformats.org/drawingml/2006/main">
            <a:off x="815975" y="1419857"/>
            <a:ext cx="5187950" cy="1824355"/>
          </a:xfrm>
          <a:prstGeom xmlns:a="http://schemas.openxmlformats.org/drawingml/2006/main" prst="roundRect">
            <a:avLst>
              <a:gd name="adj" fmla="val 8087"/>
            </a:avLst>
          </a:prstGeom>
          <a:solidFill xmlns:a="http://schemas.openxmlformats.org/drawingml/2006/main">
            <a:srgbClr val="F2F3F7"/>
          </a:solidFill>
          <a:ln xmlns:a="http://schemas.openxmlformats.org/drawingml/2006/main" w="6350">
            <a:solidFill>
              <a:srgbClr val="FF509F">
                <a:alpha val="45000"/>
              </a:srgbClr>
            </a:solidFill>
            <a:prstDash val="solid"/>
          </a:ln>
        </p:spPr>
      </p:sp>
      <p:sp>
        <p:nvSpPr>
          <p:cNvPr id="104" name="Text 5">
            <a:extLst xmlns:a="http://schemas.openxmlformats.org/drawingml/2006/main">
              <a:ext uri="{FF2B5EF4-FFF2-40B4-BE49-F238E27FC236}">
                <a16:creationId xmlns:a16="http://schemas.microsoft.com/office/drawing/2014/main" id="{901740F2-F83E-45DE-ADE0-32E335769A70}"/>
              </a:ext>
            </a:extLst>
          </p:cNvPr>
          <p:cNvSpPr>
            <a:spLocks xmlns:a="http://schemas.openxmlformats.org/drawingml/2006/main" noGrp="1"/>
          </p:cNvSpPr>
          <p:nvPr/>
        </p:nvSpPr>
        <p:spPr>
          <a:xfrm xmlns:a="http://schemas.openxmlformats.org/drawingml/2006/main">
            <a:off x="1022350" y="1623893"/>
            <a:ext cx="4918456"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400" b="1">
                <a:solidFill>
                  <a:srgbClr val="FF509F"/>
                </a:solidFill>
                <a:latin typeface="Segoe UI"/>
                <a:ea typeface="Segoe UI"/>
                <a:cs typeface="Segoe UI"/>
              </a:rPr>
              <a:t>Publicamos</a:t>
            </a:r>
            <a:endParaRPr sz="1400"/>
          </a:p>
        </p:txBody>
      </p:sp>
      <p:sp>
        <p:nvSpPr>
          <p:cNvPr id="105" name="Text 6">
            <a:extLst xmlns:a="http://schemas.openxmlformats.org/drawingml/2006/main">
              <a:ext uri="{FF2B5EF4-FFF2-40B4-BE49-F238E27FC236}">
                <a16:creationId xmlns:a16="http://schemas.microsoft.com/office/drawing/2014/main" id="{C2D2A42E-A2E1-4A74-8070-6B4DA62D76C7}"/>
              </a:ext>
            </a:extLst>
          </p:cNvPr>
          <p:cNvSpPr>
            <a:spLocks xmlns:a="http://schemas.openxmlformats.org/drawingml/2006/main" noGrp="1"/>
          </p:cNvSpPr>
          <p:nvPr/>
        </p:nvSpPr>
        <p:spPr>
          <a:xfrm xmlns:a="http://schemas.openxmlformats.org/drawingml/2006/main">
            <a:off x="1022350" y="1910131"/>
            <a:ext cx="4918456" cy="25112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200">
                <a:solidFill>
                  <a:srgbClr val="292B45"/>
                </a:solidFill>
                <a:latin typeface="Consolas"/>
                <a:ea typeface="Consolas"/>
                <a:cs typeface="Consolas"/>
              </a:rPr>
              <a:t>Circe Compras</a:t>
            </a:r>
            <a:endParaRPr sz="1200"/>
          </a:p>
        </p:txBody>
      </p:sp>
      <p:sp>
        <p:nvSpPr>
          <p:cNvPr id="106" name="Text 7">
            <a:extLst xmlns:a="http://schemas.openxmlformats.org/drawingml/2006/main">
              <a:ext uri="{FF2B5EF4-FFF2-40B4-BE49-F238E27FC236}">
                <a16:creationId xmlns:a16="http://schemas.microsoft.com/office/drawing/2014/main" id="{9878B505-C367-4EF5-BB78-7C210FF57BEC}"/>
              </a:ext>
            </a:extLst>
          </p:cNvPr>
          <p:cNvSpPr>
            <a:spLocks xmlns:a="http://schemas.openxmlformats.org/drawingml/2006/main" noGrp="1"/>
          </p:cNvSpPr>
          <p:nvPr/>
        </p:nvSpPr>
        <p:spPr>
          <a:xfrm xmlns:a="http://schemas.openxmlformats.org/drawingml/2006/main">
            <a:off x="1022350" y="2211476"/>
            <a:ext cx="4918456" cy="25112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200">
                <a:solidFill>
                  <a:srgbClr val="292B45"/>
                </a:solidFill>
                <a:latin typeface="Consolas"/>
                <a:ea typeface="Consolas"/>
                <a:cs typeface="Consolas"/>
              </a:rPr>
              <a:t>Revisamos qué versión vamos a entregar</a:t>
            </a:r>
            <a:endParaRPr sz="1200"/>
          </a:p>
        </p:txBody>
      </p:sp>
      <p:sp>
        <p:nvSpPr>
          <p:cNvPr id="107" name="Text 8">
            <a:extLst xmlns:a="http://schemas.openxmlformats.org/drawingml/2006/main">
              <a:ext uri="{FF2B5EF4-FFF2-40B4-BE49-F238E27FC236}">
                <a16:creationId xmlns:a16="http://schemas.microsoft.com/office/drawing/2014/main" id="{6E7E42FD-4CCC-4DF7-B47D-9BECDD1C88CB}"/>
              </a:ext>
            </a:extLst>
          </p:cNvPr>
          <p:cNvSpPr>
            <a:spLocks xmlns:a="http://schemas.openxmlformats.org/drawingml/2006/main" noGrp="1"/>
          </p:cNvSpPr>
          <p:nvPr/>
        </p:nvSpPr>
        <p:spPr>
          <a:xfrm xmlns:a="http://schemas.openxmlformats.org/drawingml/2006/main">
            <a:off x="1022350" y="2512822"/>
            <a:ext cx="4918456" cy="25112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200">
                <a:solidFill>
                  <a:srgbClr val="292B45"/>
                </a:solidFill>
                <a:latin typeface="Consolas"/>
                <a:ea typeface="Consolas"/>
                <a:cs typeface="Consolas"/>
              </a:rPr>
              <a:t>pac copilot publish</a:t>
            </a:r>
            <a:endParaRPr sz="1200"/>
          </a:p>
        </p:txBody>
      </p:sp>
      <p:sp>
        <p:nvSpPr>
          <p:cNvPr id="108" name="Text 9">
            <a:extLst xmlns:a="http://schemas.openxmlformats.org/drawingml/2006/main">
              <a:ext uri="{FF2B5EF4-FFF2-40B4-BE49-F238E27FC236}">
                <a16:creationId xmlns:a16="http://schemas.microsoft.com/office/drawing/2014/main" id="{D511AC74-E259-4FA0-92F3-B43BFE4E75C1}"/>
              </a:ext>
            </a:extLst>
          </p:cNvPr>
          <p:cNvSpPr>
            <a:spLocks xmlns:a="http://schemas.openxmlformats.org/drawingml/2006/main" noGrp="1"/>
          </p:cNvSpPr>
          <p:nvPr/>
        </p:nvSpPr>
        <p:spPr>
          <a:xfrm xmlns:a="http://schemas.openxmlformats.org/drawingml/2006/main">
            <a:off x="1022350" y="2814167"/>
            <a:ext cx="4918456" cy="25112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200">
                <a:solidFill>
                  <a:srgbClr val="292B45"/>
                </a:solidFill>
                <a:latin typeface="Consolas"/>
                <a:ea typeface="Consolas"/>
                <a:cs typeface="Consolas"/>
              </a:rPr>
              <a:t>Comprobamos el estado con pull</a:t>
            </a:r>
            <a:endParaRPr sz="1200"/>
          </a:p>
        </p:txBody>
      </p:sp>
      <p:sp>
        <p:nvSpPr>
          <p:cNvPr id="109" name="Shape 10">
            <a:extLst xmlns:a="http://schemas.openxmlformats.org/drawingml/2006/main">
              <a:ext uri="{FF2B5EF4-FFF2-40B4-BE49-F238E27FC236}">
                <a16:creationId xmlns:a16="http://schemas.microsoft.com/office/drawing/2014/main" id="{B18F7A89-830F-4309-A7AC-553BA9C764D0}"/>
              </a:ext>
            </a:extLst>
          </p:cNvPr>
          <p:cNvSpPr>
            <a:spLocks xmlns:a="http://schemas.openxmlformats.org/drawingml/2006/main" noGrp="1"/>
          </p:cNvSpPr>
          <p:nvPr/>
        </p:nvSpPr>
        <p:spPr>
          <a:xfrm xmlns:a="http://schemas.openxmlformats.org/drawingml/2006/main">
            <a:off x="6188075" y="1419857"/>
            <a:ext cx="5187950" cy="1824355"/>
          </a:xfrm>
          <a:prstGeom xmlns:a="http://schemas.openxmlformats.org/drawingml/2006/main" prst="roundRect">
            <a:avLst>
              <a:gd name="adj" fmla="val 8087"/>
            </a:avLst>
          </a:prstGeom>
          <a:solidFill xmlns:a="http://schemas.openxmlformats.org/drawingml/2006/main">
            <a:srgbClr val="F2F3F7"/>
          </a:solidFill>
          <a:ln xmlns:a="http://schemas.openxmlformats.org/drawingml/2006/main" w="6350">
            <a:solidFill>
              <a:srgbClr val="D9DBE3">
                <a:alpha val="14000"/>
              </a:srgbClr>
            </a:solidFill>
            <a:prstDash val="solid"/>
          </a:ln>
        </p:spPr>
      </p:sp>
      <p:sp>
        <p:nvSpPr>
          <p:cNvPr id="110" name="Text 11">
            <a:extLst xmlns:a="http://schemas.openxmlformats.org/drawingml/2006/main">
              <a:ext uri="{FF2B5EF4-FFF2-40B4-BE49-F238E27FC236}">
                <a16:creationId xmlns:a16="http://schemas.microsoft.com/office/drawing/2014/main" id="{D811EDAD-C54E-4199-BBBE-E8B20C501B4F}"/>
              </a:ext>
            </a:extLst>
          </p:cNvPr>
          <p:cNvSpPr>
            <a:spLocks xmlns:a="http://schemas.openxmlformats.org/drawingml/2006/main" noGrp="1"/>
          </p:cNvSpPr>
          <p:nvPr/>
        </p:nvSpPr>
        <p:spPr>
          <a:xfrm xmlns:a="http://schemas.openxmlformats.org/drawingml/2006/main">
            <a:off x="6394450" y="1623893"/>
            <a:ext cx="4918456"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400" b="1">
                <a:solidFill>
                  <a:srgbClr val="292B45"/>
                </a:solidFill>
                <a:latin typeface="Segoe UI"/>
                <a:ea typeface="Segoe UI"/>
                <a:cs typeface="Segoe UI"/>
              </a:rPr>
              <a:t>Vamos a ver</a:t>
            </a:r>
            <a:endParaRPr sz="1400"/>
          </a:p>
        </p:txBody>
      </p:sp>
      <p:sp>
        <p:nvSpPr>
          <p:cNvPr id="111" name="Text 12">
            <a:extLst xmlns:a="http://schemas.openxmlformats.org/drawingml/2006/main">
              <a:ext uri="{FF2B5EF4-FFF2-40B4-BE49-F238E27FC236}">
                <a16:creationId xmlns:a16="http://schemas.microsoft.com/office/drawing/2014/main" id="{B13CF138-B3EA-45FE-AE45-B024C2D61FCD}"/>
              </a:ext>
            </a:extLst>
          </p:cNvPr>
          <p:cNvSpPr>
            <a:spLocks xmlns:a="http://schemas.openxmlformats.org/drawingml/2006/main" noGrp="1"/>
          </p:cNvSpPr>
          <p:nvPr/>
        </p:nvSpPr>
        <p:spPr>
          <a:xfrm xmlns:a="http://schemas.openxmlformats.org/drawingml/2006/main">
            <a:off x="6394450" y="1910131"/>
            <a:ext cx="4918456" cy="65781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82880" indent="-155194" algn="l">
              <a:lnSpc>
                <a:spcPts val="1680"/>
              </a:lnSpc>
              <a:buSzPct val="100000"/>
              <a:buChar char="•"/>
            </a:pPr>
            <a:r>
              <a:rPr sz="1200">
                <a:solidFill>
                  <a:srgbClr val="292B45"/>
                </a:solidFill>
                <a:latin typeface="Segoe UI"/>
                <a:ea typeface="Segoe UI"/>
                <a:cs typeface="Segoe UI"/>
              </a:rPr>
              <a:t>El nuevo estado de publicación</a:t>
            </a:r>
            <a:endParaRPr sz="1200"/>
          </a:p>
          <a:p xmlns:a="http://schemas.openxmlformats.org/drawingml/2006/main">
            <a:pPr marL="182880" indent="-155194" algn="l">
              <a:lnSpc>
                <a:spcPts val="1680"/>
              </a:lnSpc>
              <a:buSzPct val="100000"/>
              <a:buChar char="•"/>
            </a:pPr>
            <a:r>
              <a:rPr sz="1200">
                <a:solidFill>
                  <a:srgbClr val="292B45"/>
                </a:solidFill>
                <a:latin typeface="Segoe UI"/>
                <a:ea typeface="Segoe UI"/>
                <a:cs typeface="Segoe UI"/>
              </a:rPr>
              <a:t>El cambio en publishedOn</a:t>
            </a:r>
          </a:p>
          <a:p xmlns:a="http://schemas.openxmlformats.org/drawingml/2006/main">
            <a:pPr marL="182880" indent="-155194" algn="l">
              <a:lnSpc>
                <a:spcPts val="1680"/>
              </a:lnSpc>
              <a:buSzPct val="100000"/>
              <a:buChar char="•"/>
            </a:pPr>
            <a:r>
              <a:rPr sz="1200">
                <a:solidFill>
                  <a:srgbClr val="292B45"/>
                </a:solidFill>
                <a:latin typeface="Segoe UI"/>
                <a:ea typeface="Segoe UI"/>
                <a:cs typeface="Segoe UI"/>
              </a:rPr>
              <a:t>Los commits que explican el recorrido</a:t>
            </a:r>
          </a:p>
        </p:txBody>
      </p:sp>
      <p:sp>
        <p:nvSpPr>
          <p:cNvPr id="112" name="Shape 13">
            <a:extLst xmlns:a="http://schemas.openxmlformats.org/drawingml/2006/main">
              <a:ext uri="{FF2B5EF4-FFF2-40B4-BE49-F238E27FC236}">
                <a16:creationId xmlns:a16="http://schemas.microsoft.com/office/drawing/2014/main" id="{1A222835-25DD-486D-B45A-0B9E04EBD696}"/>
              </a:ext>
            </a:extLst>
          </p:cNvPr>
          <p:cNvSpPr>
            <a:spLocks xmlns:a="http://schemas.openxmlformats.org/drawingml/2006/main" noGrp="1"/>
          </p:cNvSpPr>
          <p:nvPr/>
        </p:nvSpPr>
        <p:spPr>
          <a:xfrm xmlns:a="http://schemas.openxmlformats.org/drawingml/2006/main">
            <a:off x="815975" y="3432553"/>
            <a:ext cx="4889500" cy="1020767"/>
          </a:xfrm>
          <a:prstGeom xmlns:a="http://schemas.openxmlformats.org/drawingml/2006/main" prst="roundRect">
            <a:avLst>
              <a:gd name="adj" fmla="val 14453"/>
            </a:avLst>
          </a:prstGeom>
          <a:solidFill xmlns:a="http://schemas.openxmlformats.org/drawingml/2006/main">
            <a:srgbClr val="F2F3F7"/>
          </a:solidFill>
          <a:ln xmlns:a="http://schemas.openxmlformats.org/drawingml/2006/main" w="6350">
            <a:solidFill>
              <a:srgbClr val="D9DBE3">
                <a:alpha val="14000"/>
              </a:srgbClr>
            </a:solidFill>
            <a:prstDash val="solid"/>
          </a:ln>
        </p:spPr>
      </p:sp>
      <p:sp>
        <p:nvSpPr>
          <p:cNvPr id="113" name="Text 14">
            <a:extLst xmlns:a="http://schemas.openxmlformats.org/drawingml/2006/main">
              <a:ext uri="{FF2B5EF4-FFF2-40B4-BE49-F238E27FC236}">
                <a16:creationId xmlns:a16="http://schemas.microsoft.com/office/drawing/2014/main" id="{FBF72B3D-1F5D-4DB2-B8C7-EC8B9CBE1616}"/>
              </a:ext>
            </a:extLst>
          </p:cNvPr>
          <p:cNvSpPr>
            <a:spLocks xmlns:a="http://schemas.openxmlformats.org/drawingml/2006/main" noGrp="1"/>
          </p:cNvSpPr>
          <p:nvPr/>
        </p:nvSpPr>
        <p:spPr>
          <a:xfrm xmlns:a="http://schemas.openxmlformats.org/drawingml/2006/main">
            <a:off x="1022350" y="3636589"/>
            <a:ext cx="4611053"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6B6F86"/>
                </a:solidFill>
                <a:latin typeface="Segoe UI"/>
                <a:ea typeface="Segoe UI"/>
                <a:cs typeface="Segoe UI"/>
              </a:rPr>
              <a:t>Git conserva el cambio</a:t>
            </a:r>
            <a:endParaRPr sz="1200"/>
          </a:p>
        </p:txBody>
      </p:sp>
      <p:sp>
        <p:nvSpPr>
          <p:cNvPr id="114" name="Text 15">
            <a:extLst xmlns:a="http://schemas.openxmlformats.org/drawingml/2006/main">
              <a:ext uri="{FF2B5EF4-FFF2-40B4-BE49-F238E27FC236}">
                <a16:creationId xmlns:a16="http://schemas.microsoft.com/office/drawing/2014/main" id="{8D94CD23-728C-426E-9614-07559F265916}"/>
              </a:ext>
            </a:extLst>
          </p:cNvPr>
          <p:cNvSpPr>
            <a:spLocks xmlns:a="http://schemas.openxmlformats.org/drawingml/2006/main" noGrp="1"/>
          </p:cNvSpPr>
          <p:nvPr/>
        </p:nvSpPr>
        <p:spPr>
          <a:xfrm xmlns:a="http://schemas.openxmlformats.org/drawingml/2006/main">
            <a:off x="1022350" y="3897715"/>
            <a:ext cx="4611053" cy="37668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800"/>
              </a:lnSpc>
              <a:buNone/>
            </a:pPr>
            <a:r>
              <a:rPr sz="2000">
                <a:solidFill>
                  <a:srgbClr val="292B45"/>
                </a:solidFill>
                <a:latin typeface="Consolas"/>
                <a:ea typeface="Consolas"/>
                <a:cs typeface="Consolas"/>
              </a:rPr>
              <a:t>commit: política v2</a:t>
            </a:r>
            <a:endParaRPr sz="2000"/>
          </a:p>
        </p:txBody>
      </p:sp>
      <p:pic>
        <p:nvPicPr>
          <p:cNvPr id="137" name="Image 0"/>
          <p:cNvPicPr>
            <a:picLocks xmlns:a="http://schemas.openxmlformats.org/drawingml/2006/main" noChangeAspect="1"/>
          </p:cNvPicPr>
          <p:nvPr/>
        </p:nvPicPr>
        <p:blipFill>
          <a:blip xmlns:r="http://schemas.openxmlformats.org/officeDocument/2006/relationships" xmlns:a="http://schemas.openxmlformats.org/drawingml/2006/main" r:embed="R90a172abb0fc4862"/>
          <a:srcRect xmlns:a="http://schemas.openxmlformats.org/drawingml/2006/main" l="0" t="0" r="0" b="0"/>
          <a:stretch xmlns:a="http://schemas.openxmlformats.org/drawingml/2006/main"/>
        </p:blipFill>
        <p:spPr>
          <a:xfrm xmlns:a="http://schemas.openxmlformats.org/drawingml/2006/main">
            <a:off x="5911850" y="3867600"/>
            <a:ext cx="351569" cy="150672"/>
          </a:xfrm>
          <a:prstGeom xmlns:a="http://schemas.openxmlformats.org/drawingml/2006/main" prst="rect">
            <a:avLst/>
          </a:prstGeom>
        </p:spPr>
      </p:pic>
      <p:sp>
        <p:nvSpPr>
          <p:cNvPr id="116" name="Shape 16">
            <a:extLst xmlns:a="http://schemas.openxmlformats.org/drawingml/2006/main">
              <a:ext uri="{FF2B5EF4-FFF2-40B4-BE49-F238E27FC236}">
                <a16:creationId xmlns:a16="http://schemas.microsoft.com/office/drawing/2014/main" id="{709A1255-7D12-4B0A-A34B-1F5AD6C3AA34}"/>
              </a:ext>
            </a:extLst>
          </p:cNvPr>
          <p:cNvSpPr>
            <a:spLocks xmlns:a="http://schemas.openxmlformats.org/drawingml/2006/main" noGrp="1"/>
          </p:cNvSpPr>
          <p:nvPr/>
        </p:nvSpPr>
        <p:spPr>
          <a:xfrm xmlns:a="http://schemas.openxmlformats.org/drawingml/2006/main">
            <a:off x="6477000" y="3429414"/>
            <a:ext cx="4895850" cy="1027045"/>
          </a:xfrm>
          <a:prstGeom xmlns:a="http://schemas.openxmlformats.org/drawingml/2006/main" prst="roundRect">
            <a:avLst>
              <a:gd name="adj" fmla="val 14059"/>
            </a:avLst>
          </a:prstGeom>
          <a:solidFill xmlns:a="http://schemas.openxmlformats.org/drawingml/2006/main">
            <a:srgbClr val="FF509F">
              <a:alpha val="18000"/>
            </a:srgbClr>
          </a:solidFill>
          <a:ln xmlns:a="http://schemas.openxmlformats.org/drawingml/2006/main" w="12700">
            <a:solidFill>
              <a:srgbClr val="FF509F"/>
            </a:solidFill>
            <a:prstDash val="solid"/>
          </a:ln>
        </p:spPr>
      </p:sp>
      <p:sp>
        <p:nvSpPr>
          <p:cNvPr id="117" name="Text 17">
            <a:extLst xmlns:a="http://schemas.openxmlformats.org/drawingml/2006/main">
              <a:ext uri="{FF2B5EF4-FFF2-40B4-BE49-F238E27FC236}">
                <a16:creationId xmlns:a16="http://schemas.microsoft.com/office/drawing/2014/main" id="{B1729119-9BBD-473E-ADE3-A39BD89C629D}"/>
              </a:ext>
            </a:extLst>
          </p:cNvPr>
          <p:cNvSpPr>
            <a:spLocks xmlns:a="http://schemas.openxmlformats.org/drawingml/2006/main" noGrp="1"/>
          </p:cNvSpPr>
          <p:nvPr/>
        </p:nvSpPr>
        <p:spPr>
          <a:xfrm xmlns:a="http://schemas.openxmlformats.org/drawingml/2006/main">
            <a:off x="6686550" y="3636589"/>
            <a:ext cx="4611053"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Segoe UI"/>
                <a:ea typeface="Segoe UI"/>
                <a:cs typeface="Segoe UI"/>
              </a:rPr>
              <a:t>Copilot Studio lo publica</a:t>
            </a:r>
            <a:endParaRPr sz="1200"/>
          </a:p>
        </p:txBody>
      </p:sp>
      <p:sp>
        <p:nvSpPr>
          <p:cNvPr id="118" name="Text 18">
            <a:extLst xmlns:a="http://schemas.openxmlformats.org/drawingml/2006/main">
              <a:ext uri="{FF2B5EF4-FFF2-40B4-BE49-F238E27FC236}">
                <a16:creationId xmlns:a16="http://schemas.microsoft.com/office/drawing/2014/main" id="{4CE0A4E2-0BED-4F46-BDAC-0B8A211AEAC9}"/>
              </a:ext>
            </a:extLst>
          </p:cNvPr>
          <p:cNvSpPr>
            <a:spLocks xmlns:a="http://schemas.openxmlformats.org/drawingml/2006/main" noGrp="1"/>
          </p:cNvSpPr>
          <p:nvPr/>
        </p:nvSpPr>
        <p:spPr>
          <a:xfrm xmlns:a="http://schemas.openxmlformats.org/drawingml/2006/main">
            <a:off x="6686550" y="3897715"/>
            <a:ext cx="4611053" cy="37668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800"/>
              </a:lnSpc>
              <a:buNone/>
            </a:pPr>
            <a:r>
              <a:rPr sz="2000" b="1">
                <a:solidFill>
                  <a:srgbClr val="292B45"/>
                </a:solidFill>
                <a:latin typeface="Consolas"/>
                <a:ea typeface="Consolas"/>
                <a:cs typeface="Consolas"/>
              </a:rPr>
              <a:t>publishedOn actualizado</a:t>
            </a:r>
            <a:endParaRPr sz="2000"/>
          </a:p>
        </p:txBody>
      </p:sp>
      <p:sp>
        <p:nvSpPr>
          <p:cNvPr id="119" name="Text 19">
            <a:extLst xmlns:a="http://schemas.openxmlformats.org/drawingml/2006/main">
              <a:ext uri="{FF2B5EF4-FFF2-40B4-BE49-F238E27FC236}">
                <a16:creationId xmlns:a16="http://schemas.microsoft.com/office/drawing/2014/main" id="{1E0CD610-3825-4011-B8D8-DD4ACD9EFEFE}"/>
              </a:ext>
            </a:extLst>
          </p:cNvPr>
          <p:cNvSpPr>
            <a:spLocks xmlns:a="http://schemas.openxmlformats.org/drawingml/2006/main" noGrp="1"/>
          </p:cNvSpPr>
          <p:nvPr/>
        </p:nvSpPr>
        <p:spPr>
          <a:xfrm xmlns:a="http://schemas.openxmlformats.org/drawingml/2006/main">
            <a:off x="812800" y="5813985"/>
            <a:ext cx="10883392"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6B6F86"/>
                </a:solidFill>
                <a:latin typeface="Segoe UI"/>
                <a:ea typeface="Segoe UI"/>
                <a:cs typeface="Segoe UI"/>
              </a:rPr>
              <a:t>Guardar, sincronizar y publicar son acciones distintas. El acceso depende de canales y configuración.</a:t>
            </a:r>
            <a:endParaRPr sz="1200"/>
          </a:p>
        </p:txBody>
      </p:sp>
      <p:sp>
        <p:nvSpPr>
          <p:cNvPr id="120" name="Freeform: Shape 44">
            <a:extLst xmlns:a="http://schemas.openxmlformats.org/drawingml/2006/main">
              <a:ext uri="{FF2B5EF4-FFF2-40B4-BE49-F238E27FC236}">
                <a16:creationId xmlns:a16="http://schemas.microsoft.com/office/drawing/2014/main" id="{641310B7-2D26-4B8E-B802-4AA8EA575187}"/>
              </a:ext>
            </a:extLst>
          </p:cNvPr>
          <p:cNvSpPr>
            <a:spLocks xmlns:a="http://schemas.openxmlformats.org/drawingml/2006/main" noGrp="1"/>
          </p:cNvSpPr>
          <p:nvPr/>
        </p:nvSpPr>
        <p:spPr>
          <a:xfrm xmlns:a="http://schemas.openxmlformats.org/drawingml/2006/main">
            <a:off x="11290000" y="-60000"/>
            <a:ext cx="960000" cy="900000"/>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rgbClr val="FFDA37"/>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21" name="Freeform: Shape 45">
            <a:extLst xmlns:a="http://schemas.openxmlformats.org/drawingml/2006/main">
              <a:ext uri="{FF2B5EF4-FFF2-40B4-BE49-F238E27FC236}">
                <a16:creationId xmlns:a16="http://schemas.microsoft.com/office/drawing/2014/main" id="{D4B55173-D163-4D03-84FE-14105F59E0B0}"/>
              </a:ext>
            </a:extLst>
          </p:cNvPr>
          <p:cNvSpPr>
            <a:spLocks xmlns:a="http://schemas.openxmlformats.org/drawingml/2006/main" noGrp="1"/>
          </p:cNvSpPr>
          <p:nvPr/>
        </p:nvSpPr>
        <p:spPr>
          <a:xfrm xmlns:a="http://schemas.openxmlformats.org/drawingml/2006/main">
            <a:off x="11720000" y="900000"/>
            <a:ext cx="110000" cy="110000"/>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rgbClr val="FFDA37"/>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Tree>
    <p:extLst>
      <p:ext uri="{BB962C8B-B14F-4D97-AF65-F5344CB8AC3E}">
        <p14:creationId xmlns:p14="http://schemas.microsoft.com/office/powerpoint/2010/main" val="130837170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01" name="Text 3">
            <a:extLst xmlns:a="http://schemas.openxmlformats.org/drawingml/2006/main">
              <a:ext uri="{FF2B5EF4-FFF2-40B4-BE49-F238E27FC236}">
                <a16:creationId xmlns:a16="http://schemas.microsoft.com/office/drawing/2014/main" id="{0EE222C1-C12A-48E7-B948-8E5AF0DA197F}"/>
              </a:ext>
            </a:extLst>
          </p:cNvPr>
          <p:cNvSpPr>
            <a:spLocks xmlns:a="http://schemas.openxmlformats.org/drawingml/2006/main" noGrp="1"/>
          </p:cNvSpPr>
          <p:nvPr/>
        </p:nvSpPr>
        <p:spPr>
          <a:xfrm xmlns:a="http://schemas.openxmlformats.org/drawingml/2006/main">
            <a:off x="812800" y="450000"/>
            <a:ext cx="10883392"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spc="200">
                <a:solidFill>
                  <a:srgbClr val="FF509F"/>
                </a:solidFill>
                <a:latin typeface="Segoe UI"/>
                <a:ea typeface="Segoe UI"/>
                <a:cs typeface="Segoe UI"/>
              </a:rPr>
              <a:t>EL REPOSITORIO · LAS PIEZAS DEL AGENTE</a:t>
            </a:r>
            <a:endParaRPr sz="1200"/>
          </a:p>
        </p:txBody>
      </p:sp>
      <p:sp>
        <p:nvSpPr>
          <p:cNvPr id="102" name="Text 4">
            <a:extLst xmlns:a="http://schemas.openxmlformats.org/drawingml/2006/main">
              <a:ext uri="{FF2B5EF4-FFF2-40B4-BE49-F238E27FC236}">
                <a16:creationId xmlns:a16="http://schemas.microsoft.com/office/drawing/2014/main" id="{9AE16896-2AB3-4712-A13E-2BDC9CE251C1}"/>
              </a:ext>
            </a:extLst>
          </p:cNvPr>
          <p:cNvSpPr>
            <a:spLocks xmlns:a="http://schemas.openxmlformats.org/drawingml/2006/main" noGrp="1"/>
          </p:cNvSpPr>
          <p:nvPr/>
        </p:nvSpPr>
        <p:spPr>
          <a:xfrm xmlns:a="http://schemas.openxmlformats.org/drawingml/2006/main">
            <a:off x="812800" y="761350"/>
            <a:ext cx="10883392" cy="48713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311"/>
              </a:lnSpc>
              <a:buNone/>
            </a:pPr>
            <a:r>
              <a:rPr sz="2879" b="1">
                <a:solidFill>
                  <a:srgbClr val="292B45"/>
                </a:solidFill>
                <a:latin typeface="Segoe UI"/>
                <a:ea typeface="Segoe UI"/>
                <a:cs typeface="Segoe UI"/>
              </a:rPr>
              <a:t>El material para construir y mantener Circe</a:t>
            </a:r>
            <a:endParaRPr sz="2879"/>
          </a:p>
        </p:txBody>
      </p:sp>
      <p:sp>
        <p:nvSpPr>
          <p:cNvPr id="103" name="Shape 5">
            <a:extLst xmlns:a="http://schemas.openxmlformats.org/drawingml/2006/main">
              <a:ext uri="{FF2B5EF4-FFF2-40B4-BE49-F238E27FC236}">
                <a16:creationId xmlns:a16="http://schemas.microsoft.com/office/drawing/2014/main" id="{E681E379-1C15-4D97-B752-53E3A210221A}"/>
              </a:ext>
            </a:extLst>
          </p:cNvPr>
          <p:cNvSpPr>
            <a:spLocks xmlns:a="http://schemas.openxmlformats.org/drawingml/2006/main" noGrp="1"/>
          </p:cNvSpPr>
          <p:nvPr/>
        </p:nvSpPr>
        <p:spPr>
          <a:xfrm xmlns:a="http://schemas.openxmlformats.org/drawingml/2006/main">
            <a:off x="815975" y="1477634"/>
            <a:ext cx="2520950" cy="1264237"/>
          </a:xfrm>
          <a:prstGeom xmlns:a="http://schemas.openxmlformats.org/drawingml/2006/main" prst="roundRect">
            <a:avLst>
              <a:gd name="adj" fmla="val 9683"/>
            </a:avLst>
          </a:prstGeom>
          <a:solidFill xmlns:a="http://schemas.openxmlformats.org/drawingml/2006/main">
            <a:srgbClr val="F2F3F7"/>
          </a:solidFill>
          <a:ln xmlns:a="http://schemas.openxmlformats.org/drawingml/2006/main" w="6350">
            <a:solidFill>
              <a:srgbClr val="FF509F">
                <a:alpha val="45000"/>
              </a:srgbClr>
            </a:solidFill>
            <a:prstDash val="solid"/>
          </a:ln>
        </p:spPr>
      </p:sp>
      <p:sp>
        <p:nvSpPr>
          <p:cNvPr id="104" name="Text 6">
            <a:extLst xmlns:a="http://schemas.openxmlformats.org/drawingml/2006/main">
              <a:ext uri="{FF2B5EF4-FFF2-40B4-BE49-F238E27FC236}">
                <a16:creationId xmlns:a16="http://schemas.microsoft.com/office/drawing/2014/main" id="{6B6911D3-AE02-4964-AB89-53D0FFD649EC}"/>
              </a:ext>
            </a:extLst>
          </p:cNvPr>
          <p:cNvSpPr>
            <a:spLocks xmlns:a="http://schemas.openxmlformats.org/drawingml/2006/main" noGrp="1"/>
          </p:cNvSpPr>
          <p:nvPr/>
        </p:nvSpPr>
        <p:spPr>
          <a:xfrm xmlns:a="http://schemas.openxmlformats.org/drawingml/2006/main">
            <a:off x="996950" y="1656558"/>
            <a:ext cx="2223770"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a:solidFill>
                  <a:srgbClr val="FF509F"/>
                </a:solidFill>
                <a:latin typeface="Consolas"/>
                <a:ea typeface="Consolas"/>
                <a:cs typeface="Consolas"/>
              </a:rPr>
              <a:t>CLAUDE.md</a:t>
            </a:r>
            <a:endParaRPr sz="1200"/>
          </a:p>
        </p:txBody>
      </p:sp>
      <p:sp>
        <p:nvSpPr>
          <p:cNvPr id="105" name="Text 7">
            <a:extLst xmlns:a="http://schemas.openxmlformats.org/drawingml/2006/main">
              <a:ext uri="{FF2B5EF4-FFF2-40B4-BE49-F238E27FC236}">
                <a16:creationId xmlns:a16="http://schemas.microsoft.com/office/drawing/2014/main" id="{E72DF9C6-4ED9-48D0-91A0-F5353ED976E0}"/>
              </a:ext>
            </a:extLst>
          </p:cNvPr>
          <p:cNvSpPr>
            <a:spLocks xmlns:a="http://schemas.openxmlformats.org/drawingml/2006/main" noGrp="1"/>
          </p:cNvSpPr>
          <p:nvPr/>
        </p:nvSpPr>
        <p:spPr>
          <a:xfrm xmlns:a="http://schemas.openxmlformats.org/drawingml/2006/main">
            <a:off x="996950" y="1930241"/>
            <a:ext cx="2223770" cy="65781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27"/>
              </a:lnSpc>
              <a:buNone/>
            </a:pPr>
            <a:r>
              <a:rPr sz="1019">
                <a:solidFill>
                  <a:srgbClr val="292B45"/>
                </a:solidFill>
                <a:latin typeface="Segoe UI"/>
                <a:ea typeface="Segoe UI"/>
                <a:cs typeface="Segoe UI"/>
              </a:rPr>
              <a:t>Las reglas: nada toca el tenant sin OK, no inventes YAML, el cálculo lo hace el script</a:t>
            </a:r>
            <a:endParaRPr sz="1019"/>
          </a:p>
        </p:txBody>
      </p:sp>
      <p:sp>
        <p:nvSpPr>
          <p:cNvPr id="106" name="Shape 8">
            <a:extLst xmlns:a="http://schemas.openxmlformats.org/drawingml/2006/main">
              <a:ext uri="{FF2B5EF4-FFF2-40B4-BE49-F238E27FC236}">
                <a16:creationId xmlns:a16="http://schemas.microsoft.com/office/drawing/2014/main" id="{7F86C7A4-AEF6-4818-AD99-519B552E18B1}"/>
              </a:ext>
            </a:extLst>
          </p:cNvPr>
          <p:cNvSpPr>
            <a:spLocks xmlns:a="http://schemas.openxmlformats.org/drawingml/2006/main" noGrp="1"/>
          </p:cNvSpPr>
          <p:nvPr/>
        </p:nvSpPr>
        <p:spPr>
          <a:xfrm xmlns:a="http://schemas.openxmlformats.org/drawingml/2006/main">
            <a:off x="3495675" y="1477634"/>
            <a:ext cx="2520950" cy="1264237"/>
          </a:xfrm>
          <a:prstGeom xmlns:a="http://schemas.openxmlformats.org/drawingml/2006/main" prst="roundRect">
            <a:avLst>
              <a:gd name="adj" fmla="val 9683"/>
            </a:avLst>
          </a:prstGeom>
          <a:solidFill xmlns:a="http://schemas.openxmlformats.org/drawingml/2006/main">
            <a:srgbClr val="F2F3F7"/>
          </a:solidFill>
          <a:ln xmlns:a="http://schemas.openxmlformats.org/drawingml/2006/main" w="6350">
            <a:solidFill>
              <a:srgbClr val="119F9A">
                <a:alpha val="45000"/>
              </a:srgbClr>
            </a:solidFill>
            <a:prstDash val="solid"/>
          </a:ln>
        </p:spPr>
      </p:sp>
      <p:sp>
        <p:nvSpPr>
          <p:cNvPr id="107" name="Text 9">
            <a:extLst xmlns:a="http://schemas.openxmlformats.org/drawingml/2006/main">
              <a:ext uri="{FF2B5EF4-FFF2-40B4-BE49-F238E27FC236}">
                <a16:creationId xmlns:a16="http://schemas.microsoft.com/office/drawing/2014/main" id="{29D4E6F8-78B5-4155-88EA-06B525E14220}"/>
              </a:ext>
            </a:extLst>
          </p:cNvPr>
          <p:cNvSpPr>
            <a:spLocks xmlns:a="http://schemas.openxmlformats.org/drawingml/2006/main" noGrp="1"/>
          </p:cNvSpPr>
          <p:nvPr/>
        </p:nvSpPr>
        <p:spPr>
          <a:xfrm xmlns:a="http://schemas.openxmlformats.org/drawingml/2006/main">
            <a:off x="3676650" y="1656558"/>
            <a:ext cx="2223770"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a:solidFill>
                  <a:srgbClr val="119F9A"/>
                </a:solidFill>
                <a:latin typeface="Consolas"/>
                <a:ea typeface="Consolas"/>
                <a:cs typeface="Consolas"/>
              </a:rPr>
              <a:t>demo/agent</a:t>
            </a:r>
            <a:endParaRPr sz="1200"/>
          </a:p>
        </p:txBody>
      </p:sp>
      <p:sp>
        <p:nvSpPr>
          <p:cNvPr id="108" name="Text 10">
            <a:extLst xmlns:a="http://schemas.openxmlformats.org/drawingml/2006/main">
              <a:ext uri="{FF2B5EF4-FFF2-40B4-BE49-F238E27FC236}">
                <a16:creationId xmlns:a16="http://schemas.microsoft.com/office/drawing/2014/main" id="{92FB282F-7848-436E-B7B3-920336B64798}"/>
              </a:ext>
            </a:extLst>
          </p:cNvPr>
          <p:cNvSpPr>
            <a:spLocks xmlns:a="http://schemas.openxmlformats.org/drawingml/2006/main" noGrp="1"/>
          </p:cNvSpPr>
          <p:nvPr/>
        </p:nvSpPr>
        <p:spPr>
          <a:xfrm xmlns:a="http://schemas.openxmlformats.org/drawingml/2006/main">
            <a:off x="3676650" y="1930241"/>
            <a:ext cx="2223770" cy="44691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Segoe UI"/>
                <a:ea typeface="Segoe UI"/>
                <a:cs typeface="Segoe UI"/>
              </a:rPr>
              <a:t>Quién es Circe: sus instrucciones</a:t>
            </a:r>
            <a:endParaRPr sz="1200"/>
          </a:p>
        </p:txBody>
      </p:sp>
      <p:sp>
        <p:nvSpPr>
          <p:cNvPr id="109" name="Shape 11">
            <a:extLst xmlns:a="http://schemas.openxmlformats.org/drawingml/2006/main">
              <a:ext uri="{FF2B5EF4-FFF2-40B4-BE49-F238E27FC236}">
                <a16:creationId xmlns:a16="http://schemas.microsoft.com/office/drawing/2014/main" id="{2CD75C2A-23CB-4B6D-AF3D-89366EA85176}"/>
              </a:ext>
            </a:extLst>
          </p:cNvPr>
          <p:cNvSpPr>
            <a:spLocks xmlns:a="http://schemas.openxmlformats.org/drawingml/2006/main" noGrp="1"/>
          </p:cNvSpPr>
          <p:nvPr/>
        </p:nvSpPr>
        <p:spPr>
          <a:xfrm xmlns:a="http://schemas.openxmlformats.org/drawingml/2006/main">
            <a:off x="6175375" y="1477634"/>
            <a:ext cx="2520950" cy="1264237"/>
          </a:xfrm>
          <a:prstGeom xmlns:a="http://schemas.openxmlformats.org/drawingml/2006/main" prst="roundRect">
            <a:avLst>
              <a:gd name="adj" fmla="val 9683"/>
            </a:avLst>
          </a:prstGeom>
          <a:solidFill xmlns:a="http://schemas.openxmlformats.org/drawingml/2006/main">
            <a:srgbClr val="F2F3F7"/>
          </a:solidFill>
          <a:ln xmlns:a="http://schemas.openxmlformats.org/drawingml/2006/main" w="6350">
            <a:solidFill>
              <a:srgbClr val="119F9A">
                <a:alpha val="45000"/>
              </a:srgbClr>
            </a:solidFill>
            <a:prstDash val="solid"/>
          </a:ln>
        </p:spPr>
      </p:sp>
      <p:sp>
        <p:nvSpPr>
          <p:cNvPr id="110" name="Text 12">
            <a:extLst xmlns:a="http://schemas.openxmlformats.org/drawingml/2006/main">
              <a:ext uri="{FF2B5EF4-FFF2-40B4-BE49-F238E27FC236}">
                <a16:creationId xmlns:a16="http://schemas.microsoft.com/office/drawing/2014/main" id="{A708F0B6-DDB9-481A-9099-EC4D183023FA}"/>
              </a:ext>
            </a:extLst>
          </p:cNvPr>
          <p:cNvSpPr>
            <a:spLocks xmlns:a="http://schemas.openxmlformats.org/drawingml/2006/main" noGrp="1"/>
          </p:cNvSpPr>
          <p:nvPr/>
        </p:nvSpPr>
        <p:spPr>
          <a:xfrm xmlns:a="http://schemas.openxmlformats.org/drawingml/2006/main">
            <a:off x="6356350" y="1656558"/>
            <a:ext cx="2223770"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a:solidFill>
                  <a:srgbClr val="119F9A"/>
                </a:solidFill>
                <a:latin typeface="Consolas"/>
                <a:ea typeface="Consolas"/>
                <a:cs typeface="Consolas"/>
              </a:rPr>
              <a:t>demo/data</a:t>
            </a:r>
            <a:endParaRPr sz="1200"/>
          </a:p>
        </p:txBody>
      </p:sp>
      <p:sp>
        <p:nvSpPr>
          <p:cNvPr id="111" name="Text 13">
            <a:extLst xmlns:a="http://schemas.openxmlformats.org/drawingml/2006/main">
              <a:ext uri="{FF2B5EF4-FFF2-40B4-BE49-F238E27FC236}">
                <a16:creationId xmlns:a16="http://schemas.microsoft.com/office/drawing/2014/main" id="{254D3790-9608-4F5C-8592-2C8232ECF60B}"/>
              </a:ext>
            </a:extLst>
          </p:cNvPr>
          <p:cNvSpPr>
            <a:spLocks xmlns:a="http://schemas.openxmlformats.org/drawingml/2006/main" noGrp="1"/>
          </p:cNvSpPr>
          <p:nvPr/>
        </p:nvSpPr>
        <p:spPr>
          <a:xfrm xmlns:a="http://schemas.openxmlformats.org/drawingml/2006/main">
            <a:off x="6356350" y="1930241"/>
            <a:ext cx="2223770" cy="44691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Segoe UI"/>
                <a:ea typeface="Segoe UI"/>
                <a:cs typeface="Segoe UI"/>
              </a:rPr>
              <a:t>Política v1 y v2, inventario ficticio</a:t>
            </a:r>
            <a:endParaRPr sz="1200"/>
          </a:p>
        </p:txBody>
      </p:sp>
      <p:sp>
        <p:nvSpPr>
          <p:cNvPr id="112" name="Shape 14">
            <a:extLst xmlns:a="http://schemas.openxmlformats.org/drawingml/2006/main">
              <a:ext uri="{FF2B5EF4-FFF2-40B4-BE49-F238E27FC236}">
                <a16:creationId xmlns:a16="http://schemas.microsoft.com/office/drawing/2014/main" id="{6B1669CE-E055-438D-9732-85A28C74EA40}"/>
              </a:ext>
            </a:extLst>
          </p:cNvPr>
          <p:cNvSpPr>
            <a:spLocks xmlns:a="http://schemas.openxmlformats.org/drawingml/2006/main" noGrp="1"/>
          </p:cNvSpPr>
          <p:nvPr/>
        </p:nvSpPr>
        <p:spPr>
          <a:xfrm xmlns:a="http://schemas.openxmlformats.org/drawingml/2006/main">
            <a:off x="8855075" y="1477634"/>
            <a:ext cx="2520950" cy="1264237"/>
          </a:xfrm>
          <a:prstGeom xmlns:a="http://schemas.openxmlformats.org/drawingml/2006/main" prst="roundRect">
            <a:avLst>
              <a:gd name="adj" fmla="val 9683"/>
            </a:avLst>
          </a:prstGeom>
          <a:solidFill xmlns:a="http://schemas.openxmlformats.org/drawingml/2006/main">
            <a:srgbClr val="F2F3F7"/>
          </a:solidFill>
          <a:ln xmlns:a="http://schemas.openxmlformats.org/drawingml/2006/main" w="6350">
            <a:solidFill>
              <a:srgbClr val="119F9A">
                <a:alpha val="45000"/>
              </a:srgbClr>
            </a:solidFill>
            <a:prstDash val="solid"/>
          </a:ln>
        </p:spPr>
      </p:sp>
      <p:sp>
        <p:nvSpPr>
          <p:cNvPr id="113" name="Text 15">
            <a:extLst xmlns:a="http://schemas.openxmlformats.org/drawingml/2006/main">
              <a:ext uri="{FF2B5EF4-FFF2-40B4-BE49-F238E27FC236}">
                <a16:creationId xmlns:a16="http://schemas.microsoft.com/office/drawing/2014/main" id="{38016CAF-2855-4C45-AD2E-B29E29E96E5D}"/>
              </a:ext>
            </a:extLst>
          </p:cNvPr>
          <p:cNvSpPr>
            <a:spLocks xmlns:a="http://schemas.openxmlformats.org/drawingml/2006/main" noGrp="1"/>
          </p:cNvSpPr>
          <p:nvPr/>
        </p:nvSpPr>
        <p:spPr>
          <a:xfrm xmlns:a="http://schemas.openxmlformats.org/drawingml/2006/main">
            <a:off x="9036050" y="1656558"/>
            <a:ext cx="2223770"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a:solidFill>
                  <a:srgbClr val="119F9A"/>
                </a:solidFill>
                <a:latin typeface="Consolas"/>
                <a:ea typeface="Consolas"/>
                <a:cs typeface="Consolas"/>
              </a:rPr>
              <a:t>demo/skills</a:t>
            </a:r>
            <a:endParaRPr sz="1200"/>
          </a:p>
        </p:txBody>
      </p:sp>
      <p:sp>
        <p:nvSpPr>
          <p:cNvPr id="114" name="Text 16">
            <a:extLst xmlns:a="http://schemas.openxmlformats.org/drawingml/2006/main">
              <a:ext uri="{FF2B5EF4-FFF2-40B4-BE49-F238E27FC236}">
                <a16:creationId xmlns:a16="http://schemas.microsoft.com/office/drawing/2014/main" id="{400832BA-0823-4B7E-99C8-DF1B25FEE11B}"/>
              </a:ext>
            </a:extLst>
          </p:cNvPr>
          <p:cNvSpPr>
            <a:spLocks xmlns:a="http://schemas.openxmlformats.org/drawingml/2006/main" noGrp="1"/>
          </p:cNvSpPr>
          <p:nvPr/>
        </p:nvSpPr>
        <p:spPr>
          <a:xfrm xmlns:a="http://schemas.openxmlformats.org/drawingml/2006/main">
            <a:off x="9036050" y="1930241"/>
            <a:ext cx="2223770" cy="44691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Segoe UI"/>
                <a:ea typeface="Segoe UI"/>
                <a:cs typeface="Segoe UI"/>
              </a:rPr>
              <a:t>circe-reposicion: SKILL.md y replenishment.py</a:t>
            </a:r>
            <a:endParaRPr sz="1200"/>
          </a:p>
        </p:txBody>
      </p:sp>
      <p:sp>
        <p:nvSpPr>
          <p:cNvPr id="115" name="Shape 17">
            <a:extLst xmlns:a="http://schemas.openxmlformats.org/drawingml/2006/main">
              <a:ext uri="{FF2B5EF4-FFF2-40B4-BE49-F238E27FC236}">
                <a16:creationId xmlns:a16="http://schemas.microsoft.com/office/drawing/2014/main" id="{EB0F0FE7-2B80-4C65-96E9-FEDDA724C560}"/>
              </a:ext>
            </a:extLst>
          </p:cNvPr>
          <p:cNvSpPr>
            <a:spLocks xmlns:a="http://schemas.openxmlformats.org/drawingml/2006/main" noGrp="1"/>
          </p:cNvSpPr>
          <p:nvPr/>
        </p:nvSpPr>
        <p:spPr>
          <a:xfrm xmlns:a="http://schemas.openxmlformats.org/drawingml/2006/main">
            <a:off x="815975" y="2898822"/>
            <a:ext cx="2520950" cy="1053335"/>
          </a:xfrm>
          <a:prstGeom xmlns:a="http://schemas.openxmlformats.org/drawingml/2006/main" prst="roundRect">
            <a:avLst>
              <a:gd name="adj" fmla="val 11622"/>
            </a:avLst>
          </a:prstGeom>
          <a:solidFill xmlns:a="http://schemas.openxmlformats.org/drawingml/2006/main">
            <a:srgbClr val="F2F3F7"/>
          </a:solidFill>
          <a:ln xmlns:a="http://schemas.openxmlformats.org/drawingml/2006/main" w="6350">
            <a:solidFill>
              <a:srgbClr val="FFDA37">
                <a:alpha val="45000"/>
              </a:srgbClr>
            </a:solidFill>
            <a:prstDash val="solid"/>
          </a:ln>
        </p:spPr>
      </p:sp>
      <p:sp>
        <p:nvSpPr>
          <p:cNvPr id="116" name="Text 18">
            <a:extLst xmlns:a="http://schemas.openxmlformats.org/drawingml/2006/main">
              <a:ext uri="{FF2B5EF4-FFF2-40B4-BE49-F238E27FC236}">
                <a16:creationId xmlns:a16="http://schemas.microsoft.com/office/drawing/2014/main" id="{8306C684-5D73-48D0-8C64-B18B96AB6BEF}"/>
              </a:ext>
            </a:extLst>
          </p:cNvPr>
          <p:cNvSpPr>
            <a:spLocks xmlns:a="http://schemas.openxmlformats.org/drawingml/2006/main" noGrp="1"/>
          </p:cNvSpPr>
          <p:nvPr/>
        </p:nvSpPr>
        <p:spPr>
          <a:xfrm xmlns:a="http://schemas.openxmlformats.org/drawingml/2006/main">
            <a:off x="996950" y="3077746"/>
            <a:ext cx="2223770"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a:solidFill>
                  <a:srgbClr val="292B45"/>
                </a:solidFill>
                <a:latin typeface="Consolas"/>
                <a:ea typeface="Consolas"/>
                <a:cs typeface="Consolas"/>
              </a:rPr>
              <a:t>tests</a:t>
            </a:r>
            <a:endParaRPr sz="1200"/>
          </a:p>
        </p:txBody>
      </p:sp>
      <p:sp>
        <p:nvSpPr>
          <p:cNvPr id="117" name="Text 19">
            <a:extLst xmlns:a="http://schemas.openxmlformats.org/drawingml/2006/main">
              <a:ext uri="{FF2B5EF4-FFF2-40B4-BE49-F238E27FC236}">
                <a16:creationId xmlns:a16="http://schemas.microsoft.com/office/drawing/2014/main" id="{0FC87206-B1BC-417E-A70A-E1B4426F7D2A}"/>
              </a:ext>
            </a:extLst>
          </p:cNvPr>
          <p:cNvSpPr>
            <a:spLocks xmlns:a="http://schemas.openxmlformats.org/drawingml/2006/main" noGrp="1"/>
          </p:cNvSpPr>
          <p:nvPr/>
        </p:nvSpPr>
        <p:spPr>
          <a:xfrm xmlns:a="http://schemas.openxmlformats.org/drawingml/2006/main">
            <a:off x="996950" y="3351429"/>
            <a:ext cx="2223770"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Segoe UI"/>
                <a:ea typeface="Segoe UI"/>
                <a:cs typeface="Segoe UI"/>
              </a:rPr>
              <a:t>Reglas y casos límite del cálculo</a:t>
            </a:r>
            <a:endParaRPr sz="1200"/>
          </a:p>
        </p:txBody>
      </p:sp>
      <p:sp>
        <p:nvSpPr>
          <p:cNvPr id="118" name="Shape 20">
            <a:extLst xmlns:a="http://schemas.openxmlformats.org/drawingml/2006/main">
              <a:ext uri="{FF2B5EF4-FFF2-40B4-BE49-F238E27FC236}">
                <a16:creationId xmlns:a16="http://schemas.microsoft.com/office/drawing/2014/main" id="{AAFB09D3-D5AB-4896-B696-EC8880EBA56F}"/>
              </a:ext>
            </a:extLst>
          </p:cNvPr>
          <p:cNvSpPr>
            <a:spLocks xmlns:a="http://schemas.openxmlformats.org/drawingml/2006/main" noGrp="1"/>
          </p:cNvSpPr>
          <p:nvPr/>
        </p:nvSpPr>
        <p:spPr>
          <a:xfrm xmlns:a="http://schemas.openxmlformats.org/drawingml/2006/main">
            <a:off x="3495675" y="2898822"/>
            <a:ext cx="2520950" cy="1053335"/>
          </a:xfrm>
          <a:prstGeom xmlns:a="http://schemas.openxmlformats.org/drawingml/2006/main" prst="roundRect">
            <a:avLst>
              <a:gd name="adj" fmla="val 11622"/>
            </a:avLst>
          </a:prstGeom>
          <a:solidFill xmlns:a="http://schemas.openxmlformats.org/drawingml/2006/main">
            <a:srgbClr val="F2F3F7"/>
          </a:solidFill>
          <a:ln xmlns:a="http://schemas.openxmlformats.org/drawingml/2006/main" w="6350">
            <a:solidFill>
              <a:srgbClr val="FFDA37">
                <a:alpha val="45000"/>
              </a:srgbClr>
            </a:solidFill>
            <a:prstDash val="solid"/>
          </a:ln>
        </p:spPr>
      </p:sp>
      <p:sp>
        <p:nvSpPr>
          <p:cNvPr id="119" name="Text 21">
            <a:extLst xmlns:a="http://schemas.openxmlformats.org/drawingml/2006/main">
              <a:ext uri="{FF2B5EF4-FFF2-40B4-BE49-F238E27FC236}">
                <a16:creationId xmlns:a16="http://schemas.microsoft.com/office/drawing/2014/main" id="{EB2668FC-E611-4D62-A2E7-3FDCDC3BD5FD}"/>
              </a:ext>
            </a:extLst>
          </p:cNvPr>
          <p:cNvSpPr>
            <a:spLocks xmlns:a="http://schemas.openxmlformats.org/drawingml/2006/main" noGrp="1"/>
          </p:cNvSpPr>
          <p:nvPr/>
        </p:nvSpPr>
        <p:spPr>
          <a:xfrm xmlns:a="http://schemas.openxmlformats.org/drawingml/2006/main">
            <a:off x="3676650" y="3077746"/>
            <a:ext cx="2223770"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a:solidFill>
                  <a:srgbClr val="292B45"/>
                </a:solidFill>
                <a:latin typeface="Consolas"/>
                <a:ea typeface="Consolas"/>
                <a:cs typeface="Consolas"/>
              </a:rPr>
              <a:t>scripts</a:t>
            </a:r>
            <a:endParaRPr sz="1200"/>
          </a:p>
        </p:txBody>
      </p:sp>
      <p:sp>
        <p:nvSpPr>
          <p:cNvPr id="120" name="Text 22">
            <a:extLst xmlns:a="http://schemas.openxmlformats.org/drawingml/2006/main">
              <a:ext uri="{FF2B5EF4-FFF2-40B4-BE49-F238E27FC236}">
                <a16:creationId xmlns:a16="http://schemas.microsoft.com/office/drawing/2014/main" id="{080607DC-75A8-4108-8366-937E9C42A6CD}"/>
              </a:ext>
            </a:extLst>
          </p:cNvPr>
          <p:cNvSpPr>
            <a:spLocks xmlns:a="http://schemas.openxmlformats.org/drawingml/2006/main" noGrp="1"/>
          </p:cNvSpPr>
          <p:nvPr/>
        </p:nvSpPr>
        <p:spPr>
          <a:xfrm xmlns:a="http://schemas.openxmlformats.org/drawingml/2006/main">
            <a:off x="3676650" y="3351429"/>
            <a:ext cx="2223770" cy="44691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43"/>
              </a:lnSpc>
              <a:buNone/>
            </a:pPr>
            <a:r>
              <a:rPr sz="959">
                <a:solidFill>
                  <a:srgbClr val="292B45"/>
                </a:solidFill>
                <a:latin typeface="Segoe UI"/>
                <a:ea typeface="Segoe UI"/>
                <a:cs typeface="Segoe UI"/>
              </a:rPr>
              <a:t>New-Circe.ps1 crea el agente; build-kit.py valida y empaqueta</a:t>
            </a:r>
            <a:endParaRPr sz="959"/>
          </a:p>
        </p:txBody>
      </p:sp>
      <p:sp>
        <p:nvSpPr>
          <p:cNvPr id="121" name="Shape 23">
            <a:extLst xmlns:a="http://schemas.openxmlformats.org/drawingml/2006/main">
              <a:ext uri="{FF2B5EF4-FFF2-40B4-BE49-F238E27FC236}">
                <a16:creationId xmlns:a16="http://schemas.microsoft.com/office/drawing/2014/main" id="{3CB1F718-482B-4649-A049-32A6308C5A90}"/>
              </a:ext>
            </a:extLst>
          </p:cNvPr>
          <p:cNvSpPr>
            <a:spLocks xmlns:a="http://schemas.openxmlformats.org/drawingml/2006/main" noGrp="1"/>
          </p:cNvSpPr>
          <p:nvPr/>
        </p:nvSpPr>
        <p:spPr>
          <a:xfrm xmlns:a="http://schemas.openxmlformats.org/drawingml/2006/main">
            <a:off x="6175375" y="2898822"/>
            <a:ext cx="2520950" cy="1053335"/>
          </a:xfrm>
          <a:prstGeom xmlns:a="http://schemas.openxmlformats.org/drawingml/2006/main" prst="roundRect">
            <a:avLst>
              <a:gd name="adj" fmla="val 11622"/>
            </a:avLst>
          </a:prstGeom>
          <a:solidFill xmlns:a="http://schemas.openxmlformats.org/drawingml/2006/main">
            <a:srgbClr val="F2F3F7"/>
          </a:solidFill>
          <a:ln xmlns:a="http://schemas.openxmlformats.org/drawingml/2006/main" w="6350">
            <a:solidFill>
              <a:srgbClr val="FFDA37">
                <a:alpha val="45000"/>
              </a:srgbClr>
            </a:solidFill>
            <a:prstDash val="solid"/>
          </a:ln>
        </p:spPr>
      </p:sp>
      <p:sp>
        <p:nvSpPr>
          <p:cNvPr id="122" name="Text 24">
            <a:extLst xmlns:a="http://schemas.openxmlformats.org/drawingml/2006/main">
              <a:ext uri="{FF2B5EF4-FFF2-40B4-BE49-F238E27FC236}">
                <a16:creationId xmlns:a16="http://schemas.microsoft.com/office/drawing/2014/main" id="{CD729845-42D2-46FA-9490-8EFFFD846F05}"/>
              </a:ext>
            </a:extLst>
          </p:cNvPr>
          <p:cNvSpPr>
            <a:spLocks xmlns:a="http://schemas.openxmlformats.org/drawingml/2006/main" noGrp="1"/>
          </p:cNvSpPr>
          <p:nvPr/>
        </p:nvSpPr>
        <p:spPr>
          <a:xfrm xmlns:a="http://schemas.openxmlformats.org/drawingml/2006/main">
            <a:off x="6356350" y="3077746"/>
            <a:ext cx="2223770"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a:solidFill>
                  <a:srgbClr val="292B45"/>
                </a:solidFill>
                <a:latin typeface="Consolas"/>
                <a:ea typeface="Consolas"/>
                <a:cs typeface="Consolas"/>
              </a:rPr>
              <a:t>.claude/commands</a:t>
            </a:r>
            <a:endParaRPr sz="1200"/>
          </a:p>
        </p:txBody>
      </p:sp>
      <p:sp>
        <p:nvSpPr>
          <p:cNvPr id="123" name="Text 25">
            <a:extLst xmlns:a="http://schemas.openxmlformats.org/drawingml/2006/main">
              <a:ext uri="{FF2B5EF4-FFF2-40B4-BE49-F238E27FC236}">
                <a16:creationId xmlns:a16="http://schemas.microsoft.com/office/drawing/2014/main" id="{A2187A89-EE4D-4AF3-9506-E012EB936945}"/>
              </a:ext>
            </a:extLst>
          </p:cNvPr>
          <p:cNvSpPr>
            <a:spLocks xmlns:a="http://schemas.openxmlformats.org/drawingml/2006/main" noGrp="1"/>
          </p:cNvSpPr>
          <p:nvPr/>
        </p:nvSpPr>
        <p:spPr>
          <a:xfrm xmlns:a="http://schemas.openxmlformats.org/drawingml/2006/main">
            <a:off x="6356350" y="3351429"/>
            <a:ext cx="2223770" cy="44691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Segoe UI"/>
                <a:ea typeface="Segoe UI"/>
                <a:cs typeface="Segoe UI"/>
              </a:rPr>
              <a:t>Prompts guardados para cada paso</a:t>
            </a:r>
            <a:endParaRPr sz="1200"/>
          </a:p>
        </p:txBody>
      </p:sp>
      <p:sp>
        <p:nvSpPr>
          <p:cNvPr id="124" name="Shape 26">
            <a:extLst xmlns:a="http://schemas.openxmlformats.org/drawingml/2006/main">
              <a:ext uri="{FF2B5EF4-FFF2-40B4-BE49-F238E27FC236}">
                <a16:creationId xmlns:a16="http://schemas.microsoft.com/office/drawing/2014/main" id="{B4E91F6F-5884-475E-9A22-3E223439C04B}"/>
              </a:ext>
            </a:extLst>
          </p:cNvPr>
          <p:cNvSpPr>
            <a:spLocks xmlns:a="http://schemas.openxmlformats.org/drawingml/2006/main" noGrp="1"/>
          </p:cNvSpPr>
          <p:nvPr/>
        </p:nvSpPr>
        <p:spPr>
          <a:xfrm xmlns:a="http://schemas.openxmlformats.org/drawingml/2006/main">
            <a:off x="8855075" y="2898822"/>
            <a:ext cx="2520950" cy="1053335"/>
          </a:xfrm>
          <a:prstGeom xmlns:a="http://schemas.openxmlformats.org/drawingml/2006/main" prst="roundRect">
            <a:avLst>
              <a:gd name="adj" fmla="val 11622"/>
            </a:avLst>
          </a:prstGeom>
          <a:solidFill xmlns:a="http://schemas.openxmlformats.org/drawingml/2006/main">
            <a:srgbClr val="F2F3F7"/>
          </a:solidFill>
          <a:ln xmlns:a="http://schemas.openxmlformats.org/drawingml/2006/main" w="6350">
            <a:solidFill>
              <a:srgbClr val="FF509F">
                <a:alpha val="45000"/>
              </a:srgbClr>
            </a:solidFill>
            <a:prstDash val="solid"/>
          </a:ln>
        </p:spPr>
      </p:sp>
      <p:sp>
        <p:nvSpPr>
          <p:cNvPr id="125" name="Text 27">
            <a:extLst xmlns:a="http://schemas.openxmlformats.org/drawingml/2006/main">
              <a:ext uri="{FF2B5EF4-FFF2-40B4-BE49-F238E27FC236}">
                <a16:creationId xmlns:a16="http://schemas.microsoft.com/office/drawing/2014/main" id="{63690B09-36D9-4D4F-B55D-E799723AB78C}"/>
              </a:ext>
            </a:extLst>
          </p:cNvPr>
          <p:cNvSpPr>
            <a:spLocks xmlns:a="http://schemas.openxmlformats.org/drawingml/2006/main" noGrp="1"/>
          </p:cNvSpPr>
          <p:nvPr/>
        </p:nvSpPr>
        <p:spPr>
          <a:xfrm xmlns:a="http://schemas.openxmlformats.org/drawingml/2006/main">
            <a:off x="9036050" y="3077746"/>
            <a:ext cx="2223770"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a:solidFill>
                  <a:srgbClr val="FF509F"/>
                </a:solidFill>
                <a:latin typeface="Consolas"/>
                <a:ea typeface="Consolas"/>
                <a:cs typeface="Consolas"/>
              </a:rPr>
              <a:t>.claude/settings.json</a:t>
            </a:r>
            <a:endParaRPr sz="1200"/>
          </a:p>
        </p:txBody>
      </p:sp>
      <p:sp>
        <p:nvSpPr>
          <p:cNvPr id="126" name="Text 28">
            <a:extLst xmlns:a="http://schemas.openxmlformats.org/drawingml/2006/main">
              <a:ext uri="{FF2B5EF4-FFF2-40B4-BE49-F238E27FC236}">
                <a16:creationId xmlns:a16="http://schemas.microsoft.com/office/drawing/2014/main" id="{B5CAECF7-0610-4A1F-BFDB-13619F3AD0DA}"/>
              </a:ext>
            </a:extLst>
          </p:cNvPr>
          <p:cNvSpPr>
            <a:spLocks xmlns:a="http://schemas.openxmlformats.org/drawingml/2006/main" noGrp="1"/>
          </p:cNvSpPr>
          <p:nvPr/>
        </p:nvSpPr>
        <p:spPr>
          <a:xfrm xmlns:a="http://schemas.openxmlformats.org/drawingml/2006/main">
            <a:off x="9036050" y="3351429"/>
            <a:ext cx="2223770" cy="44691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Segoe UI"/>
                <a:ea typeface="Segoe UI"/>
                <a:cs typeface="Segoe UI"/>
              </a:rPr>
              <a:t>Permisos: lo local, solo; el tenant, con OK</a:t>
            </a:r>
            <a:endParaRPr sz="1200"/>
          </a:p>
        </p:txBody>
      </p:sp>
      <p:sp>
        <p:nvSpPr>
          <p:cNvPr id="127" name="Text 29">
            <a:extLst xmlns:a="http://schemas.openxmlformats.org/drawingml/2006/main">
              <a:ext uri="{FF2B5EF4-FFF2-40B4-BE49-F238E27FC236}">
                <a16:creationId xmlns:a16="http://schemas.microsoft.com/office/drawing/2014/main" id="{4B03F4AD-C47B-41BC-A584-0615BE331CDB}"/>
              </a:ext>
            </a:extLst>
          </p:cNvPr>
          <p:cNvSpPr>
            <a:spLocks xmlns:a="http://schemas.openxmlformats.org/drawingml/2006/main" noGrp="1"/>
          </p:cNvSpPr>
          <p:nvPr/>
        </p:nvSpPr>
        <p:spPr>
          <a:xfrm xmlns:a="http://schemas.openxmlformats.org/drawingml/2006/main">
            <a:off x="812800" y="4206418"/>
            <a:ext cx="10883392" cy="2711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60"/>
              </a:lnSpc>
              <a:buNone/>
            </a:pPr>
            <a:r>
              <a:rPr sz="1400">
                <a:solidFill>
                  <a:srgbClr val="292B45"/>
                </a:solidFill>
                <a:latin typeface="Segoe UI"/>
                <a:ea typeface="Segoe UI"/>
                <a:cs typeface="Segoe UI"/>
              </a:rPr>
              <a:t>Y el agente vive en live-agents/&lt;pasada&gt;/, con su propio Git: cada paso aprobado es un commit.</a:t>
            </a:r>
            <a:endParaRPr sz="1400"/>
          </a:p>
        </p:txBody>
      </p:sp>
      <p:sp>
        <p:nvSpPr>
          <p:cNvPr id="128" name="Text 30">
            <a:extLst xmlns:a="http://schemas.openxmlformats.org/drawingml/2006/main">
              <a:ext uri="{FF2B5EF4-FFF2-40B4-BE49-F238E27FC236}">
                <a16:creationId xmlns:a16="http://schemas.microsoft.com/office/drawing/2014/main" id="{ED0814D2-8D68-4E6F-81C1-28D4025FA8D0}"/>
              </a:ext>
            </a:extLst>
          </p:cNvPr>
          <p:cNvSpPr>
            <a:spLocks xmlns:a="http://schemas.openxmlformats.org/drawingml/2006/main" noGrp="1"/>
          </p:cNvSpPr>
          <p:nvPr/>
        </p:nvSpPr>
        <p:spPr>
          <a:xfrm xmlns:a="http://schemas.openxmlformats.org/drawingml/2006/main">
            <a:off x="812800" y="5813985"/>
            <a:ext cx="10883392"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6B6F86"/>
                </a:solidFill>
                <a:latin typeface="Segoe UI"/>
                <a:ea typeface="Segoe UI"/>
                <a:cs typeface="Segoe UI"/>
              </a:rPr>
              <a:t>Guía de escenario: docs/05-demo-en-escenario.html</a:t>
            </a:r>
            <a:endParaRPr sz="1200"/>
          </a:p>
        </p:txBody>
      </p:sp>
      <p:sp>
        <p:nvSpPr>
          <p:cNvPr id="129" name="Freeform: Shape 44">
            <a:extLst xmlns:a="http://schemas.openxmlformats.org/drawingml/2006/main">
              <a:ext uri="{FF2B5EF4-FFF2-40B4-BE49-F238E27FC236}">
                <a16:creationId xmlns:a16="http://schemas.microsoft.com/office/drawing/2014/main" id="{641310B7-2D26-4B8E-B802-4AA8EA575187}"/>
              </a:ext>
            </a:extLst>
          </p:cNvPr>
          <p:cNvSpPr>
            <a:spLocks xmlns:a="http://schemas.openxmlformats.org/drawingml/2006/main" noGrp="1"/>
          </p:cNvSpPr>
          <p:nvPr/>
        </p:nvSpPr>
        <p:spPr>
          <a:xfrm xmlns:a="http://schemas.openxmlformats.org/drawingml/2006/main">
            <a:off x="11290000" y="-60000"/>
            <a:ext cx="960000" cy="900000"/>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rgbClr val="FF509F"/>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30" name="Freeform: Shape 45">
            <a:extLst xmlns:a="http://schemas.openxmlformats.org/drawingml/2006/main">
              <a:ext uri="{FF2B5EF4-FFF2-40B4-BE49-F238E27FC236}">
                <a16:creationId xmlns:a16="http://schemas.microsoft.com/office/drawing/2014/main" id="{D4B55173-D163-4D03-84FE-14105F59E0B0}"/>
              </a:ext>
            </a:extLst>
          </p:cNvPr>
          <p:cNvSpPr>
            <a:spLocks xmlns:a="http://schemas.openxmlformats.org/drawingml/2006/main" noGrp="1"/>
          </p:cNvSpPr>
          <p:nvPr/>
        </p:nvSpPr>
        <p:spPr>
          <a:xfrm xmlns:a="http://schemas.openxmlformats.org/drawingml/2006/main">
            <a:off x="11720000" y="900000"/>
            <a:ext cx="110000" cy="110000"/>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rgbClr val="FF509F"/>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Tree>
    <p:extLst>
      <p:ext uri="{BB962C8B-B14F-4D97-AF65-F5344CB8AC3E}">
        <p14:creationId xmlns:p14="http://schemas.microsoft.com/office/powerpoint/2010/main" val="162819456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25" name="Freeform: Shape 44">
            <a:extLst xmlns:a="http://schemas.openxmlformats.org/drawingml/2006/main">
              <a:ext uri="{FF2B5EF4-FFF2-40B4-BE49-F238E27FC236}">
                <a16:creationId xmlns:a16="http://schemas.microsoft.com/office/drawing/2014/main" id="{641310B7-2D26-4B8E-B802-4AA8EA575187}"/>
              </a:ext>
            </a:extLst>
          </p:cNvPr>
          <p:cNvSpPr>
            <a:spLocks xmlns:a="http://schemas.openxmlformats.org/drawingml/2006/main" noGrp="1"/>
          </p:cNvSpPr>
          <p:nvPr/>
        </p:nvSpPr>
        <p:spPr>
          <a:xfrm xmlns:a="http://schemas.openxmlformats.org/drawingml/2006/main">
            <a:off x="11290000" y="-60000"/>
            <a:ext cx="960000" cy="900000"/>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rgbClr val="119F9A"/>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26" name="Freeform: Shape 45">
            <a:extLst xmlns:a="http://schemas.openxmlformats.org/drawingml/2006/main">
              <a:ext uri="{FF2B5EF4-FFF2-40B4-BE49-F238E27FC236}">
                <a16:creationId xmlns:a16="http://schemas.microsoft.com/office/drawing/2014/main" id="{D4B55173-D163-4D03-84FE-14105F59E0B0}"/>
              </a:ext>
            </a:extLst>
          </p:cNvPr>
          <p:cNvSpPr>
            <a:spLocks xmlns:a="http://schemas.openxmlformats.org/drawingml/2006/main" noGrp="1"/>
          </p:cNvSpPr>
          <p:nvPr/>
        </p:nvSpPr>
        <p:spPr>
          <a:xfrm xmlns:a="http://schemas.openxmlformats.org/drawingml/2006/main">
            <a:off x="11720000" y="900000"/>
            <a:ext cx="110000" cy="110000"/>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rgbClr val="119F9A"/>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
        <p:nvSpPr>
          <p:cNvPr id="127" name="">
            <a:extLst xmlns:a="http://schemas.openxmlformats.org/drawingml/2006/main">
              <a:ext uri="{FF2B5EF4-FFF2-40B4-BE49-F238E27FC236}">
                <a16:creationId xmlns:a16="http://schemas.microsoft.com/office/drawing/2014/main" id="{154FE801-8B5C-48FF-BB64-444ACB4DD9D1}"/>
              </a:ext>
            </a:extLst>
          </p:cNvPr>
          <p:cNvSpPr>
            <a:spLocks xmlns:a="http://schemas.openxmlformats.org/drawingml/2006/main" noGrp="1"/>
          </p:cNvSpPr>
          <p:nvPr/>
        </p:nvSpPr>
        <p:spPr>
          <a:xfrm xmlns:a="http://schemas.openxmlformats.org/drawingml/2006/main">
            <a:off x="809625" y="457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9F9A"/>
                </a:solidFill>
                <a:latin typeface="Segoe UI"/>
                <a:ea typeface="Segoe UI"/>
                <a:cs typeface="Segoe UI"/>
              </a:defRPr>
            </a:pPr>
            <a:r>
              <a:rPr sz="1200" b="1">
                <a:solidFill>
                  <a:srgbClr val="119F9A"/>
                </a:solidFill>
                <a:latin typeface="Segoe UI"/>
                <a:ea typeface="Segoe UI"/>
                <a:cs typeface="Segoe UI"/>
              </a:rPr>
              <a:t>MANTENER EL AGENTE</a:t>
            </a:r>
          </a:p>
        </p:txBody>
      </p:sp>
      <p:sp>
        <p:nvSpPr>
          <p:cNvPr id="128" name="">
            <a:extLst xmlns:a="http://schemas.openxmlformats.org/drawingml/2006/main">
              <a:ext uri="{FF2B5EF4-FFF2-40B4-BE49-F238E27FC236}">
                <a16:creationId xmlns:a16="http://schemas.microsoft.com/office/drawing/2014/main" id="{4FA19C70-1E08-4C2F-9E9F-098E2702C742}"/>
              </a:ext>
            </a:extLst>
          </p:cNvPr>
          <p:cNvSpPr>
            <a:spLocks xmlns:a="http://schemas.openxmlformats.org/drawingml/2006/main" noGrp="1"/>
          </p:cNvSpPr>
          <p:nvPr/>
        </p:nvSpPr>
        <p:spPr>
          <a:xfrm xmlns:a="http://schemas.openxmlformats.org/drawingml/2006/main">
            <a:off x="809625" y="8667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292B45"/>
                </a:solidFill>
                <a:latin typeface="Segoe UI"/>
                <a:ea typeface="Segoe UI"/>
                <a:cs typeface="Segoe UI"/>
              </a:defRPr>
            </a:pPr>
            <a:r>
              <a:rPr sz="2700" b="1">
                <a:solidFill>
                  <a:srgbClr val="292B45"/>
                </a:solidFill>
                <a:latin typeface="Segoe UI"/>
                <a:ea typeface="Segoe UI"/>
                <a:cs typeface="Segoe UI"/>
              </a:rPr>
              <a:t>Cuando cambie otra regla, sabremos dónde actuar</a:t>
            </a:r>
          </a:p>
        </p:txBody>
      </p:sp>
      <p:graphicFrame>
        <p:nvGraphicFramePr>
          <p:cNvPr id="135" name=""/>
          <p:cNvGraphicFramePr/>
          <p:nvPr/>
        </p:nvGraphicFramePr>
        <p:xfrm>
          <a:off xmlns:a="http://schemas.openxmlformats.org/drawingml/2006/main" x="809625" y="2095500"/>
          <a:ext xmlns:a="http://schemas.openxmlformats.org/drawingml/2006/main" cx="10572750" cy="2857500"/>
        </p:xfrm>
        <a:graphic xmlns:a="http://schemas.openxmlformats.org/drawingml/2006/main">
          <a:graphicData uri="http://schemas.openxmlformats.org/drawingml/2006/table">
            <a:tbl>
              <a:tblPr/>
              <a:tblGrid>
                <a:gridCol w="4429125"/>
                <a:gridCol w="6143625"/>
              </a:tblGrid>
              <a:tr h="571500">
                <a:tc>
                  <a:txBody>
                    <a:bodyPr/>
                    <a:lstStyle/>
                    <a:p>
                      <a:r>
                        <a:rPr sz="1875" b="1">
                          <a:solidFill>
                            <a:srgbClr val="FFFFFF"/>
                          </a:solidFill>
                          <a:latin typeface="Segoe UI"/>
                          <a:ea typeface="Segoe UI"/>
                          <a:cs typeface="Segoe UI"/>
                        </a:rPr>
                        <a:t>Necesidad de Compras</a:t>
                      </a:r>
                    </a:p>
                  </a:txBody>
                  <a:tcPr marL="91440" marR="91440" marT="45720" marB="45720">
                    <a:solidFill>
                      <a:srgbClr val="292B45"/>
                    </a:solidFill>
                  </a:tcPr>
                </a:tc>
                <a:tc>
                  <a:txBody>
                    <a:bodyPr/>
                    <a:lstStyle/>
                    <a:p>
                      <a:r>
                        <a:rPr sz="1875" b="1">
                          <a:solidFill>
                            <a:srgbClr val="FFFFFF"/>
                          </a:solidFill>
                          <a:latin typeface="Segoe UI"/>
                          <a:ea typeface="Segoe UI"/>
                          <a:cs typeface="Segoe UI"/>
                        </a:rPr>
                        <a:t>Qué revisamos en el agente</a:t>
                      </a:r>
                    </a:p>
                  </a:txBody>
                  <a:tcPr marL="91440" marR="91440" marT="45720" marB="45720">
                    <a:solidFill>
                      <a:srgbClr val="292B45"/>
                    </a:solidFill>
                  </a:tcPr>
                </a:tc>
              </a:tr>
              <a:tr h="571500">
                <a:tc>
                  <a:txBody>
                    <a:bodyPr/>
                    <a:lstStyle/>
                    <a:p>
                      <a:r>
                        <a:rPr sz="1875" b="1">
                          <a:solidFill>
                            <a:srgbClr val="292B45"/>
                          </a:solidFill>
                          <a:latin typeface="Segoe UI"/>
                          <a:ea typeface="Segoe UI"/>
                          <a:cs typeface="Segoe UI"/>
                        </a:rPr>
                        <a:t>Una política nueva</a:t>
                      </a:r>
                    </a:p>
                  </a:txBody>
                  <a:tcPr marL="91440" marR="91440" marT="45720" marB="45720">
                    <a:solidFill>
                      <a:srgbClr val="F2F3F7"/>
                    </a:solidFill>
                  </a:tcPr>
                </a:tc>
                <a:tc>
                  <a:txBody>
                    <a:bodyPr/>
                    <a:lstStyle/>
                    <a:p>
                      <a:r>
                        <a:rPr sz="1875" b="0">
                          <a:solidFill>
                            <a:srgbClr val="292B45"/>
                          </a:solidFill>
                          <a:latin typeface="Segoe UI"/>
                          <a:ea typeface="Segoe UI"/>
                          <a:cs typeface="Segoe UI"/>
                        </a:rPr>
                        <a:t>Conocimiento y referencias de la skill</a:t>
                      </a:r>
                    </a:p>
                  </a:txBody>
                  <a:tcPr marL="91440" marR="91440" marT="45720" marB="45720">
                    <a:solidFill>
                      <a:srgbClr val="F2F3F7"/>
                    </a:solidFill>
                  </a:tcPr>
                </a:tc>
              </a:tr>
              <a:tr h="571500">
                <a:tc>
                  <a:txBody>
                    <a:bodyPr/>
                    <a:lstStyle/>
                    <a:p>
                      <a:r>
                        <a:rPr sz="1875" b="1">
                          <a:solidFill>
                            <a:srgbClr val="292B45"/>
                          </a:solidFill>
                          <a:latin typeface="Segoe UI"/>
                          <a:ea typeface="Segoe UI"/>
                          <a:cs typeface="Segoe UI"/>
                        </a:rPr>
                        <a:t>Otra forma de calcular</a:t>
                      </a:r>
                    </a:p>
                  </a:txBody>
                  <a:tcPr marL="91440" marR="91440" marT="45720" marB="45720">
                    <a:solidFill>
                      <a:srgbClr val="FFFFFF"/>
                    </a:solidFill>
                  </a:tcPr>
                </a:tc>
                <a:tc>
                  <a:txBody>
                    <a:bodyPr/>
                    <a:lstStyle/>
                    <a:p>
                      <a:r>
                        <a:rPr sz="1875" b="0">
                          <a:solidFill>
                            <a:srgbClr val="292B45"/>
                          </a:solidFill>
                          <a:latin typeface="Segoe UI"/>
                          <a:ea typeface="Segoe UI"/>
                          <a:cs typeface="Segoe UI"/>
                        </a:rPr>
                        <a:t>Procedimiento, script y casos del cálculo</a:t>
                      </a:r>
                    </a:p>
                  </a:txBody>
                  <a:tcPr marL="91440" marR="91440" marT="45720" marB="45720">
                    <a:solidFill>
                      <a:srgbClr val="FFFFFF"/>
                    </a:solidFill>
                  </a:tcPr>
                </a:tc>
              </a:tr>
              <a:tr h="571500">
                <a:tc>
                  <a:txBody>
                    <a:bodyPr/>
                    <a:lstStyle/>
                    <a:p>
                      <a:r>
                        <a:rPr sz="1875" b="1">
                          <a:solidFill>
                            <a:srgbClr val="292B45"/>
                          </a:solidFill>
                          <a:latin typeface="Segoe UI"/>
                          <a:ea typeface="Segoe UI"/>
                          <a:cs typeface="Segoe UI"/>
                        </a:rPr>
                        <a:t>Un comportamiento distinto</a:t>
                      </a:r>
                    </a:p>
                  </a:txBody>
                  <a:tcPr marL="91440" marR="91440" marT="45720" marB="45720">
                    <a:solidFill>
                      <a:srgbClr val="F2F3F7"/>
                    </a:solidFill>
                  </a:tcPr>
                </a:tc>
                <a:tc>
                  <a:txBody>
                    <a:bodyPr/>
                    <a:lstStyle/>
                    <a:p>
                      <a:r>
                        <a:rPr sz="1875" b="0">
                          <a:solidFill>
                            <a:srgbClr val="292B45"/>
                          </a:solidFill>
                          <a:latin typeface="Segoe UI"/>
                          <a:ea typeface="Segoe UI"/>
                          <a:cs typeface="Segoe UI"/>
                        </a:rPr>
                        <a:t>Instrucciones y respuesta observada</a:t>
                      </a:r>
                    </a:p>
                  </a:txBody>
                  <a:tcPr marL="91440" marR="91440" marT="45720" marB="45720">
                    <a:solidFill>
                      <a:srgbClr val="F2F3F7"/>
                    </a:solidFill>
                  </a:tcPr>
                </a:tc>
              </a:tr>
              <a:tr h="571500">
                <a:tc>
                  <a:txBody>
                    <a:bodyPr/>
                    <a:lstStyle/>
                    <a:p>
                      <a:r>
                        <a:rPr sz="1875" b="1">
                          <a:solidFill>
                            <a:srgbClr val="292B45"/>
                          </a:solidFill>
                          <a:latin typeface="Segoe UI"/>
                          <a:ea typeface="Segoe UI"/>
                          <a:cs typeface="Segoe UI"/>
                        </a:rPr>
                        <a:t>Crear un pedido en el ERP</a:t>
                      </a:r>
                    </a:p>
                  </a:txBody>
                  <a:tcPr marL="91440" marR="91440" marT="45720" marB="45720">
                    <a:solidFill>
                      <a:srgbClr val="FFFFFF"/>
                    </a:solidFill>
                  </a:tcPr>
                </a:tc>
                <a:tc>
                  <a:txBody>
                    <a:bodyPr/>
                    <a:lstStyle/>
                    <a:p>
                      <a:r>
                        <a:rPr sz="1875" b="0">
                          <a:solidFill>
                            <a:srgbClr val="292B45"/>
                          </a:solidFill>
                          <a:latin typeface="Segoe UI"/>
                          <a:ea typeface="Segoe UI"/>
                          <a:cs typeface="Segoe UI"/>
                        </a:rPr>
                        <a:t>Integración, permisos y aprobación</a:t>
                      </a:r>
                    </a:p>
                  </a:txBody>
                  <a:tcPr marL="91440" marR="91440" marT="45720" marB="45720">
                    <a:solidFill>
                      <a:srgbClr val="FFFFFF"/>
                    </a:solidFill>
                  </a:tcPr>
                </a:tc>
              </a:tr>
            </a:tbl>
          </a:graphicData>
        </a:graphic>
      </p:graphicFrame>
      <p:sp>
        <p:nvSpPr>
          <p:cNvPr id="130" name="">
            <a:extLst xmlns:a="http://schemas.openxmlformats.org/drawingml/2006/main">
              <a:ext uri="{FF2B5EF4-FFF2-40B4-BE49-F238E27FC236}">
                <a16:creationId xmlns:a16="http://schemas.microsoft.com/office/drawing/2014/main" id="{61D89B8E-20F3-49CD-B810-C81D8DEACA78}"/>
              </a:ext>
            </a:extLst>
          </p:cNvPr>
          <p:cNvSpPr>
            <a:spLocks xmlns:a="http://schemas.openxmlformats.org/drawingml/2006/main" noGrp="1"/>
          </p:cNvSpPr>
          <p:nvPr/>
        </p:nvSpPr>
        <p:spPr>
          <a:xfrm xmlns:a="http://schemas.openxmlformats.org/drawingml/2006/main">
            <a:off x="809625" y="54768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06276"/>
                </a:solidFill>
                <a:latin typeface="Segoe UI"/>
                <a:ea typeface="Segoe UI"/>
                <a:cs typeface="Segoe UI"/>
              </a:defRPr>
            </a:pPr>
            <a:r>
              <a:rPr sz="1725" b="0">
                <a:solidFill>
                  <a:srgbClr val="606276"/>
                </a:solidFill>
                <a:latin typeface="Segoe UI"/>
                <a:ea typeface="Segoe UI"/>
                <a:cs typeface="Segoe UI"/>
              </a:rPr>
              <a:t>La demo llega hasta la propuesta revisable. La integración con el ERP sería un trabajo adicional.</a:t>
            </a:r>
          </a:p>
        </p:txBody>
      </p:sp>
    </p:spTree>
    <p:extLst>
      <p:ext uri="{BB962C8B-B14F-4D97-AF65-F5344CB8AC3E}">
        <p14:creationId xmlns:p14="http://schemas.microsoft.com/office/powerpoint/2010/main" val="48889763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4" name="Rectangle: Rounded Corners 13">
            <a:extLst xmlns:a="http://schemas.openxmlformats.org/drawingml/2006/main">
              <a:ext uri="{FF2B5EF4-FFF2-40B4-BE49-F238E27FC236}">
                <a16:creationId xmlns:a16="http://schemas.microsoft.com/office/drawing/2014/main" id="{9EB7CE17-A95E-490F-FC75-977754EFB552}"/>
              </a:ext>
            </a:extLst>
          </p:cNvPr>
          <p:cNvSpPr>
            <a:spLocks xmlns:a="http://schemas.openxmlformats.org/drawingml/2006/main" noGrp="1"/>
          </p:cNvSpPr>
          <p:nvPr/>
        </p:nvSpPr>
        <p:spPr>
          <a:xfrm xmlns:a="http://schemas.openxmlformats.org/drawingml/2006/main" rot="0" flipH="0" flipV="0">
            <a:off x="3404453" y="3569573"/>
            <a:ext cx="7122722" cy="1519084"/>
          </a:xfrm>
          <a:prstGeom xmlns:a="http://schemas.openxmlformats.org/drawingml/2006/main" prst="roundRect">
            <a:avLst/>
          </a:prstGeom>
          <a:solidFill xmlns:a="http://schemas.openxmlformats.org/drawingml/2006/main">
            <a:schemeClr val="bg1"/>
          </a:solidFill>
          <a:ln xmlns:a="http://schemas.openxmlformats.org/drawingml/2006/main">
            <a:noFill/>
          </a:ln>
          <a:effectLst xmlns:a="http://schemas.openxmlformats.org/drawingml/2006/main">
            <a:outerShdw blurRad="1270000" dist="546100" dir="2700000" sx="83000" sy="83000" algn="tl" rotWithShape="0">
              <a:prstClr val="black">
                <a:alpha val="24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solidFill>
                <a:schemeClr val="accent3"/>
              </a:solidFill>
              <a:latin typeface="Segoe UI"/>
              <a:ea typeface="Segoe UI"/>
              <a:cs typeface="Segoe UI"/>
            </a:endParaRPr>
          </a:p>
        </p:txBody>
      </p:sp>
      <p:sp>
        <p:nvSpPr>
          <p:cNvPr id="16" name="TextBox 15">
            <a:extLst xmlns:a="http://schemas.openxmlformats.org/drawingml/2006/main">
              <a:ext uri="{FF2B5EF4-FFF2-40B4-BE49-F238E27FC236}">
                <a16:creationId xmlns:a16="http://schemas.microsoft.com/office/drawing/2014/main" id="{D982348B-8D2A-D7CB-1A63-E7568129F001}"/>
              </a:ext>
            </a:extLst>
          </p:cNvPr>
          <p:cNvSpPr>
            <a:spLocks xmlns:a="http://schemas.openxmlformats.org/drawingml/2006/main" noGrp="1"/>
          </p:cNvSpPr>
          <p:nvPr/>
        </p:nvSpPr>
        <p:spPr>
          <a:xfrm xmlns:a="http://schemas.openxmlformats.org/drawingml/2006/main" rot="0" flipH="0" flipV="0">
            <a:off x="3460988" y="3667396"/>
            <a:ext cx="7009653" cy="13234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4800" b="1">
                <a:solidFill>
                  <a:schemeClr val="accent1"/>
                </a:solidFill>
                <a:latin typeface="Segoe UI"/>
                <a:ea typeface="Segoe UI"/>
                <a:cs typeface="Segoe UI"/>
              </a:rPr>
              <a:t>un ciclo de vida</a:t>
            </a:r>
          </a:p>
        </p:txBody>
      </p:sp>
      <p:sp>
        <p:nvSpPr>
          <p:cNvPr id="17" name="Rectangle: Rounded Corners 16">
            <a:extLst xmlns:a="http://schemas.openxmlformats.org/drawingml/2006/main">
              <a:ext uri="{FF2B5EF4-FFF2-40B4-BE49-F238E27FC236}">
                <a16:creationId xmlns:a16="http://schemas.microsoft.com/office/drawing/2014/main" id="{E4DCD728-81E2-C3BE-5B26-A231EFAB2A9A}"/>
              </a:ext>
            </a:extLst>
          </p:cNvPr>
          <p:cNvSpPr>
            <a:spLocks xmlns:a="http://schemas.openxmlformats.org/drawingml/2006/main" noGrp="1"/>
          </p:cNvSpPr>
          <p:nvPr/>
        </p:nvSpPr>
        <p:spPr>
          <a:xfrm xmlns:a="http://schemas.openxmlformats.org/drawingml/2006/main" rot="0" flipH="0" flipV="0">
            <a:off x="1764825" y="2128839"/>
            <a:ext cx="7122722" cy="1519084"/>
          </a:xfrm>
          <a:prstGeom xmlns:a="http://schemas.openxmlformats.org/drawingml/2006/main" prst="roundRect">
            <a:avLst/>
          </a:prstGeom>
          <a:solidFill xmlns:a="http://schemas.openxmlformats.org/drawingml/2006/main">
            <a:schemeClr val="bg1"/>
          </a:solidFill>
          <a:ln xmlns:a="http://schemas.openxmlformats.org/drawingml/2006/main">
            <a:noFill/>
          </a:ln>
          <a:effectLst xmlns:a="http://schemas.openxmlformats.org/drawingml/2006/main">
            <a:outerShdw blurRad="1270000" dist="546100" dir="2700000" sx="83000" sy="83000" algn="tl" rotWithShape="0">
              <a:prstClr val="black">
                <a:alpha val="24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solidFill>
                <a:schemeClr val="accent3"/>
              </a:solidFill>
              <a:latin typeface="Segoe UI"/>
              <a:ea typeface="Segoe UI"/>
              <a:cs typeface="Segoe UI"/>
            </a:endParaRPr>
          </a:p>
        </p:txBody>
      </p:sp>
      <p:sp>
        <p:nvSpPr>
          <p:cNvPr id="18" name="TextBox 17">
            <a:extLst xmlns:a="http://schemas.openxmlformats.org/drawingml/2006/main">
              <a:ext uri="{FF2B5EF4-FFF2-40B4-BE49-F238E27FC236}">
                <a16:creationId xmlns:a16="http://schemas.microsoft.com/office/drawing/2014/main" id="{DA9182BA-2658-8002-5C62-1C78C53CE688}"/>
              </a:ext>
            </a:extLst>
          </p:cNvPr>
          <p:cNvSpPr>
            <a:spLocks xmlns:a="http://schemas.openxmlformats.org/drawingml/2006/main" noGrp="1"/>
          </p:cNvSpPr>
          <p:nvPr/>
        </p:nvSpPr>
        <p:spPr>
          <a:xfrm xmlns:a="http://schemas.openxmlformats.org/drawingml/2006/main" rot="0" flipH="0" flipV="0">
            <a:off x="1821360" y="2226662"/>
            <a:ext cx="7009653" cy="13234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4800" b="1">
                <a:solidFill>
                  <a:schemeClr val="accent1"/>
                </a:solidFill>
                <a:latin typeface="Segoe UI"/>
                <a:ea typeface="Segoe UI"/>
                <a:cs typeface="Segoe UI"/>
              </a:rPr>
              <a:t>Cuatro subagentes</a:t>
            </a:r>
          </a:p>
        </p:txBody>
      </p:sp>
      <p:sp>
        <p:nvSpPr>
          <p:cNvPr id="26" name="Freeform: Shape 25">
            <a:extLst xmlns:a="http://schemas.openxmlformats.org/drawingml/2006/main">
              <a:ext uri="{FF2B5EF4-FFF2-40B4-BE49-F238E27FC236}">
                <a16:creationId xmlns:a16="http://schemas.microsoft.com/office/drawing/2014/main" id="{159BECDA-CB76-93BD-E9BA-BDC4F1FB265C}"/>
              </a:ext>
            </a:extLst>
          </p:cNvPr>
          <p:cNvSpPr>
            <a:spLocks xmlns:a="http://schemas.openxmlformats.org/drawingml/2006/main" noGrp="1"/>
          </p:cNvSpPr>
          <p:nvPr/>
        </p:nvSpPr>
        <p:spPr>
          <a:xfrm xmlns:a="http://schemas.openxmlformats.org/drawingml/2006/main">
            <a:off x="10369401" y="733468"/>
            <a:ext cx="2181523" cy="2272964"/>
          </a:xfrm>
          <a:custGeom xmlns:a="http://schemas.openxmlformats.org/drawingml/2006/main">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xmlns:a="http://schemas.openxmlformats.org/drawingml/2006/main">
            <a:schemeClr val="accent6"/>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solidFill>
                <a:schemeClr val="accent3"/>
              </a:solidFill>
            </a:endParaRPr>
          </a:p>
        </p:txBody>
      </p:sp>
      <p:sp>
        <p:nvSpPr>
          <p:cNvPr id="33" name="Freeform: Shape 32">
            <a:extLst xmlns:a="http://schemas.openxmlformats.org/drawingml/2006/main">
              <a:ext uri="{FF2B5EF4-FFF2-40B4-BE49-F238E27FC236}">
                <a16:creationId xmlns:a16="http://schemas.microsoft.com/office/drawing/2014/main" id="{E7256EBB-D384-0344-E8A3-9485DF8A6446}"/>
              </a:ext>
            </a:extLst>
          </p:cNvPr>
          <p:cNvSpPr>
            <a:spLocks xmlns:a="http://schemas.openxmlformats.org/drawingml/2006/main" noGrp="1"/>
          </p:cNvSpPr>
          <p:nvPr/>
        </p:nvSpPr>
        <p:spPr>
          <a:xfrm xmlns:a="http://schemas.openxmlformats.org/drawingml/2006/main" rot="0" flipH="0" flipV="0">
            <a:off x="1312912" y="3257773"/>
            <a:ext cx="171239" cy="171239"/>
          </a:xfrm>
          <a:custGeom xmlns:a="http://schemas.openxmlformats.org/drawingml/2006/main">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solidFill xmlns:a="http://schemas.openxmlformats.org/drawingml/2006/main">
            <a:schemeClr val="accent6"/>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solidFill>
                <a:schemeClr val="accent3"/>
              </a:solidFill>
            </a:endParaRPr>
          </a:p>
        </p:txBody>
      </p:sp>
      <p:sp>
        <p:nvSpPr>
          <p:cNvPr id="34" name="Freeform: Shape 33">
            <a:extLst xmlns:a="http://schemas.openxmlformats.org/drawingml/2006/main">
              <a:ext uri="{FF2B5EF4-FFF2-40B4-BE49-F238E27FC236}">
                <a16:creationId xmlns:a16="http://schemas.microsoft.com/office/drawing/2014/main" id="{AA7530D3-62CF-75C9-2842-30BF8115E449}"/>
              </a:ext>
            </a:extLst>
          </p:cNvPr>
          <p:cNvSpPr>
            <a:spLocks xmlns:a="http://schemas.openxmlformats.org/drawingml/2006/main" noGrp="1"/>
          </p:cNvSpPr>
          <p:nvPr/>
        </p:nvSpPr>
        <p:spPr>
          <a:xfrm xmlns:a="http://schemas.openxmlformats.org/drawingml/2006/main" rot="0" flipH="0" flipV="0">
            <a:off x="1599098" y="3132482"/>
            <a:ext cx="68495" cy="68495"/>
          </a:xfrm>
          <a:custGeom xmlns:a="http://schemas.openxmlformats.org/drawingml/2006/main">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xmlns:a="http://schemas.openxmlformats.org/drawingml/2006/main">
            <a:schemeClr val="accent6"/>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solidFill>
                <a:schemeClr val="accent3"/>
              </a:solidFill>
            </a:endParaRPr>
          </a:p>
        </p:txBody>
      </p:sp>
      <p:sp>
        <p:nvSpPr>
          <p:cNvPr id="35" name="TextBox 34">
            <a:extLst xmlns:a="http://schemas.openxmlformats.org/drawingml/2006/main">
              <a:ext uri="{FF2B5EF4-FFF2-40B4-BE49-F238E27FC236}">
                <a16:creationId xmlns:a16="http://schemas.microsoft.com/office/drawing/2014/main" id="{64184A50-7829-4E1C-8F07-0CF31EF1F895}"/>
              </a:ext>
            </a:extLst>
          </p:cNvPr>
          <p:cNvSpPr>
            <a:spLocks xmlns:a="http://schemas.openxmlformats.org/drawingml/2006/main" noGrp="1"/>
          </p:cNvSpPr>
          <p:nvPr/>
        </p:nvSpPr>
        <p:spPr>
          <a:xfrm xmlns:a="http://schemas.openxmlformats.org/drawingml/2006/main">
            <a:off x="1764825" y="1450000"/>
            <a:ext cx="8000000" cy="400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b="1">
                <a:solidFill>
                  <a:srgbClr val="4BE7D8"/>
                </a:solidFill>
                <a:latin typeface="Segoe UI"/>
                <a:ea typeface="Segoe UI"/>
                <a:cs typeface="Segoe UI"/>
              </a:rPr>
              <a:t>BIZZ SUMMIT 2026 · CIRCE COMPRAS</a:t>
            </a:r>
          </a:p>
        </p:txBody>
      </p:sp>
      <p:sp>
        <p:nvSpPr>
          <p:cNvPr id="36" name="TextBox 35">
            <a:extLst xmlns:a="http://schemas.openxmlformats.org/drawingml/2006/main">
              <a:ext uri="{FF2B5EF4-FFF2-40B4-BE49-F238E27FC236}">
                <a16:creationId xmlns:a16="http://schemas.microsoft.com/office/drawing/2014/main" id="{F5E100C9-0690-44E4-95A7-721EC5006E3B}"/>
              </a:ext>
            </a:extLst>
          </p:cNvPr>
          <p:cNvSpPr>
            <a:spLocks xmlns:a="http://schemas.openxmlformats.org/drawingml/2006/main" noGrp="1"/>
          </p:cNvSpPr>
          <p:nvPr/>
        </p:nvSpPr>
        <p:spPr>
          <a:xfrm xmlns:a="http://schemas.openxmlformats.org/drawingml/2006/main">
            <a:off x="1764825" y="5250000"/>
            <a:ext cx="8200000"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0">
                <a:solidFill>
                  <a:srgbClr val="FFFFFF"/>
                </a:solidFill>
                <a:latin typeface="Segoe UI"/>
                <a:ea typeface="Segoe UI"/>
                <a:cs typeface="Segoe UI"/>
              </a:rPr>
              <a:t>El plugin mcs-assistant reparte el trabajo entre cuatro especialistas, con responsabilidades y límites escritos.</a:t>
            </a:r>
          </a:p>
        </p:txBody>
      </p:sp>
      <p:sp>
        <p:nvSpPr>
          <p:cNvPr id="37" name="TextBox 36">
            <a:extLst xmlns:a="http://schemas.openxmlformats.org/drawingml/2006/main">
              <a:ext uri="{FF2B5EF4-FFF2-40B4-BE49-F238E27FC236}">
                <a16:creationId xmlns:a16="http://schemas.microsoft.com/office/drawing/2014/main" id="{A1CBAFFD-9C1F-4E38-858E-2789A788EF38}"/>
              </a:ext>
            </a:extLst>
          </p:cNvPr>
          <p:cNvSpPr>
            <a:spLocks xmlns:a="http://schemas.openxmlformats.org/drawingml/2006/main" noGrp="1"/>
          </p:cNvSpPr>
          <p:nvPr/>
        </p:nvSpPr>
        <p:spPr>
          <a:xfrm xmlns:a="http://schemas.openxmlformats.org/drawingml/2006/main">
            <a:off x="1764825" y="5850000"/>
            <a:ext cx="8200000" cy="350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b="0">
                <a:solidFill>
                  <a:srgbClr val="C9CAD6"/>
                </a:solidFill>
                <a:latin typeface="Segoe UI"/>
                <a:ea typeface="Segoe UI"/>
                <a:cs typeface="Segoe UI"/>
              </a:rPr>
              <a:t>mcs-assistant 1.0.2 · microsoft/copilot-studio-plugin</a:t>
            </a:r>
          </a:p>
        </p:txBody>
      </p:sp>
    </p:spTree>
    <p:extLst>
      <p:ext uri="{BB962C8B-B14F-4D97-AF65-F5344CB8AC3E}">
        <p14:creationId xmlns:p14="http://schemas.microsoft.com/office/powerpoint/2010/main" val="160558772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01" name="Text 3">
            <a:extLst xmlns:a="http://schemas.openxmlformats.org/drawingml/2006/main">
              <a:ext uri="{FF2B5EF4-FFF2-40B4-BE49-F238E27FC236}">
                <a16:creationId xmlns:a16="http://schemas.microsoft.com/office/drawing/2014/main" id="{4F4ED5D0-A49A-4E83-A19D-2450302A7C45}"/>
              </a:ext>
            </a:extLst>
          </p:cNvPr>
          <p:cNvSpPr>
            <a:spLocks xmlns:a="http://schemas.openxmlformats.org/drawingml/2006/main" noGrp="1"/>
          </p:cNvSpPr>
          <p:nvPr/>
        </p:nvSpPr>
        <p:spPr>
          <a:xfrm xmlns:a="http://schemas.openxmlformats.org/drawingml/2006/main">
            <a:off x="812800" y="450000"/>
            <a:ext cx="10883392" cy="492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680"/>
              </a:lnSpc>
              <a:buNone/>
            </a:pPr>
            <a:r>
              <a:rPr sz="3200" b="1">
                <a:solidFill>
                  <a:srgbClr val="292B45"/>
                </a:solidFill>
                <a:latin typeface="Segoe UI"/>
                <a:ea typeface="Segoe UI"/>
                <a:cs typeface="Segoe UI"/>
              </a:rPr>
              <a:t>Cuatro especialistas con límites claros</a:t>
            </a:r>
            <a:endParaRPr sz="3200"/>
          </a:p>
        </p:txBody>
      </p:sp>
      <p:sp>
        <p:nvSpPr>
          <p:cNvPr id="102" name="Shape 4">
            <a:extLst xmlns:a="http://schemas.openxmlformats.org/drawingml/2006/main">
              <a:ext uri="{FF2B5EF4-FFF2-40B4-BE49-F238E27FC236}">
                <a16:creationId xmlns:a16="http://schemas.microsoft.com/office/drawing/2014/main" id="{C3B6DC56-0157-493E-B0E8-0E97873CC2AF}"/>
              </a:ext>
            </a:extLst>
          </p:cNvPr>
          <p:cNvSpPr>
            <a:spLocks xmlns:a="http://schemas.openxmlformats.org/drawingml/2006/main" noGrp="1"/>
          </p:cNvSpPr>
          <p:nvPr/>
        </p:nvSpPr>
        <p:spPr>
          <a:xfrm xmlns:a="http://schemas.openxmlformats.org/drawingml/2006/main">
            <a:off x="815975" y="1174495"/>
            <a:ext cx="5175250" cy="1865312"/>
          </a:xfrm>
          <a:prstGeom xmlns:a="http://schemas.openxmlformats.org/drawingml/2006/main" prst="roundRect">
            <a:avLst>
              <a:gd name="adj" fmla="val 8000"/>
            </a:avLst>
          </a:prstGeom>
          <a:solidFill xmlns:a="http://schemas.openxmlformats.org/drawingml/2006/main">
            <a:srgbClr val="F2F3F7"/>
          </a:solidFill>
          <a:ln xmlns:a="http://schemas.openxmlformats.org/drawingml/2006/main" w="6350">
            <a:solidFill>
              <a:srgbClr val="119F9A">
                <a:alpha val="45000"/>
              </a:srgbClr>
            </a:solidFill>
            <a:prstDash val="solid"/>
          </a:ln>
          <a:effectLst xmlns:a="http://schemas.openxmlformats.org/drawingml/2006/main">
            <a:outerShdw blurRad="406400" dist="152400" dir="5400000" sx="100000" sy="100000" kx="0" ky="0" algn="bl" rotWithShape="0">
              <a:srgbClr val="000000">
                <a:alpha val="14000"/>
              </a:srgbClr>
            </a:outerShdw>
          </a:effectLst>
        </p:spPr>
      </p:sp>
      <p:sp>
        <p:nvSpPr>
          <p:cNvPr id="103" name="Text 5">
            <a:extLst xmlns:a="http://schemas.openxmlformats.org/drawingml/2006/main">
              <a:ext uri="{FF2B5EF4-FFF2-40B4-BE49-F238E27FC236}">
                <a16:creationId xmlns:a16="http://schemas.microsoft.com/office/drawing/2014/main" id="{E39B5498-82BF-485E-A13F-187EC43191DB}"/>
              </a:ext>
            </a:extLst>
          </p:cNvPr>
          <p:cNvSpPr>
            <a:spLocks xmlns:a="http://schemas.openxmlformats.org/drawingml/2006/main" noGrp="1"/>
          </p:cNvSpPr>
          <p:nvPr/>
        </p:nvSpPr>
        <p:spPr>
          <a:xfrm xmlns:a="http://schemas.openxmlformats.org/drawingml/2006/main">
            <a:off x="1073150" y="1431670"/>
            <a:ext cx="4800727" cy="29964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60"/>
              </a:lnSpc>
              <a:buNone/>
            </a:pPr>
            <a:r>
              <a:rPr sz="1800" b="1">
                <a:solidFill>
                  <a:srgbClr val="119F9A"/>
                </a:solidFill>
                <a:latin typeface="Segoe UI"/>
                <a:ea typeface="Segoe UI"/>
                <a:cs typeface="Segoe UI"/>
              </a:rPr>
              <a:t>Manage · ciclo de vida</a:t>
            </a:r>
            <a:endParaRPr sz="1800"/>
          </a:p>
        </p:txBody>
      </p:sp>
      <p:sp>
        <p:nvSpPr>
          <p:cNvPr id="104" name="Text 6">
            <a:extLst xmlns:a="http://schemas.openxmlformats.org/drawingml/2006/main">
              <a:ext uri="{FF2B5EF4-FFF2-40B4-BE49-F238E27FC236}">
                <a16:creationId xmlns:a16="http://schemas.microsoft.com/office/drawing/2014/main" id="{A7CA074B-5055-4153-BB0B-23920A7B32C7}"/>
              </a:ext>
            </a:extLst>
          </p:cNvPr>
          <p:cNvSpPr>
            <a:spLocks xmlns:a="http://schemas.openxmlformats.org/drawingml/2006/main" noGrp="1"/>
          </p:cNvSpPr>
          <p:nvPr/>
        </p:nvSpPr>
        <p:spPr>
          <a:xfrm xmlns:a="http://schemas.openxmlformats.org/drawingml/2006/main">
            <a:off x="1073150" y="1782111"/>
            <a:ext cx="4800727"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0"/>
              </a:lnSpc>
              <a:buNone/>
            </a:pPr>
            <a:r>
              <a:rPr sz="1300" b="1">
                <a:solidFill>
                  <a:srgbClr val="292B45"/>
                </a:solidFill>
                <a:latin typeface="Segoe UI"/>
                <a:ea typeface="Segoe UI"/>
                <a:cs typeface="Segoe UI"/>
              </a:rPr>
              <a:t>Hace:</a:t>
            </a:r>
            <a:r>
              <a:rPr sz="1300">
                <a:solidFill>
                  <a:srgbClr val="292B45"/>
                </a:solidFill>
                <a:latin typeface="Segoe UI"/>
                <a:ea typeface="Segoe UI"/>
                <a:cs typeface="Segoe UI"/>
              </a:rPr>
              <a:t> clone, pull, push, publish y list con PAC. Siempre pull antes de push.</a:t>
            </a:r>
            <a:endParaRPr sz="1300"/>
          </a:p>
        </p:txBody>
      </p:sp>
      <p:sp>
        <p:nvSpPr>
          <p:cNvPr id="105" name="Text 7">
            <a:extLst xmlns:a="http://schemas.openxmlformats.org/drawingml/2006/main">
              <a:ext uri="{FF2B5EF4-FFF2-40B4-BE49-F238E27FC236}">
                <a16:creationId xmlns:a16="http://schemas.microsoft.com/office/drawing/2014/main" id="{19C0DDA1-BA99-442F-8CF6-F4850D7FFA28}"/>
              </a:ext>
            </a:extLst>
          </p:cNvPr>
          <p:cNvSpPr>
            <a:spLocks xmlns:a="http://schemas.openxmlformats.org/drawingml/2006/main" noGrp="1"/>
          </p:cNvSpPr>
          <p:nvPr/>
        </p:nvSpPr>
        <p:spPr>
          <a:xfrm xmlns:a="http://schemas.openxmlformats.org/drawingml/2006/main">
            <a:off x="1073150" y="2320472"/>
            <a:ext cx="4800727"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73"/>
              </a:lnSpc>
              <a:buNone/>
            </a:pPr>
            <a:r>
              <a:rPr sz="909" b="1">
                <a:solidFill>
                  <a:srgbClr val="292B45"/>
                </a:solidFill>
                <a:latin typeface="Segoe UI"/>
                <a:ea typeface="Segoe UI"/>
                <a:cs typeface="Segoe UI"/>
              </a:rPr>
              <a:t>Nunca:</a:t>
            </a:r>
            <a:r>
              <a:rPr sz="909">
                <a:solidFill>
                  <a:srgbClr val="292B45"/>
                </a:solidFill>
                <a:latin typeface="Segoe UI"/>
                <a:ea typeface="Segoe UI"/>
                <a:cs typeface="Segoe UI"/>
              </a:rPr>
              <a:t> crea, borra ni edita .mcs/. Avisa antes de publicar.</a:t>
            </a:r>
            <a:endParaRPr sz="909"/>
          </a:p>
        </p:txBody>
      </p:sp>
      <p:sp>
        <p:nvSpPr>
          <p:cNvPr id="106" name="Shape 8">
            <a:extLst xmlns:a="http://schemas.openxmlformats.org/drawingml/2006/main">
              <a:ext uri="{FF2B5EF4-FFF2-40B4-BE49-F238E27FC236}">
                <a16:creationId xmlns:a16="http://schemas.microsoft.com/office/drawing/2014/main" id="{147B9E47-F1DF-4398-B28C-4C1071E000B6}"/>
              </a:ext>
            </a:extLst>
          </p:cNvPr>
          <p:cNvSpPr>
            <a:spLocks xmlns:a="http://schemas.openxmlformats.org/drawingml/2006/main" noGrp="1"/>
          </p:cNvSpPr>
          <p:nvPr/>
        </p:nvSpPr>
        <p:spPr>
          <a:xfrm xmlns:a="http://schemas.openxmlformats.org/drawingml/2006/main">
            <a:off x="6200775" y="1174495"/>
            <a:ext cx="5175250" cy="1865312"/>
          </a:xfrm>
          <a:prstGeom xmlns:a="http://schemas.openxmlformats.org/drawingml/2006/main" prst="roundRect">
            <a:avLst>
              <a:gd name="adj" fmla="val 8000"/>
            </a:avLst>
          </a:prstGeom>
          <a:solidFill xmlns:a="http://schemas.openxmlformats.org/drawingml/2006/main">
            <a:srgbClr val="F2F3F7"/>
          </a:solidFill>
          <a:ln xmlns:a="http://schemas.openxmlformats.org/drawingml/2006/main" w="6350">
            <a:solidFill>
              <a:srgbClr val="FFDA37">
                <a:alpha val="45000"/>
              </a:srgbClr>
            </a:solidFill>
            <a:prstDash val="solid"/>
          </a:ln>
          <a:effectLst xmlns:a="http://schemas.openxmlformats.org/drawingml/2006/main">
            <a:outerShdw blurRad="406400" dist="152400" dir="5400000" sx="100000" sy="100000" kx="0" ky="0" algn="bl" rotWithShape="0">
              <a:srgbClr val="000000">
                <a:alpha val="14000"/>
              </a:srgbClr>
            </a:outerShdw>
          </a:effectLst>
        </p:spPr>
      </p:sp>
      <p:sp>
        <p:nvSpPr>
          <p:cNvPr id="107" name="Text 9">
            <a:extLst xmlns:a="http://schemas.openxmlformats.org/drawingml/2006/main">
              <a:ext uri="{FF2B5EF4-FFF2-40B4-BE49-F238E27FC236}">
                <a16:creationId xmlns:a16="http://schemas.microsoft.com/office/drawing/2014/main" id="{75A2DB8E-FBBB-4048-BF56-7F1EDA6A9311}"/>
              </a:ext>
            </a:extLst>
          </p:cNvPr>
          <p:cNvSpPr>
            <a:spLocks xmlns:a="http://schemas.openxmlformats.org/drawingml/2006/main" noGrp="1"/>
          </p:cNvSpPr>
          <p:nvPr/>
        </p:nvSpPr>
        <p:spPr>
          <a:xfrm xmlns:a="http://schemas.openxmlformats.org/drawingml/2006/main">
            <a:off x="6457950" y="1431670"/>
            <a:ext cx="4800727" cy="29964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60"/>
              </a:lnSpc>
              <a:buNone/>
            </a:pPr>
            <a:r>
              <a:rPr sz="1800" b="1">
                <a:solidFill>
                  <a:srgbClr val="292B45"/>
                </a:solidFill>
                <a:latin typeface="Segoe UI"/>
                <a:ea typeface="Segoe UI"/>
                <a:cs typeface="Segoe UI"/>
              </a:rPr>
              <a:t>Init · arranque</a:t>
            </a:r>
            <a:endParaRPr sz="1800"/>
          </a:p>
        </p:txBody>
      </p:sp>
      <p:sp>
        <p:nvSpPr>
          <p:cNvPr id="108" name="Text 10">
            <a:extLst xmlns:a="http://schemas.openxmlformats.org/drawingml/2006/main">
              <a:ext uri="{FF2B5EF4-FFF2-40B4-BE49-F238E27FC236}">
                <a16:creationId xmlns:a16="http://schemas.microsoft.com/office/drawing/2014/main" id="{DEBDE21D-5B49-400E-A9ED-989F4AA1F59C}"/>
              </a:ext>
            </a:extLst>
          </p:cNvPr>
          <p:cNvSpPr>
            <a:spLocks xmlns:a="http://schemas.openxmlformats.org/drawingml/2006/main" noGrp="1"/>
          </p:cNvSpPr>
          <p:nvPr/>
        </p:nvSpPr>
        <p:spPr>
          <a:xfrm xmlns:a="http://schemas.openxmlformats.org/drawingml/2006/main">
            <a:off x="6457950" y="1782111"/>
            <a:ext cx="4800727"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0"/>
              </a:lnSpc>
              <a:buNone/>
            </a:pPr>
            <a:r>
              <a:rPr sz="1300" b="1">
                <a:solidFill>
                  <a:srgbClr val="292B45"/>
                </a:solidFill>
                <a:latin typeface="Segoe UI"/>
                <a:ea typeface="Segoe UI"/>
                <a:cs typeface="Segoe UI"/>
              </a:rPr>
              <a:t>Hace:</a:t>
            </a:r>
            <a:r>
              <a:rPr sz="1300">
                <a:solidFill>
                  <a:srgbClr val="292B45"/>
                </a:solidFill>
                <a:latin typeface="Segoe UI"/>
                <a:ea typeface="Segoe UI"/>
                <a:cs typeface="Segoe UI"/>
              </a:rPr>
              <a:t> un único pac copilot init --authoring-mode cli-copilot. Un agente vacío.</a:t>
            </a:r>
            <a:endParaRPr sz="1300"/>
          </a:p>
        </p:txBody>
      </p:sp>
      <p:sp>
        <p:nvSpPr>
          <p:cNvPr id="109" name="Text 11">
            <a:extLst xmlns:a="http://schemas.openxmlformats.org/drawingml/2006/main">
              <a:ext uri="{FF2B5EF4-FFF2-40B4-BE49-F238E27FC236}">
                <a16:creationId xmlns:a16="http://schemas.microsoft.com/office/drawing/2014/main" id="{8A783357-6884-4B85-B05E-05E09138C7A7}"/>
              </a:ext>
            </a:extLst>
          </p:cNvPr>
          <p:cNvSpPr>
            <a:spLocks xmlns:a="http://schemas.openxmlformats.org/drawingml/2006/main" noGrp="1"/>
          </p:cNvSpPr>
          <p:nvPr/>
        </p:nvSpPr>
        <p:spPr>
          <a:xfrm xmlns:a="http://schemas.openxmlformats.org/drawingml/2006/main">
            <a:off x="6457950" y="2320472"/>
            <a:ext cx="4800727"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0"/>
              </a:lnSpc>
              <a:buNone/>
            </a:pPr>
            <a:r>
              <a:rPr sz="1300" b="1">
                <a:solidFill>
                  <a:srgbClr val="292B45"/>
                </a:solidFill>
                <a:latin typeface="Segoe UI"/>
                <a:ea typeface="Segoe UI"/>
                <a:cs typeface="Segoe UI"/>
              </a:rPr>
              <a:t>Nunca:</a:t>
            </a:r>
            <a:r>
              <a:rPr sz="1300">
                <a:solidFill>
                  <a:srgbClr val="292B45"/>
                </a:solidFill>
                <a:latin typeface="Segoe UI"/>
                <a:ea typeface="Segoe UI"/>
                <a:cs typeface="Segoe UI"/>
              </a:rPr>
              <a:t> toca el comportamiento ni pisa una carpeta que ya existe.</a:t>
            </a:r>
            <a:endParaRPr sz="1300"/>
          </a:p>
        </p:txBody>
      </p:sp>
      <p:sp>
        <p:nvSpPr>
          <p:cNvPr id="110" name="Shape 12">
            <a:extLst xmlns:a="http://schemas.openxmlformats.org/drawingml/2006/main">
              <a:ext uri="{FF2B5EF4-FFF2-40B4-BE49-F238E27FC236}">
                <a16:creationId xmlns:a16="http://schemas.microsoft.com/office/drawing/2014/main" id="{B13A39BB-2F35-49F7-B112-3745A828A5C0}"/>
              </a:ext>
            </a:extLst>
          </p:cNvPr>
          <p:cNvSpPr>
            <a:spLocks xmlns:a="http://schemas.openxmlformats.org/drawingml/2006/main" noGrp="1"/>
          </p:cNvSpPr>
          <p:nvPr/>
        </p:nvSpPr>
        <p:spPr>
          <a:xfrm xmlns:a="http://schemas.openxmlformats.org/drawingml/2006/main">
            <a:off x="815975" y="3249358"/>
            <a:ext cx="5175250" cy="1634232"/>
          </a:xfrm>
          <a:prstGeom xmlns:a="http://schemas.openxmlformats.org/drawingml/2006/main" prst="roundRect">
            <a:avLst>
              <a:gd name="adj" fmla="val 9131"/>
            </a:avLst>
          </a:prstGeom>
          <a:solidFill xmlns:a="http://schemas.openxmlformats.org/drawingml/2006/main">
            <a:srgbClr val="F2F3F7"/>
          </a:solidFill>
          <a:ln xmlns:a="http://schemas.openxmlformats.org/drawingml/2006/main" w="6350">
            <a:solidFill>
              <a:srgbClr val="FF509F">
                <a:alpha val="45000"/>
              </a:srgbClr>
            </a:solidFill>
            <a:prstDash val="solid"/>
          </a:ln>
          <a:effectLst xmlns:a="http://schemas.openxmlformats.org/drawingml/2006/main">
            <a:outerShdw blurRad="406400" dist="152400" dir="5400000" sx="100000" sy="100000" kx="0" ky="0" algn="bl" rotWithShape="0">
              <a:srgbClr val="000000">
                <a:alpha val="14000"/>
              </a:srgbClr>
            </a:outerShdw>
          </a:effectLst>
        </p:spPr>
      </p:sp>
      <p:sp>
        <p:nvSpPr>
          <p:cNvPr id="111" name="Text 13">
            <a:extLst xmlns:a="http://schemas.openxmlformats.org/drawingml/2006/main">
              <a:ext uri="{FF2B5EF4-FFF2-40B4-BE49-F238E27FC236}">
                <a16:creationId xmlns:a16="http://schemas.microsoft.com/office/drawing/2014/main" id="{0F546AE7-8681-4E98-9C98-DE7713064A16}"/>
              </a:ext>
            </a:extLst>
          </p:cNvPr>
          <p:cNvSpPr>
            <a:spLocks xmlns:a="http://schemas.openxmlformats.org/drawingml/2006/main" noGrp="1"/>
          </p:cNvSpPr>
          <p:nvPr/>
        </p:nvSpPr>
        <p:spPr>
          <a:xfrm xmlns:a="http://schemas.openxmlformats.org/drawingml/2006/main">
            <a:off x="1073150" y="3506533"/>
            <a:ext cx="4800727" cy="29964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60"/>
              </a:lnSpc>
              <a:buNone/>
            </a:pPr>
            <a:r>
              <a:rPr sz="1800" b="1">
                <a:solidFill>
                  <a:srgbClr val="FF509F"/>
                </a:solidFill>
                <a:latin typeface="Segoe UI"/>
                <a:ea typeface="Segoe UI"/>
                <a:cs typeface="Segoe UI"/>
              </a:rPr>
              <a:t>Describer · auditoría</a:t>
            </a:r>
            <a:endParaRPr sz="1800"/>
          </a:p>
        </p:txBody>
      </p:sp>
      <p:sp>
        <p:nvSpPr>
          <p:cNvPr id="112" name="Text 14">
            <a:extLst xmlns:a="http://schemas.openxmlformats.org/drawingml/2006/main">
              <a:ext uri="{FF2B5EF4-FFF2-40B4-BE49-F238E27FC236}">
                <a16:creationId xmlns:a16="http://schemas.microsoft.com/office/drawing/2014/main" id="{81E2B750-9D8B-475D-8D18-D3E028E320DB}"/>
              </a:ext>
            </a:extLst>
          </p:cNvPr>
          <p:cNvSpPr>
            <a:spLocks xmlns:a="http://schemas.openxmlformats.org/drawingml/2006/main" noGrp="1"/>
          </p:cNvSpPr>
          <p:nvPr/>
        </p:nvSpPr>
        <p:spPr>
          <a:xfrm xmlns:a="http://schemas.openxmlformats.org/drawingml/2006/main">
            <a:off x="1073150" y="3856973"/>
            <a:ext cx="4800727"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0"/>
              </a:lnSpc>
              <a:buNone/>
            </a:pPr>
            <a:r>
              <a:rPr sz="1300" b="1">
                <a:solidFill>
                  <a:srgbClr val="292B45"/>
                </a:solidFill>
                <a:latin typeface="Segoe UI"/>
                <a:ea typeface="Segoe UI"/>
                <a:cs typeface="Segoe UI"/>
              </a:rPr>
              <a:t>Hace:</a:t>
            </a:r>
            <a:r>
              <a:rPr sz="1300">
                <a:solidFill>
                  <a:srgbClr val="292B45"/>
                </a:solidFill>
                <a:latin typeface="Segoe UI"/>
                <a:ea typeface="Segoe UI"/>
                <a:cs typeface="Segoe UI"/>
              </a:rPr>
              <a:t> lee el workspace y escribe un informe en lenguaje llano, con user stories y dudas.</a:t>
            </a:r>
            <a:endParaRPr sz="1300"/>
          </a:p>
        </p:txBody>
      </p:sp>
      <p:sp>
        <p:nvSpPr>
          <p:cNvPr id="113" name="Text 15">
            <a:extLst xmlns:a="http://schemas.openxmlformats.org/drawingml/2006/main">
              <a:ext uri="{FF2B5EF4-FFF2-40B4-BE49-F238E27FC236}">
                <a16:creationId xmlns:a16="http://schemas.microsoft.com/office/drawing/2014/main" id="{F0300A8F-8762-4941-AEC6-CA4A0061B98B}"/>
              </a:ext>
            </a:extLst>
          </p:cNvPr>
          <p:cNvSpPr>
            <a:spLocks xmlns:a="http://schemas.openxmlformats.org/drawingml/2006/main" noGrp="1"/>
          </p:cNvSpPr>
          <p:nvPr/>
        </p:nvSpPr>
        <p:spPr>
          <a:xfrm xmlns:a="http://schemas.openxmlformats.org/drawingml/2006/main">
            <a:off x="1073150" y="4395334"/>
            <a:ext cx="4800727"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5"/>
              </a:lnSpc>
              <a:buNone/>
            </a:pPr>
            <a:r>
              <a:rPr sz="1039" b="1">
                <a:solidFill>
                  <a:srgbClr val="292B45"/>
                </a:solidFill>
                <a:latin typeface="Segoe UI"/>
                <a:ea typeface="Segoe UI"/>
                <a:cs typeface="Segoe UI"/>
              </a:rPr>
              <a:t>Nunca:</a:t>
            </a:r>
            <a:r>
              <a:rPr sz="1039">
                <a:solidFill>
                  <a:srgbClr val="292B45"/>
                </a:solidFill>
                <a:latin typeface="Segoe UI"/>
                <a:ea typeface="Segoe UI"/>
                <a:cs typeface="Segoe UI"/>
              </a:rPr>
              <a:t> edita, sincroniza ni recomienda. Solo lectura.</a:t>
            </a:r>
            <a:endParaRPr sz="1039"/>
          </a:p>
        </p:txBody>
      </p:sp>
      <p:sp>
        <p:nvSpPr>
          <p:cNvPr id="114" name="Shape 16">
            <a:extLst xmlns:a="http://schemas.openxmlformats.org/drawingml/2006/main">
              <a:ext uri="{FF2B5EF4-FFF2-40B4-BE49-F238E27FC236}">
                <a16:creationId xmlns:a16="http://schemas.microsoft.com/office/drawing/2014/main" id="{9C3CBBAB-87E9-4624-B6DB-76061F48FA23}"/>
              </a:ext>
            </a:extLst>
          </p:cNvPr>
          <p:cNvSpPr>
            <a:spLocks xmlns:a="http://schemas.openxmlformats.org/drawingml/2006/main" noGrp="1"/>
          </p:cNvSpPr>
          <p:nvPr/>
        </p:nvSpPr>
        <p:spPr>
          <a:xfrm xmlns:a="http://schemas.openxmlformats.org/drawingml/2006/main">
            <a:off x="6200775" y="3249358"/>
            <a:ext cx="5175250" cy="1634232"/>
          </a:xfrm>
          <a:prstGeom xmlns:a="http://schemas.openxmlformats.org/drawingml/2006/main" prst="roundRect">
            <a:avLst>
              <a:gd name="adj" fmla="val 9131"/>
            </a:avLst>
          </a:prstGeom>
          <a:solidFill xmlns:a="http://schemas.openxmlformats.org/drawingml/2006/main">
            <a:srgbClr val="F2F3F7"/>
          </a:solidFill>
          <a:ln xmlns:a="http://schemas.openxmlformats.org/drawingml/2006/main" w="6350">
            <a:solidFill>
              <a:srgbClr val="D9DBE3">
                <a:alpha val="30000"/>
              </a:srgbClr>
            </a:solidFill>
            <a:prstDash val="solid"/>
          </a:ln>
          <a:effectLst xmlns:a="http://schemas.openxmlformats.org/drawingml/2006/main">
            <a:outerShdw blurRad="406400" dist="152400" dir="5400000" sx="100000" sy="100000" kx="0" ky="0" algn="bl" rotWithShape="0">
              <a:srgbClr val="000000">
                <a:alpha val="14000"/>
              </a:srgbClr>
            </a:outerShdw>
          </a:effectLst>
        </p:spPr>
      </p:sp>
      <p:sp>
        <p:nvSpPr>
          <p:cNvPr id="115" name="Text 17">
            <a:extLst xmlns:a="http://schemas.openxmlformats.org/drawingml/2006/main">
              <a:ext uri="{FF2B5EF4-FFF2-40B4-BE49-F238E27FC236}">
                <a16:creationId xmlns:a16="http://schemas.microsoft.com/office/drawing/2014/main" id="{A21F6FE3-E8F9-40B2-BAA8-C2448F51F9CF}"/>
              </a:ext>
            </a:extLst>
          </p:cNvPr>
          <p:cNvSpPr>
            <a:spLocks xmlns:a="http://schemas.openxmlformats.org/drawingml/2006/main" noGrp="1"/>
          </p:cNvSpPr>
          <p:nvPr/>
        </p:nvSpPr>
        <p:spPr>
          <a:xfrm xmlns:a="http://schemas.openxmlformats.org/drawingml/2006/main">
            <a:off x="6457950" y="3506533"/>
            <a:ext cx="4800727" cy="29964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60"/>
              </a:lnSpc>
              <a:buNone/>
            </a:pPr>
            <a:r>
              <a:rPr sz="1800" b="1">
                <a:solidFill>
                  <a:srgbClr val="292B45"/>
                </a:solidFill>
                <a:latin typeface="Segoe UI"/>
                <a:ea typeface="Segoe UI"/>
                <a:cs typeface="Segoe UI"/>
              </a:rPr>
              <a:t>Architect · diseño</a:t>
            </a:r>
            <a:endParaRPr sz="1800"/>
          </a:p>
        </p:txBody>
      </p:sp>
      <p:sp>
        <p:nvSpPr>
          <p:cNvPr id="116" name="Text 18">
            <a:extLst xmlns:a="http://schemas.openxmlformats.org/drawingml/2006/main">
              <a:ext uri="{FF2B5EF4-FFF2-40B4-BE49-F238E27FC236}">
                <a16:creationId xmlns:a16="http://schemas.microsoft.com/office/drawing/2014/main" id="{FD5E2F0F-FA4F-4815-A831-57B4AFC4EA47}"/>
              </a:ext>
            </a:extLst>
          </p:cNvPr>
          <p:cNvSpPr>
            <a:spLocks xmlns:a="http://schemas.openxmlformats.org/drawingml/2006/main" noGrp="1"/>
          </p:cNvSpPr>
          <p:nvPr/>
        </p:nvSpPr>
        <p:spPr>
          <a:xfrm xmlns:a="http://schemas.openxmlformats.org/drawingml/2006/main">
            <a:off x="6457950" y="3856973"/>
            <a:ext cx="4800727"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0"/>
              </a:lnSpc>
              <a:buNone/>
            </a:pPr>
            <a:r>
              <a:rPr sz="1300" b="1">
                <a:solidFill>
                  <a:srgbClr val="292B45"/>
                </a:solidFill>
                <a:latin typeface="Segoe UI"/>
                <a:ea typeface="Segoe UI"/>
                <a:cs typeface="Segoe UI"/>
              </a:rPr>
              <a:t>Hace:</a:t>
            </a:r>
            <a:r>
              <a:rPr sz="1300">
                <a:solidFill>
                  <a:srgbClr val="292B45"/>
                </a:solidFill>
                <a:latin typeface="Segoe UI"/>
                <a:ea typeface="Segoe UI"/>
                <a:cs typeface="Segoe UI"/>
              </a:rPr>
              <a:t> convierte una descripción en lenguaje natural en el YAML del agente.</a:t>
            </a:r>
            <a:endParaRPr sz="1300"/>
          </a:p>
        </p:txBody>
      </p:sp>
      <p:sp>
        <p:nvSpPr>
          <p:cNvPr id="117" name="Text 19">
            <a:extLst xmlns:a="http://schemas.openxmlformats.org/drawingml/2006/main">
              <a:ext uri="{FF2B5EF4-FFF2-40B4-BE49-F238E27FC236}">
                <a16:creationId xmlns:a16="http://schemas.microsoft.com/office/drawing/2014/main" id="{8B02F012-A572-4C37-B194-A158683452B8}"/>
              </a:ext>
            </a:extLst>
          </p:cNvPr>
          <p:cNvSpPr>
            <a:spLocks xmlns:a="http://schemas.openxmlformats.org/drawingml/2006/main" noGrp="1"/>
          </p:cNvSpPr>
          <p:nvPr/>
        </p:nvSpPr>
        <p:spPr>
          <a:xfrm xmlns:a="http://schemas.openxmlformats.org/drawingml/2006/main">
            <a:off x="6457950" y="4395334"/>
            <a:ext cx="4800727"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46"/>
              </a:lnSpc>
              <a:buNone/>
            </a:pPr>
            <a:r>
              <a:rPr sz="1104" b="1">
                <a:solidFill>
                  <a:srgbClr val="292B45"/>
                </a:solidFill>
                <a:latin typeface="Segoe UI"/>
                <a:ea typeface="Segoe UI"/>
                <a:cs typeface="Segoe UI"/>
              </a:rPr>
              <a:t>Nunca:</a:t>
            </a:r>
            <a:r>
              <a:rPr sz="1104">
                <a:solidFill>
                  <a:srgbClr val="292B45"/>
                </a:solidFill>
                <a:latin typeface="Segoe UI"/>
                <a:ea typeface="Segoe UI"/>
                <a:cs typeface="Segoe UI"/>
              </a:rPr>
              <a:t> empaqueta ni publica. Solo escribe ficheros.</a:t>
            </a:r>
            <a:endParaRPr sz="1104"/>
          </a:p>
        </p:txBody>
      </p:sp>
      <p:sp>
        <p:nvSpPr>
          <p:cNvPr id="118" name="Freeform: Shape 44">
            <a:extLst xmlns:a="http://schemas.openxmlformats.org/drawingml/2006/main">
              <a:ext uri="{FF2B5EF4-FFF2-40B4-BE49-F238E27FC236}">
                <a16:creationId xmlns:a16="http://schemas.microsoft.com/office/drawing/2014/main" id="{641310B7-2D26-4B8E-B802-4AA8EA575187}"/>
              </a:ext>
            </a:extLst>
          </p:cNvPr>
          <p:cNvSpPr>
            <a:spLocks xmlns:a="http://schemas.openxmlformats.org/drawingml/2006/main" noGrp="1"/>
          </p:cNvSpPr>
          <p:nvPr/>
        </p:nvSpPr>
        <p:spPr>
          <a:xfrm xmlns:a="http://schemas.openxmlformats.org/drawingml/2006/main">
            <a:off x="11290000" y="-60000"/>
            <a:ext cx="960000" cy="900000"/>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rgbClr val="FF509F"/>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19" name="Freeform: Shape 45">
            <a:extLst xmlns:a="http://schemas.openxmlformats.org/drawingml/2006/main">
              <a:ext uri="{FF2B5EF4-FFF2-40B4-BE49-F238E27FC236}">
                <a16:creationId xmlns:a16="http://schemas.microsoft.com/office/drawing/2014/main" id="{D4B55173-D163-4D03-84FE-14105F59E0B0}"/>
              </a:ext>
            </a:extLst>
          </p:cNvPr>
          <p:cNvSpPr>
            <a:spLocks xmlns:a="http://schemas.openxmlformats.org/drawingml/2006/main" noGrp="1"/>
          </p:cNvSpPr>
          <p:nvPr/>
        </p:nvSpPr>
        <p:spPr>
          <a:xfrm xmlns:a="http://schemas.openxmlformats.org/drawingml/2006/main">
            <a:off x="11720000" y="900000"/>
            <a:ext cx="110000" cy="110000"/>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rgbClr val="FF509F"/>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Tree>
    <p:extLst>
      <p:ext uri="{BB962C8B-B14F-4D97-AF65-F5344CB8AC3E}">
        <p14:creationId xmlns:p14="http://schemas.microsoft.com/office/powerpoint/2010/main" val="75798364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01" name="Text 3">
            <a:extLst xmlns:a="http://schemas.openxmlformats.org/drawingml/2006/main">
              <a:ext uri="{FF2B5EF4-FFF2-40B4-BE49-F238E27FC236}">
                <a16:creationId xmlns:a16="http://schemas.microsoft.com/office/drawing/2014/main" id="{F97F1654-FB85-4ABC-87B5-63DB0C41ED8D}"/>
              </a:ext>
            </a:extLst>
          </p:cNvPr>
          <p:cNvSpPr>
            <a:spLocks xmlns:a="http://schemas.openxmlformats.org/drawingml/2006/main" noGrp="1"/>
          </p:cNvSpPr>
          <p:nvPr/>
        </p:nvSpPr>
        <p:spPr>
          <a:xfrm xmlns:a="http://schemas.openxmlformats.org/drawingml/2006/main">
            <a:off x="812800" y="1186699"/>
            <a:ext cx="732536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spc="200">
                <a:solidFill>
                  <a:srgbClr val="119F9A"/>
                </a:solidFill>
                <a:latin typeface="Segoe UI"/>
                <a:ea typeface="Segoe UI"/>
                <a:cs typeface="Segoe UI"/>
              </a:rPr>
              <a:t>EL MISMO PLUGIN, OTRO ASISTENTE</a:t>
            </a:r>
            <a:endParaRPr sz="1200"/>
          </a:p>
        </p:txBody>
      </p:sp>
      <p:sp>
        <p:nvSpPr>
          <p:cNvPr id="102" name="Text 4">
            <a:extLst xmlns:a="http://schemas.openxmlformats.org/drawingml/2006/main">
              <a:ext uri="{FF2B5EF4-FFF2-40B4-BE49-F238E27FC236}">
                <a16:creationId xmlns:a16="http://schemas.microsoft.com/office/drawing/2014/main" id="{1032CEC8-8832-4BC2-9ED8-20BA2D46E655}"/>
              </a:ext>
            </a:extLst>
          </p:cNvPr>
          <p:cNvSpPr>
            <a:spLocks xmlns:a="http://schemas.openxmlformats.org/drawingml/2006/main" noGrp="1"/>
          </p:cNvSpPr>
          <p:nvPr/>
        </p:nvSpPr>
        <p:spPr>
          <a:xfrm xmlns:a="http://schemas.openxmlformats.org/drawingml/2006/main">
            <a:off x="812800" y="1603220"/>
            <a:ext cx="7325360" cy="96004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680"/>
              </a:lnSpc>
              <a:buNone/>
            </a:pPr>
            <a:r>
              <a:rPr sz="3200" b="1">
                <a:solidFill>
                  <a:srgbClr val="292B45"/>
                </a:solidFill>
                <a:latin typeface="Segoe UI"/>
                <a:ea typeface="Segoe UI"/>
                <a:cs typeface="Segoe UI"/>
              </a:rPr>
              <a:t>Los cuatro también están en GitHub Copilot Chat</a:t>
            </a:r>
            <a:endParaRPr sz="3200"/>
          </a:p>
        </p:txBody>
      </p:sp>
      <p:sp>
        <p:nvSpPr>
          <p:cNvPr id="103" name="Text 5">
            <a:extLst xmlns:a="http://schemas.openxmlformats.org/drawingml/2006/main">
              <a:ext uri="{FF2B5EF4-FFF2-40B4-BE49-F238E27FC236}">
                <a16:creationId xmlns:a16="http://schemas.microsoft.com/office/drawing/2014/main" id="{ACA25929-68FC-40A9-8D14-323B81E1AD87}"/>
              </a:ext>
            </a:extLst>
          </p:cNvPr>
          <p:cNvSpPr>
            <a:spLocks xmlns:a="http://schemas.openxmlformats.org/drawingml/2006/main" noGrp="1"/>
          </p:cNvSpPr>
          <p:nvPr/>
        </p:nvSpPr>
        <p:spPr>
          <a:xfrm xmlns:a="http://schemas.openxmlformats.org/drawingml/2006/main">
            <a:off x="812800" y="2741060"/>
            <a:ext cx="732536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95"/>
              </a:lnSpc>
              <a:buNone/>
            </a:pPr>
            <a:r>
              <a:rPr sz="1425">
                <a:solidFill>
                  <a:srgbClr val="292B45"/>
                </a:solidFill>
                <a:latin typeface="Segoe UI"/>
                <a:ea typeface="Segoe UI"/>
                <a:cs typeface="Segoe UI"/>
              </a:rPr>
              <a:t>El plugin mcs-assistant se instala en Claude Code y en Copilot Chat. En Copilot Chat, los subagentes salen en el selector de agentes.</a:t>
            </a:r>
            <a:endParaRPr sz="1425"/>
          </a:p>
        </p:txBody>
      </p:sp>
      <p:sp>
        <p:nvSpPr>
          <p:cNvPr id="104" name="Shape 6">
            <a:extLst xmlns:a="http://schemas.openxmlformats.org/drawingml/2006/main">
              <a:ext uri="{FF2B5EF4-FFF2-40B4-BE49-F238E27FC236}">
                <a16:creationId xmlns:a16="http://schemas.microsoft.com/office/drawing/2014/main" id="{E53CA794-3BCD-443B-90CA-C02060B121CA}"/>
              </a:ext>
            </a:extLst>
          </p:cNvPr>
          <p:cNvSpPr>
            <a:spLocks xmlns:a="http://schemas.openxmlformats.org/drawingml/2006/main" noGrp="1"/>
          </p:cNvSpPr>
          <p:nvPr/>
        </p:nvSpPr>
        <p:spPr>
          <a:xfrm xmlns:a="http://schemas.openxmlformats.org/drawingml/2006/main">
            <a:off x="815975" y="3480835"/>
            <a:ext cx="7105650" cy="610791"/>
          </a:xfrm>
          <a:prstGeom xmlns:a="http://schemas.openxmlformats.org/drawingml/2006/main" prst="roundRect">
            <a:avLst>
              <a:gd name="adj" fmla="val 20273"/>
            </a:avLst>
          </a:prstGeom>
          <a:solidFill xmlns:a="http://schemas.openxmlformats.org/drawingml/2006/main">
            <a:srgbClr val="119F9A">
              <a:alpha val="14000"/>
            </a:srgbClr>
          </a:solidFill>
          <a:ln xmlns:a="http://schemas.openxmlformats.org/drawingml/2006/main" w="6350">
            <a:solidFill>
              <a:srgbClr val="119F9A">
                <a:alpha val="55000"/>
              </a:srgbClr>
            </a:solidFill>
            <a:prstDash val="solid"/>
          </a:ln>
        </p:spPr>
      </p:sp>
      <p:sp>
        <p:nvSpPr>
          <p:cNvPr id="105" name="Text 7">
            <a:extLst xmlns:a="http://schemas.openxmlformats.org/drawingml/2006/main">
              <a:ext uri="{FF2B5EF4-FFF2-40B4-BE49-F238E27FC236}">
                <a16:creationId xmlns:a16="http://schemas.microsoft.com/office/drawing/2014/main" id="{58CF2FDF-F762-4323-9085-F2BE52C6E8E6}"/>
              </a:ext>
            </a:extLst>
          </p:cNvPr>
          <p:cNvSpPr>
            <a:spLocks xmlns:a="http://schemas.openxmlformats.org/drawingml/2006/main" noGrp="1"/>
          </p:cNvSpPr>
          <p:nvPr/>
        </p:nvSpPr>
        <p:spPr>
          <a:xfrm xmlns:a="http://schemas.openxmlformats.org/drawingml/2006/main">
            <a:off x="1022350" y="3661810"/>
            <a:ext cx="6893687"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71"/>
              </a:lnSpc>
              <a:buNone/>
            </a:pPr>
            <a:r>
              <a:rPr sz="979" b="1">
                <a:solidFill>
                  <a:srgbClr val="292B45"/>
                </a:solidFill>
                <a:latin typeface="Segoe UI"/>
                <a:ea typeface="Segoe UI"/>
                <a:cs typeface="Segoe UI"/>
              </a:rPr>
              <a:t>Para mostrar:</a:t>
            </a:r>
            <a:r>
              <a:rPr sz="979">
                <a:solidFill>
                  <a:srgbClr val="292B45"/>
                </a:solidFill>
                <a:latin typeface="Segoe UI"/>
                <a:ea typeface="Segoe UI"/>
                <a:cs typeface="Segoe UI"/>
              </a:rPr>
              <a:t> Describer lee el workspace de Circe y explica lo que encuentra.</a:t>
            </a:r>
            <a:endParaRPr sz="979"/>
          </a:p>
        </p:txBody>
      </p:sp>
      <p:pic>
        <p:nvPicPr>
          <p:cNvPr id="112" name="Image 0"/>
          <p:cNvPicPr>
            <a:picLocks xmlns:a="http://schemas.openxmlformats.org/drawingml/2006/main" noChangeAspect="1"/>
          </p:cNvPicPr>
          <p:nvPr/>
        </p:nvPicPr>
        <p:blipFill>
          <a:blip xmlns:r="http://schemas.openxmlformats.org/officeDocument/2006/relationships" xmlns:a="http://schemas.openxmlformats.org/drawingml/2006/main" r:embed="R5d2f4808a24d41ac"/>
          <a:srcRect xmlns:a="http://schemas.openxmlformats.org/drawingml/2006/main" l="0" t="0" r="0" b="0"/>
          <a:stretch xmlns:a="http://schemas.openxmlformats.org/drawingml/2006/main"/>
        </p:blipFill>
        <p:spPr>
          <a:xfrm xmlns:a="http://schemas.openxmlformats.org/drawingml/2006/main">
            <a:off x="8331200" y="450000"/>
            <a:ext cx="3048000" cy="4381500"/>
          </a:xfrm>
          <a:prstGeom xmlns:a="http://schemas.openxmlformats.org/drawingml/2006/main" prst="roundRect">
            <a:avLst>
              <a:gd name="adj" fmla="val 3333"/>
            </a:avLst>
          </a:prstGeom>
        </p:spPr>
      </p:pic>
    </p:spTree>
    <p:extLst>
      <p:ext uri="{BB962C8B-B14F-4D97-AF65-F5344CB8AC3E}">
        <p14:creationId xmlns:p14="http://schemas.microsoft.com/office/powerpoint/2010/main" val="168930730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01" name="Text 2">
            <a:extLst xmlns:a="http://schemas.openxmlformats.org/drawingml/2006/main">
              <a:ext uri="{FF2B5EF4-FFF2-40B4-BE49-F238E27FC236}">
                <a16:creationId xmlns:a16="http://schemas.microsoft.com/office/drawing/2014/main" id="{891D0BB5-C204-4CDA-868A-C259FBA60DCA}"/>
              </a:ext>
            </a:extLst>
          </p:cNvPr>
          <p:cNvSpPr>
            <a:spLocks xmlns:a="http://schemas.openxmlformats.org/drawingml/2006/main" noGrp="1"/>
          </p:cNvSpPr>
          <p:nvPr/>
        </p:nvSpPr>
        <p:spPr>
          <a:xfrm xmlns:a="http://schemas.openxmlformats.org/drawingml/2006/main">
            <a:off x="812800" y="4500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spc="200">
                <a:solidFill>
                  <a:srgbClr val="119F9A"/>
                </a:solidFill>
                <a:latin typeface="Segoe UI"/>
                <a:ea typeface="Segoe UI"/>
                <a:cs typeface="Segoe UI"/>
              </a:rPr>
              <a:t>/MCS-ASSISTANT:MIGRATE</a:t>
            </a:r>
            <a:endParaRPr sz="1200"/>
          </a:p>
        </p:txBody>
      </p:sp>
      <p:sp>
        <p:nvSpPr>
          <p:cNvPr id="102" name="Text 3">
            <a:extLst xmlns:a="http://schemas.openxmlformats.org/drawingml/2006/main">
              <a:ext uri="{FF2B5EF4-FFF2-40B4-BE49-F238E27FC236}">
                <a16:creationId xmlns:a16="http://schemas.microsoft.com/office/drawing/2014/main" id="{E5908CC6-4C3B-44D1-A898-EBEF2AECDA3C}"/>
              </a:ext>
            </a:extLst>
          </p:cNvPr>
          <p:cNvSpPr>
            <a:spLocks xmlns:a="http://schemas.openxmlformats.org/drawingml/2006/main" noGrp="1"/>
          </p:cNvSpPr>
          <p:nvPr/>
        </p:nvSpPr>
        <p:spPr>
          <a:xfrm xmlns:a="http://schemas.openxmlformats.org/drawingml/2006/main">
            <a:off x="812800" y="764920"/>
            <a:ext cx="10883392" cy="492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27"/>
              </a:lnSpc>
              <a:buNone/>
            </a:pPr>
            <a:r>
              <a:rPr sz="2719" b="1">
                <a:solidFill>
                  <a:srgbClr val="292B45"/>
                </a:solidFill>
                <a:latin typeface="Segoe UI"/>
                <a:ea typeface="Segoe UI"/>
                <a:cs typeface="Segoe UI"/>
              </a:rPr>
              <a:t>Los cuatro en cadena, con una persona en medio</a:t>
            </a:r>
            <a:endParaRPr sz="2719"/>
          </a:p>
        </p:txBody>
      </p:sp>
      <p:sp>
        <p:nvSpPr>
          <p:cNvPr id="103" name="Shape 4">
            <a:extLst xmlns:a="http://schemas.openxmlformats.org/drawingml/2006/main">
              <a:ext uri="{FF2B5EF4-FFF2-40B4-BE49-F238E27FC236}">
                <a16:creationId xmlns:a16="http://schemas.microsoft.com/office/drawing/2014/main" id="{EB5248C7-2E88-4ACD-890B-531A4D8D6D60}"/>
              </a:ext>
            </a:extLst>
          </p:cNvPr>
          <p:cNvSpPr>
            <a:spLocks xmlns:a="http://schemas.openxmlformats.org/drawingml/2006/main" noGrp="1"/>
          </p:cNvSpPr>
          <p:nvPr/>
        </p:nvSpPr>
        <p:spPr>
          <a:xfrm xmlns:a="http://schemas.openxmlformats.org/drawingml/2006/main">
            <a:off x="815975" y="1591016"/>
            <a:ext cx="1392734" cy="1269901"/>
          </a:xfrm>
          <a:prstGeom xmlns:a="http://schemas.openxmlformats.org/drawingml/2006/main" prst="roundRect">
            <a:avLst>
              <a:gd name="adj" fmla="val 9751"/>
            </a:avLst>
          </a:prstGeom>
          <a:solidFill xmlns:a="http://schemas.openxmlformats.org/drawingml/2006/main">
            <a:srgbClr val="F2F3F7"/>
          </a:solidFill>
          <a:ln xmlns:a="http://schemas.openxmlformats.org/drawingml/2006/main" w="6350">
            <a:solidFill>
              <a:srgbClr val="119F9A">
                <a:alpha val="45000"/>
              </a:srgbClr>
            </a:solidFill>
            <a:prstDash val="solid"/>
          </a:ln>
        </p:spPr>
      </p:sp>
      <p:sp>
        <p:nvSpPr>
          <p:cNvPr id="104" name="Text 5">
            <a:extLst xmlns:a="http://schemas.openxmlformats.org/drawingml/2006/main">
              <a:ext uri="{FF2B5EF4-FFF2-40B4-BE49-F238E27FC236}">
                <a16:creationId xmlns:a16="http://schemas.microsoft.com/office/drawing/2014/main" id="{65114823-884B-42C9-93FE-D3D00791B79D}"/>
              </a:ext>
            </a:extLst>
          </p:cNvPr>
          <p:cNvSpPr>
            <a:spLocks xmlns:a="http://schemas.openxmlformats.org/drawingml/2006/main" noGrp="1"/>
          </p:cNvSpPr>
          <p:nvPr/>
        </p:nvSpPr>
        <p:spPr>
          <a:xfrm xmlns:a="http://schemas.openxmlformats.org/drawingml/2006/main">
            <a:off x="996950" y="1771991"/>
            <a:ext cx="108158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119F9A"/>
                </a:solidFill>
                <a:latin typeface="Segoe UI"/>
                <a:ea typeface="Segoe UI"/>
                <a:cs typeface="Segoe UI"/>
              </a:rPr>
              <a:t>1 · Manage</a:t>
            </a:r>
            <a:endParaRPr sz="1200"/>
          </a:p>
        </p:txBody>
      </p:sp>
      <p:sp>
        <p:nvSpPr>
          <p:cNvPr id="105" name="Text 6">
            <a:extLst xmlns:a="http://schemas.openxmlformats.org/drawingml/2006/main">
              <a:ext uri="{FF2B5EF4-FFF2-40B4-BE49-F238E27FC236}">
                <a16:creationId xmlns:a16="http://schemas.microsoft.com/office/drawing/2014/main" id="{052E16AE-54D3-4751-83A5-5B55C27A8DB5}"/>
              </a:ext>
            </a:extLst>
          </p:cNvPr>
          <p:cNvSpPr>
            <a:spLocks xmlns:a="http://schemas.openxmlformats.org/drawingml/2006/main" noGrp="1"/>
          </p:cNvSpPr>
          <p:nvPr/>
        </p:nvSpPr>
        <p:spPr>
          <a:xfrm xmlns:a="http://schemas.openxmlformats.org/drawingml/2006/main">
            <a:off x="996950" y="2036111"/>
            <a:ext cx="1081584" cy="6692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0"/>
              </a:lnSpc>
              <a:buNone/>
            </a:pPr>
            <a:r>
              <a:rPr sz="1300">
                <a:solidFill>
                  <a:srgbClr val="292B45"/>
                </a:solidFill>
                <a:latin typeface="Segoe UI"/>
                <a:ea typeface="Segoe UI"/>
                <a:cs typeface="Segoe UI"/>
              </a:rPr>
              <a:t>Clona el agente clásico</a:t>
            </a:r>
            <a:endParaRPr sz="1300"/>
          </a:p>
        </p:txBody>
      </p:sp>
      <p:pic>
        <p:nvPicPr>
          <p:cNvPr id="141" name="Image 0"/>
          <p:cNvPicPr>
            <a:picLocks xmlns:a="http://schemas.openxmlformats.org/drawingml/2006/main" noChangeAspect="1"/>
          </p:cNvPicPr>
          <p:nvPr/>
        </p:nvPicPr>
        <p:blipFill>
          <a:blip xmlns:r="http://schemas.openxmlformats.org/officeDocument/2006/relationships" xmlns:a="http://schemas.openxmlformats.org/drawingml/2006/main" r:embed="Ra0e7da99f43c4cba"/>
          <a:srcRect xmlns:a="http://schemas.openxmlformats.org/drawingml/2006/main" l="0" t="0" r="0" b="0"/>
          <a:stretch xmlns:a="http://schemas.openxmlformats.org/drawingml/2006/main"/>
        </p:blipFill>
        <p:spPr>
          <a:xfrm xmlns:a="http://schemas.openxmlformats.org/drawingml/2006/main">
            <a:off x="2313484" y="2168766"/>
            <a:ext cx="228600" cy="114300"/>
          </a:xfrm>
          <a:prstGeom xmlns:a="http://schemas.openxmlformats.org/drawingml/2006/main" prst="rect">
            <a:avLst/>
          </a:prstGeom>
        </p:spPr>
      </p:pic>
      <p:sp>
        <p:nvSpPr>
          <p:cNvPr id="107" name="Shape 7">
            <a:extLst xmlns:a="http://schemas.openxmlformats.org/drawingml/2006/main">
              <a:ext uri="{FF2B5EF4-FFF2-40B4-BE49-F238E27FC236}">
                <a16:creationId xmlns:a16="http://schemas.microsoft.com/office/drawing/2014/main" id="{A5C674DA-1DC1-4CD4-A337-641744A4BB21}"/>
              </a:ext>
            </a:extLst>
          </p:cNvPr>
          <p:cNvSpPr>
            <a:spLocks xmlns:a="http://schemas.openxmlformats.org/drawingml/2006/main" noGrp="1"/>
          </p:cNvSpPr>
          <p:nvPr/>
        </p:nvSpPr>
        <p:spPr>
          <a:xfrm xmlns:a="http://schemas.openxmlformats.org/drawingml/2006/main">
            <a:off x="2646859" y="1698271"/>
            <a:ext cx="1392833" cy="1055291"/>
          </a:xfrm>
          <a:prstGeom xmlns:a="http://schemas.openxmlformats.org/drawingml/2006/main" prst="roundRect">
            <a:avLst>
              <a:gd name="adj" fmla="val 11734"/>
            </a:avLst>
          </a:prstGeom>
          <a:solidFill xmlns:a="http://schemas.openxmlformats.org/drawingml/2006/main">
            <a:srgbClr val="F2F3F7"/>
          </a:solidFill>
          <a:ln xmlns:a="http://schemas.openxmlformats.org/drawingml/2006/main" w="6350">
            <a:solidFill>
              <a:srgbClr val="FF509F">
                <a:alpha val="45000"/>
              </a:srgbClr>
            </a:solidFill>
            <a:prstDash val="solid"/>
          </a:ln>
        </p:spPr>
      </p:sp>
      <p:sp>
        <p:nvSpPr>
          <p:cNvPr id="108" name="Text 8">
            <a:extLst xmlns:a="http://schemas.openxmlformats.org/drawingml/2006/main">
              <a:ext uri="{FF2B5EF4-FFF2-40B4-BE49-F238E27FC236}">
                <a16:creationId xmlns:a16="http://schemas.microsoft.com/office/drawing/2014/main" id="{60338D33-6E7A-4137-926C-307F85615D38}"/>
              </a:ext>
            </a:extLst>
          </p:cNvPr>
          <p:cNvSpPr>
            <a:spLocks xmlns:a="http://schemas.openxmlformats.org/drawingml/2006/main" noGrp="1"/>
          </p:cNvSpPr>
          <p:nvPr/>
        </p:nvSpPr>
        <p:spPr>
          <a:xfrm xmlns:a="http://schemas.openxmlformats.org/drawingml/2006/main">
            <a:off x="2827834" y="1879246"/>
            <a:ext cx="10816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11"/>
              </a:lnSpc>
              <a:buNone/>
            </a:pPr>
            <a:r>
              <a:rPr sz="1080">
                <a:solidFill>
                  <a:srgbClr val="FF509F"/>
                </a:solidFill>
                <a:latin typeface="Segoe UI"/>
                <a:ea typeface="Segoe UI"/>
                <a:cs typeface="Segoe UI"/>
              </a:rPr>
              <a:t>2 · Describer</a:t>
            </a:r>
            <a:endParaRPr sz="1080"/>
          </a:p>
        </p:txBody>
      </p:sp>
      <p:sp>
        <p:nvSpPr>
          <p:cNvPr id="109" name="Text 9">
            <a:extLst xmlns:a="http://schemas.openxmlformats.org/drawingml/2006/main">
              <a:ext uri="{FF2B5EF4-FFF2-40B4-BE49-F238E27FC236}">
                <a16:creationId xmlns:a16="http://schemas.microsoft.com/office/drawing/2014/main" id="{50E2743C-C3B5-4336-822B-D8E943112DA0}"/>
              </a:ext>
            </a:extLst>
          </p:cNvPr>
          <p:cNvSpPr>
            <a:spLocks xmlns:a="http://schemas.openxmlformats.org/drawingml/2006/main" noGrp="1"/>
          </p:cNvSpPr>
          <p:nvPr/>
        </p:nvSpPr>
        <p:spPr>
          <a:xfrm xmlns:a="http://schemas.openxmlformats.org/drawingml/2006/main">
            <a:off x="2827834" y="2143366"/>
            <a:ext cx="1081683" cy="4546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0"/>
              </a:lnSpc>
              <a:buNone/>
            </a:pPr>
            <a:r>
              <a:rPr sz="1300">
                <a:solidFill>
                  <a:srgbClr val="292B45"/>
                </a:solidFill>
                <a:latin typeface="Segoe UI"/>
                <a:ea typeface="Segoe UI"/>
                <a:cs typeface="Segoe UI"/>
              </a:rPr>
              <a:t>Explica qué hace</a:t>
            </a:r>
            <a:endParaRPr sz="1300"/>
          </a:p>
        </p:txBody>
      </p:sp>
      <p:pic>
        <p:nvPicPr>
          <p:cNvPr id="145" name="Image 1"/>
          <p:cNvPicPr>
            <a:picLocks xmlns:a="http://schemas.openxmlformats.org/drawingml/2006/main" noChangeAspect="1"/>
          </p:cNvPicPr>
          <p:nvPr/>
        </p:nvPicPr>
        <p:blipFill>
          <a:blip xmlns:r="http://schemas.openxmlformats.org/officeDocument/2006/relationships" xmlns:a="http://schemas.openxmlformats.org/drawingml/2006/main" r:embed="Ra0e7da99f43c4cba"/>
          <a:srcRect xmlns:a="http://schemas.openxmlformats.org/drawingml/2006/main" l="0" t="0" r="0" b="0"/>
          <a:stretch xmlns:a="http://schemas.openxmlformats.org/drawingml/2006/main"/>
        </p:blipFill>
        <p:spPr>
          <a:xfrm xmlns:a="http://schemas.openxmlformats.org/drawingml/2006/main">
            <a:off x="4144466" y="2168766"/>
            <a:ext cx="228600" cy="114300"/>
          </a:xfrm>
          <a:prstGeom xmlns:a="http://schemas.openxmlformats.org/drawingml/2006/main" prst="rect">
            <a:avLst/>
          </a:prstGeom>
        </p:spPr>
      </p:pic>
      <p:sp>
        <p:nvSpPr>
          <p:cNvPr id="111" name="Shape 10">
            <a:extLst xmlns:a="http://schemas.openxmlformats.org/drawingml/2006/main">
              <a:ext uri="{FF2B5EF4-FFF2-40B4-BE49-F238E27FC236}">
                <a16:creationId xmlns:a16="http://schemas.microsoft.com/office/drawing/2014/main" id="{29965D63-7231-4FED-A5C3-EDABE6FD560D}"/>
              </a:ext>
            </a:extLst>
          </p:cNvPr>
          <p:cNvSpPr>
            <a:spLocks xmlns:a="http://schemas.openxmlformats.org/drawingml/2006/main" noGrp="1"/>
          </p:cNvSpPr>
          <p:nvPr/>
        </p:nvSpPr>
        <p:spPr>
          <a:xfrm xmlns:a="http://schemas.openxmlformats.org/drawingml/2006/main">
            <a:off x="4481016" y="1695096"/>
            <a:ext cx="1399084" cy="1061641"/>
          </a:xfrm>
          <a:prstGeom xmlns:a="http://schemas.openxmlformats.org/drawingml/2006/main" prst="roundRect">
            <a:avLst>
              <a:gd name="adj" fmla="val 11364"/>
            </a:avLst>
          </a:prstGeom>
          <a:solidFill xmlns:a="http://schemas.openxmlformats.org/drawingml/2006/main">
            <a:srgbClr val="FF509F">
              <a:alpha val="22000"/>
            </a:srgbClr>
          </a:solidFill>
          <a:ln xmlns:a="http://schemas.openxmlformats.org/drawingml/2006/main" w="12700">
            <a:solidFill>
              <a:srgbClr val="FF509F"/>
            </a:solidFill>
            <a:prstDash val="solid"/>
          </a:ln>
          <a:effectLst xmlns:a="http://schemas.openxmlformats.org/drawingml/2006/main">
            <a:outerShdw blurRad="304800" dist="0" dir="60000" sx="100000" sy="100000" kx="0" ky="0" algn="bl" rotWithShape="0">
              <a:srgbClr val="E879A8">
                <a:alpha val="14000"/>
              </a:srgbClr>
            </a:outerShdw>
          </a:effectLst>
        </p:spPr>
      </p:sp>
      <p:sp>
        <p:nvSpPr>
          <p:cNvPr id="112" name="Text 11">
            <a:extLst xmlns:a="http://schemas.openxmlformats.org/drawingml/2006/main">
              <a:ext uri="{FF2B5EF4-FFF2-40B4-BE49-F238E27FC236}">
                <a16:creationId xmlns:a16="http://schemas.microsoft.com/office/drawing/2014/main" id="{86EA3C7A-5446-414B-A042-0092FC12A128}"/>
              </a:ext>
            </a:extLst>
          </p:cNvPr>
          <p:cNvSpPr>
            <a:spLocks xmlns:a="http://schemas.openxmlformats.org/drawingml/2006/main" noGrp="1"/>
          </p:cNvSpPr>
          <p:nvPr/>
        </p:nvSpPr>
        <p:spPr>
          <a:xfrm xmlns:a="http://schemas.openxmlformats.org/drawingml/2006/main">
            <a:off x="4665166" y="1879246"/>
            <a:ext cx="108158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Segoe UI"/>
                <a:ea typeface="Segoe UI"/>
                <a:cs typeface="Segoe UI"/>
              </a:rPr>
              <a:t>3 · Persona</a:t>
            </a:r>
            <a:endParaRPr sz="1200"/>
          </a:p>
        </p:txBody>
      </p:sp>
      <p:sp>
        <p:nvSpPr>
          <p:cNvPr id="113" name="Text 12">
            <a:extLst xmlns:a="http://schemas.openxmlformats.org/drawingml/2006/main">
              <a:ext uri="{FF2B5EF4-FFF2-40B4-BE49-F238E27FC236}">
                <a16:creationId xmlns:a16="http://schemas.microsoft.com/office/drawing/2014/main" id="{E231358A-9FA8-44BF-83D9-C5596D4BB600}"/>
              </a:ext>
            </a:extLst>
          </p:cNvPr>
          <p:cNvSpPr>
            <a:spLocks xmlns:a="http://schemas.openxmlformats.org/drawingml/2006/main" noGrp="1"/>
          </p:cNvSpPr>
          <p:nvPr/>
        </p:nvSpPr>
        <p:spPr>
          <a:xfrm xmlns:a="http://schemas.openxmlformats.org/drawingml/2006/main">
            <a:off x="4665166" y="2143366"/>
            <a:ext cx="1081584" cy="4546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0"/>
              </a:lnSpc>
              <a:buNone/>
            </a:pPr>
            <a:r>
              <a:rPr sz="1300" b="1">
                <a:solidFill>
                  <a:srgbClr val="292B45"/>
                </a:solidFill>
                <a:latin typeface="Segoe UI"/>
                <a:ea typeface="Segoe UI"/>
                <a:cs typeface="Segoe UI"/>
              </a:rPr>
              <a:t>Aprueba el plan</a:t>
            </a:r>
            <a:endParaRPr sz="1300"/>
          </a:p>
        </p:txBody>
      </p:sp>
      <p:pic>
        <p:nvPicPr>
          <p:cNvPr id="149" name="Image 2"/>
          <p:cNvPicPr>
            <a:picLocks xmlns:a="http://schemas.openxmlformats.org/drawingml/2006/main" noChangeAspect="1"/>
          </p:cNvPicPr>
          <p:nvPr/>
        </p:nvPicPr>
        <p:blipFill>
          <a:blip xmlns:r="http://schemas.openxmlformats.org/officeDocument/2006/relationships" xmlns:a="http://schemas.openxmlformats.org/drawingml/2006/main" r:embed="Ra0e7da99f43c4cba"/>
          <a:srcRect xmlns:a="http://schemas.openxmlformats.org/drawingml/2006/main" l="0" t="0" r="0" b="0"/>
          <a:stretch xmlns:a="http://schemas.openxmlformats.org/drawingml/2006/main"/>
        </p:blipFill>
        <p:spPr>
          <a:xfrm xmlns:a="http://schemas.openxmlformats.org/drawingml/2006/main">
            <a:off x="5988050" y="2168766"/>
            <a:ext cx="228600" cy="114300"/>
          </a:xfrm>
          <a:prstGeom xmlns:a="http://schemas.openxmlformats.org/drawingml/2006/main" prst="rect">
            <a:avLst/>
          </a:prstGeom>
        </p:spPr>
      </p:pic>
      <p:sp>
        <p:nvSpPr>
          <p:cNvPr id="115" name="Shape 13">
            <a:extLst xmlns:a="http://schemas.openxmlformats.org/drawingml/2006/main">
              <a:ext uri="{FF2B5EF4-FFF2-40B4-BE49-F238E27FC236}">
                <a16:creationId xmlns:a16="http://schemas.microsoft.com/office/drawing/2014/main" id="{AC41B1C0-C884-4E86-919C-8B61257ECD03}"/>
              </a:ext>
            </a:extLst>
          </p:cNvPr>
          <p:cNvSpPr>
            <a:spLocks xmlns:a="http://schemas.openxmlformats.org/drawingml/2006/main" noGrp="1"/>
          </p:cNvSpPr>
          <p:nvPr/>
        </p:nvSpPr>
        <p:spPr>
          <a:xfrm xmlns:a="http://schemas.openxmlformats.org/drawingml/2006/main">
            <a:off x="6321425" y="1591016"/>
            <a:ext cx="1392833" cy="1269901"/>
          </a:xfrm>
          <a:prstGeom xmlns:a="http://schemas.openxmlformats.org/drawingml/2006/main" prst="roundRect">
            <a:avLst>
              <a:gd name="adj" fmla="val 9751"/>
            </a:avLst>
          </a:prstGeom>
          <a:solidFill xmlns:a="http://schemas.openxmlformats.org/drawingml/2006/main">
            <a:srgbClr val="F2F3F7"/>
          </a:solidFill>
          <a:ln xmlns:a="http://schemas.openxmlformats.org/drawingml/2006/main" w="6350">
            <a:solidFill>
              <a:srgbClr val="FFDA37">
                <a:alpha val="45000"/>
              </a:srgbClr>
            </a:solidFill>
            <a:prstDash val="solid"/>
          </a:ln>
        </p:spPr>
      </p:sp>
      <p:sp>
        <p:nvSpPr>
          <p:cNvPr id="116" name="Text 14">
            <a:extLst xmlns:a="http://schemas.openxmlformats.org/drawingml/2006/main">
              <a:ext uri="{FF2B5EF4-FFF2-40B4-BE49-F238E27FC236}">
                <a16:creationId xmlns:a16="http://schemas.microsoft.com/office/drawing/2014/main" id="{C348AE28-258A-40F0-A462-8834955EBB56}"/>
              </a:ext>
            </a:extLst>
          </p:cNvPr>
          <p:cNvSpPr>
            <a:spLocks xmlns:a="http://schemas.openxmlformats.org/drawingml/2006/main" noGrp="1"/>
          </p:cNvSpPr>
          <p:nvPr/>
        </p:nvSpPr>
        <p:spPr>
          <a:xfrm xmlns:a="http://schemas.openxmlformats.org/drawingml/2006/main">
            <a:off x="6502400" y="1771991"/>
            <a:ext cx="10816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Segoe UI"/>
                <a:ea typeface="Segoe UI"/>
                <a:cs typeface="Segoe UI"/>
              </a:rPr>
              <a:t>4 · Init</a:t>
            </a:r>
            <a:endParaRPr sz="1200"/>
          </a:p>
        </p:txBody>
      </p:sp>
      <p:sp>
        <p:nvSpPr>
          <p:cNvPr id="117" name="Text 15">
            <a:extLst xmlns:a="http://schemas.openxmlformats.org/drawingml/2006/main">
              <a:ext uri="{FF2B5EF4-FFF2-40B4-BE49-F238E27FC236}">
                <a16:creationId xmlns:a16="http://schemas.microsoft.com/office/drawing/2014/main" id="{508D7555-0426-47DC-ADF2-7D521A56A2F9}"/>
              </a:ext>
            </a:extLst>
          </p:cNvPr>
          <p:cNvSpPr>
            <a:spLocks xmlns:a="http://schemas.openxmlformats.org/drawingml/2006/main" noGrp="1"/>
          </p:cNvSpPr>
          <p:nvPr/>
        </p:nvSpPr>
        <p:spPr>
          <a:xfrm xmlns:a="http://schemas.openxmlformats.org/drawingml/2006/main">
            <a:off x="6502400" y="2036111"/>
            <a:ext cx="1081683" cy="6692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0"/>
              </a:lnSpc>
              <a:buNone/>
            </a:pPr>
            <a:r>
              <a:rPr sz="1300">
                <a:solidFill>
                  <a:srgbClr val="292B45"/>
                </a:solidFill>
                <a:latin typeface="Segoe UI"/>
                <a:ea typeface="Segoe UI"/>
                <a:cs typeface="Segoe UI"/>
              </a:rPr>
              <a:t>Crea el agente destino</a:t>
            </a:r>
            <a:endParaRPr sz="1300"/>
          </a:p>
        </p:txBody>
      </p:sp>
      <p:pic>
        <p:nvPicPr>
          <p:cNvPr id="153" name="Image 3"/>
          <p:cNvPicPr>
            <a:picLocks xmlns:a="http://schemas.openxmlformats.org/drawingml/2006/main" noChangeAspect="1"/>
          </p:cNvPicPr>
          <p:nvPr/>
        </p:nvPicPr>
        <p:blipFill>
          <a:blip xmlns:r="http://schemas.openxmlformats.org/officeDocument/2006/relationships" xmlns:a="http://schemas.openxmlformats.org/drawingml/2006/main" r:embed="Ra0e7da99f43c4cba"/>
          <a:srcRect xmlns:a="http://schemas.openxmlformats.org/drawingml/2006/main" l="0" t="0" r="0" b="0"/>
          <a:stretch xmlns:a="http://schemas.openxmlformats.org/drawingml/2006/main"/>
        </p:blipFill>
        <p:spPr>
          <a:xfrm xmlns:a="http://schemas.openxmlformats.org/drawingml/2006/main">
            <a:off x="7819033" y="2168766"/>
            <a:ext cx="228600" cy="114300"/>
          </a:xfrm>
          <a:prstGeom xmlns:a="http://schemas.openxmlformats.org/drawingml/2006/main" prst="rect">
            <a:avLst/>
          </a:prstGeom>
        </p:spPr>
      </p:pic>
      <p:sp>
        <p:nvSpPr>
          <p:cNvPr id="119" name="Shape 16">
            <a:extLst xmlns:a="http://schemas.openxmlformats.org/drawingml/2006/main">
              <a:ext uri="{FF2B5EF4-FFF2-40B4-BE49-F238E27FC236}">
                <a16:creationId xmlns:a16="http://schemas.microsoft.com/office/drawing/2014/main" id="{A40EB6B1-3343-478F-9A17-90CBB344BB9E}"/>
              </a:ext>
            </a:extLst>
          </p:cNvPr>
          <p:cNvSpPr>
            <a:spLocks xmlns:a="http://schemas.openxmlformats.org/drawingml/2006/main" noGrp="1"/>
          </p:cNvSpPr>
          <p:nvPr/>
        </p:nvSpPr>
        <p:spPr>
          <a:xfrm xmlns:a="http://schemas.openxmlformats.org/drawingml/2006/main">
            <a:off x="8152408" y="1698271"/>
            <a:ext cx="1392734" cy="1055291"/>
          </a:xfrm>
          <a:prstGeom xmlns:a="http://schemas.openxmlformats.org/drawingml/2006/main" prst="roundRect">
            <a:avLst>
              <a:gd name="adj" fmla="val 11734"/>
            </a:avLst>
          </a:prstGeom>
          <a:solidFill xmlns:a="http://schemas.openxmlformats.org/drawingml/2006/main">
            <a:srgbClr val="F2F3F7"/>
          </a:solidFill>
          <a:ln xmlns:a="http://schemas.openxmlformats.org/drawingml/2006/main" w="6350">
            <a:solidFill>
              <a:srgbClr val="D9DBE3">
                <a:alpha val="30000"/>
              </a:srgbClr>
            </a:solidFill>
            <a:prstDash val="solid"/>
          </a:ln>
        </p:spPr>
      </p:sp>
      <p:sp>
        <p:nvSpPr>
          <p:cNvPr id="120" name="Text 17">
            <a:extLst xmlns:a="http://schemas.openxmlformats.org/drawingml/2006/main">
              <a:ext uri="{FF2B5EF4-FFF2-40B4-BE49-F238E27FC236}">
                <a16:creationId xmlns:a16="http://schemas.microsoft.com/office/drawing/2014/main" id="{AE55606B-7210-4EFA-BD94-BAD59124D51E}"/>
              </a:ext>
            </a:extLst>
          </p:cNvPr>
          <p:cNvSpPr>
            <a:spLocks xmlns:a="http://schemas.openxmlformats.org/drawingml/2006/main" noGrp="1"/>
          </p:cNvSpPr>
          <p:nvPr/>
        </p:nvSpPr>
        <p:spPr>
          <a:xfrm xmlns:a="http://schemas.openxmlformats.org/drawingml/2006/main">
            <a:off x="8333383" y="1879246"/>
            <a:ext cx="108158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11"/>
              </a:lnSpc>
              <a:buNone/>
            </a:pPr>
            <a:r>
              <a:rPr sz="1080">
                <a:solidFill>
                  <a:srgbClr val="292B45"/>
                </a:solidFill>
                <a:latin typeface="Segoe UI"/>
                <a:ea typeface="Segoe UI"/>
                <a:cs typeface="Segoe UI"/>
              </a:rPr>
              <a:t>5 · Architect</a:t>
            </a:r>
            <a:endParaRPr sz="1080"/>
          </a:p>
        </p:txBody>
      </p:sp>
      <p:sp>
        <p:nvSpPr>
          <p:cNvPr id="121" name="Text 18">
            <a:extLst xmlns:a="http://schemas.openxmlformats.org/drawingml/2006/main">
              <a:ext uri="{FF2B5EF4-FFF2-40B4-BE49-F238E27FC236}">
                <a16:creationId xmlns:a16="http://schemas.microsoft.com/office/drawing/2014/main" id="{AE3A2556-0D68-4E8E-A808-376FDAC7BB57}"/>
              </a:ext>
            </a:extLst>
          </p:cNvPr>
          <p:cNvSpPr>
            <a:spLocks xmlns:a="http://schemas.openxmlformats.org/drawingml/2006/main" noGrp="1"/>
          </p:cNvSpPr>
          <p:nvPr/>
        </p:nvSpPr>
        <p:spPr>
          <a:xfrm xmlns:a="http://schemas.openxmlformats.org/drawingml/2006/main">
            <a:off x="8333383" y="2143366"/>
            <a:ext cx="1081584" cy="4546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0"/>
              </a:lnSpc>
              <a:buNone/>
            </a:pPr>
            <a:r>
              <a:rPr sz="1300">
                <a:solidFill>
                  <a:srgbClr val="292B45"/>
                </a:solidFill>
                <a:latin typeface="Segoe UI"/>
                <a:ea typeface="Segoe UI"/>
                <a:cs typeface="Segoe UI"/>
              </a:rPr>
              <a:t>Escribe el YAML</a:t>
            </a:r>
            <a:endParaRPr sz="1300"/>
          </a:p>
        </p:txBody>
      </p:sp>
      <p:pic>
        <p:nvPicPr>
          <p:cNvPr id="157" name="Image 4"/>
          <p:cNvPicPr>
            <a:picLocks xmlns:a="http://schemas.openxmlformats.org/drawingml/2006/main" noChangeAspect="1"/>
          </p:cNvPicPr>
          <p:nvPr/>
        </p:nvPicPr>
        <p:blipFill>
          <a:blip xmlns:r="http://schemas.openxmlformats.org/officeDocument/2006/relationships" xmlns:a="http://schemas.openxmlformats.org/drawingml/2006/main" r:embed="Ra0e7da99f43c4cba"/>
          <a:srcRect xmlns:a="http://schemas.openxmlformats.org/drawingml/2006/main" l="0" t="0" r="0" b="0"/>
          <a:stretch xmlns:a="http://schemas.openxmlformats.org/drawingml/2006/main"/>
        </p:blipFill>
        <p:spPr>
          <a:xfrm xmlns:a="http://schemas.openxmlformats.org/drawingml/2006/main">
            <a:off x="9649916" y="2168766"/>
            <a:ext cx="228600" cy="114300"/>
          </a:xfrm>
          <a:prstGeom xmlns:a="http://schemas.openxmlformats.org/drawingml/2006/main" prst="rect">
            <a:avLst/>
          </a:prstGeom>
        </p:spPr>
      </p:pic>
      <p:sp>
        <p:nvSpPr>
          <p:cNvPr id="123" name="Shape 19">
            <a:extLst xmlns:a="http://schemas.openxmlformats.org/drawingml/2006/main">
              <a:ext uri="{FF2B5EF4-FFF2-40B4-BE49-F238E27FC236}">
                <a16:creationId xmlns:a16="http://schemas.microsoft.com/office/drawing/2014/main" id="{8F4DB922-8929-4C62-990A-6745DD76C4D0}"/>
              </a:ext>
            </a:extLst>
          </p:cNvPr>
          <p:cNvSpPr>
            <a:spLocks xmlns:a="http://schemas.openxmlformats.org/drawingml/2006/main" noGrp="1"/>
          </p:cNvSpPr>
          <p:nvPr/>
        </p:nvSpPr>
        <p:spPr>
          <a:xfrm xmlns:a="http://schemas.openxmlformats.org/drawingml/2006/main">
            <a:off x="9983291" y="1805626"/>
            <a:ext cx="1392734" cy="840680"/>
          </a:xfrm>
          <a:prstGeom xmlns:a="http://schemas.openxmlformats.org/drawingml/2006/main" prst="roundRect">
            <a:avLst>
              <a:gd name="adj" fmla="val 14729"/>
            </a:avLst>
          </a:prstGeom>
          <a:solidFill xmlns:a="http://schemas.openxmlformats.org/drawingml/2006/main">
            <a:srgbClr val="F2F3F7"/>
          </a:solidFill>
          <a:ln xmlns:a="http://schemas.openxmlformats.org/drawingml/2006/main" w="6350">
            <a:solidFill>
              <a:srgbClr val="119F9A">
                <a:alpha val="45000"/>
              </a:srgbClr>
            </a:solidFill>
            <a:prstDash val="solid"/>
          </a:ln>
        </p:spPr>
      </p:sp>
      <p:sp>
        <p:nvSpPr>
          <p:cNvPr id="124" name="Text 20">
            <a:extLst xmlns:a="http://schemas.openxmlformats.org/drawingml/2006/main">
              <a:ext uri="{FF2B5EF4-FFF2-40B4-BE49-F238E27FC236}">
                <a16:creationId xmlns:a16="http://schemas.microsoft.com/office/drawing/2014/main" id="{9AFC918C-B403-45EB-B409-5FB3B9A8559D}"/>
              </a:ext>
            </a:extLst>
          </p:cNvPr>
          <p:cNvSpPr>
            <a:spLocks xmlns:a="http://schemas.openxmlformats.org/drawingml/2006/main" noGrp="1"/>
          </p:cNvSpPr>
          <p:nvPr/>
        </p:nvSpPr>
        <p:spPr>
          <a:xfrm xmlns:a="http://schemas.openxmlformats.org/drawingml/2006/main">
            <a:off x="10164266" y="1986601"/>
            <a:ext cx="108158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119F9A"/>
                </a:solidFill>
                <a:latin typeface="Segoe UI"/>
                <a:ea typeface="Segoe UI"/>
                <a:cs typeface="Segoe UI"/>
              </a:rPr>
              <a:t>6 · Manage</a:t>
            </a:r>
            <a:endParaRPr sz="1200"/>
          </a:p>
        </p:txBody>
      </p:sp>
      <p:sp>
        <p:nvSpPr>
          <p:cNvPr id="125" name="Text 21">
            <a:extLst xmlns:a="http://schemas.openxmlformats.org/drawingml/2006/main">
              <a:ext uri="{FF2B5EF4-FFF2-40B4-BE49-F238E27FC236}">
                <a16:creationId xmlns:a16="http://schemas.microsoft.com/office/drawing/2014/main" id="{936C8C86-A78D-4330-81CA-CC2075D34D9D}"/>
              </a:ext>
            </a:extLst>
          </p:cNvPr>
          <p:cNvSpPr>
            <a:spLocks xmlns:a="http://schemas.openxmlformats.org/drawingml/2006/main" noGrp="1"/>
          </p:cNvSpPr>
          <p:nvPr/>
        </p:nvSpPr>
        <p:spPr>
          <a:xfrm xmlns:a="http://schemas.openxmlformats.org/drawingml/2006/main">
            <a:off x="10164266" y="2250721"/>
            <a:ext cx="1081584" cy="24001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20"/>
              </a:lnSpc>
              <a:buNone/>
            </a:pPr>
            <a:r>
              <a:rPr sz="1169">
                <a:solidFill>
                  <a:srgbClr val="292B45"/>
                </a:solidFill>
                <a:latin typeface="Segoe UI"/>
                <a:ea typeface="Segoe UI"/>
                <a:cs typeface="Segoe UI"/>
              </a:rPr>
              <a:t>Hace el push</a:t>
            </a:r>
            <a:endParaRPr sz="1169"/>
          </a:p>
        </p:txBody>
      </p:sp>
      <p:sp>
        <p:nvSpPr>
          <p:cNvPr id="126" name="Shape 22">
            <a:extLst xmlns:a="http://schemas.openxmlformats.org/drawingml/2006/main">
              <a:ext uri="{FF2B5EF4-FFF2-40B4-BE49-F238E27FC236}">
                <a16:creationId xmlns:a16="http://schemas.microsoft.com/office/drawing/2014/main" id="{EC6624B5-CF5E-4934-9232-4755A9B8A300}"/>
              </a:ext>
            </a:extLst>
          </p:cNvPr>
          <p:cNvSpPr>
            <a:spLocks xmlns:a="http://schemas.openxmlformats.org/drawingml/2006/main" noGrp="1"/>
          </p:cNvSpPr>
          <p:nvPr/>
        </p:nvSpPr>
        <p:spPr>
          <a:xfrm xmlns:a="http://schemas.openxmlformats.org/drawingml/2006/main">
            <a:off x="815975" y="3222866"/>
            <a:ext cx="10560050" cy="1315641"/>
          </a:xfrm>
          <a:prstGeom xmlns:a="http://schemas.openxmlformats.org/drawingml/2006/main" prst="roundRect">
            <a:avLst>
              <a:gd name="adj" fmla="val 11342"/>
            </a:avLst>
          </a:prstGeom>
          <a:solidFill xmlns:a="http://schemas.openxmlformats.org/drawingml/2006/main">
            <a:srgbClr val="F2F3F7"/>
          </a:solidFill>
          <a:ln xmlns:a="http://schemas.openxmlformats.org/drawingml/2006/main" w="6350">
            <a:solidFill>
              <a:srgbClr val="D9DBE3">
                <a:alpha val="14000"/>
              </a:srgbClr>
            </a:solidFill>
            <a:prstDash val="solid"/>
          </a:ln>
        </p:spPr>
      </p:sp>
      <p:sp>
        <p:nvSpPr>
          <p:cNvPr id="127" name="Text 23">
            <a:extLst xmlns:a="http://schemas.openxmlformats.org/drawingml/2006/main">
              <a:ext uri="{FF2B5EF4-FFF2-40B4-BE49-F238E27FC236}">
                <a16:creationId xmlns:a16="http://schemas.microsoft.com/office/drawing/2014/main" id="{B0339029-6772-46B4-AD5D-E10132B2EF6A}"/>
              </a:ext>
            </a:extLst>
          </p:cNvPr>
          <p:cNvSpPr>
            <a:spLocks xmlns:a="http://schemas.openxmlformats.org/drawingml/2006/main" noGrp="1"/>
          </p:cNvSpPr>
          <p:nvPr/>
        </p:nvSpPr>
        <p:spPr>
          <a:xfrm xmlns:a="http://schemas.openxmlformats.org/drawingml/2006/main">
            <a:off x="1123950" y="3530841"/>
            <a:ext cx="10242423" cy="374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474"/>
              </a:lnSpc>
              <a:buNone/>
            </a:pPr>
            <a:r>
              <a:rPr sz="1979" b="1">
                <a:solidFill>
                  <a:srgbClr val="292B45"/>
                </a:solidFill>
                <a:latin typeface="Segoe UI"/>
                <a:ea typeface="Segoe UI"/>
                <a:cs typeface="Segoe UI"/>
              </a:rPr>
              <a:t>La máquina propone, la persona aprueba, la máquina ejecuta.</a:t>
            </a:r>
            <a:endParaRPr sz="1979"/>
          </a:p>
        </p:txBody>
      </p:sp>
      <p:sp>
        <p:nvSpPr>
          <p:cNvPr id="128" name="Text 24">
            <a:extLst xmlns:a="http://schemas.openxmlformats.org/drawingml/2006/main">
              <a:ext uri="{FF2B5EF4-FFF2-40B4-BE49-F238E27FC236}">
                <a16:creationId xmlns:a16="http://schemas.microsoft.com/office/drawing/2014/main" id="{EC561FD9-5944-49F0-937F-3D1D05A2BF90}"/>
              </a:ext>
            </a:extLst>
          </p:cNvPr>
          <p:cNvSpPr>
            <a:spLocks xmlns:a="http://schemas.openxmlformats.org/drawingml/2006/main" noGrp="1"/>
          </p:cNvSpPr>
          <p:nvPr/>
        </p:nvSpPr>
        <p:spPr>
          <a:xfrm xmlns:a="http://schemas.openxmlformats.org/drawingml/2006/main">
            <a:off x="1123950" y="3981691"/>
            <a:ext cx="1024242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67"/>
              </a:lnSpc>
              <a:buNone/>
            </a:pPr>
            <a:r>
              <a:rPr sz="1119">
                <a:solidFill>
                  <a:srgbClr val="292B45"/>
                </a:solidFill>
                <a:latin typeface="Segoe UI"/>
                <a:ea typeface="Segoe UI"/>
                <a:cs typeface="Segoe UI"/>
              </a:rPr>
              <a:t>Es el mismo patrón de Circe. /migrate lo usa para llevar agentes clásicos, con topics y variables, al nuevo bucle agéntico.</a:t>
            </a:r>
            <a:endParaRPr sz="1119"/>
          </a:p>
        </p:txBody>
      </p:sp>
      <p:sp>
        <p:nvSpPr>
          <p:cNvPr id="129" name="Freeform: Shape 44">
            <a:extLst xmlns:a="http://schemas.openxmlformats.org/drawingml/2006/main">
              <a:ext uri="{FF2B5EF4-FFF2-40B4-BE49-F238E27FC236}">
                <a16:creationId xmlns:a16="http://schemas.microsoft.com/office/drawing/2014/main" id="{641310B7-2D26-4B8E-B802-4AA8EA575187}"/>
              </a:ext>
            </a:extLst>
          </p:cNvPr>
          <p:cNvSpPr>
            <a:spLocks xmlns:a="http://schemas.openxmlformats.org/drawingml/2006/main" noGrp="1"/>
          </p:cNvSpPr>
          <p:nvPr/>
        </p:nvSpPr>
        <p:spPr>
          <a:xfrm xmlns:a="http://schemas.openxmlformats.org/drawingml/2006/main">
            <a:off x="11290000" y="-60000"/>
            <a:ext cx="960000" cy="900000"/>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rgbClr val="FFDA37"/>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30" name="Freeform: Shape 45">
            <a:extLst xmlns:a="http://schemas.openxmlformats.org/drawingml/2006/main">
              <a:ext uri="{FF2B5EF4-FFF2-40B4-BE49-F238E27FC236}">
                <a16:creationId xmlns:a16="http://schemas.microsoft.com/office/drawing/2014/main" id="{D4B55173-D163-4D03-84FE-14105F59E0B0}"/>
              </a:ext>
            </a:extLst>
          </p:cNvPr>
          <p:cNvSpPr>
            <a:spLocks xmlns:a="http://schemas.openxmlformats.org/drawingml/2006/main" noGrp="1"/>
          </p:cNvSpPr>
          <p:nvPr/>
        </p:nvSpPr>
        <p:spPr>
          <a:xfrm xmlns:a="http://schemas.openxmlformats.org/drawingml/2006/main">
            <a:off x="11720000" y="900000"/>
            <a:ext cx="110000" cy="110000"/>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rgbClr val="FFDA37"/>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Tree>
    <p:extLst>
      <p:ext uri="{BB962C8B-B14F-4D97-AF65-F5344CB8AC3E}">
        <p14:creationId xmlns:p14="http://schemas.microsoft.com/office/powerpoint/2010/main" val="181622433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01" name="Text 2">
            <a:extLst xmlns:a="http://schemas.openxmlformats.org/drawingml/2006/main">
              <a:ext uri="{FF2B5EF4-FFF2-40B4-BE49-F238E27FC236}">
                <a16:creationId xmlns:a16="http://schemas.microsoft.com/office/drawing/2014/main" id="{9C82EE2D-2F21-43E2-A327-6CF4323289BE}"/>
              </a:ext>
            </a:extLst>
          </p:cNvPr>
          <p:cNvSpPr>
            <a:spLocks xmlns:a="http://schemas.openxmlformats.org/drawingml/2006/main" noGrp="1"/>
          </p:cNvSpPr>
          <p:nvPr/>
        </p:nvSpPr>
        <p:spPr>
          <a:xfrm xmlns:a="http://schemas.openxmlformats.org/drawingml/2006/main">
            <a:off x="812800" y="4500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spc="200">
                <a:solidFill>
                  <a:srgbClr val="119F9A"/>
                </a:solidFill>
                <a:latin typeface="Segoe UI"/>
                <a:ea typeface="Segoe UI"/>
                <a:cs typeface="Segoe UI"/>
              </a:rPr>
              <a:t>MANAGE · EL QUE USAMOS EN CADA PASO</a:t>
            </a:r>
            <a:endParaRPr sz="1200"/>
          </a:p>
        </p:txBody>
      </p:sp>
      <p:sp>
        <p:nvSpPr>
          <p:cNvPr id="102" name="Text 3">
            <a:extLst xmlns:a="http://schemas.openxmlformats.org/drawingml/2006/main">
              <a:ext uri="{FF2B5EF4-FFF2-40B4-BE49-F238E27FC236}">
                <a16:creationId xmlns:a16="http://schemas.microsoft.com/office/drawing/2014/main" id="{DF225D68-7959-492B-965F-8374154E70E2}"/>
              </a:ext>
            </a:extLst>
          </p:cNvPr>
          <p:cNvSpPr>
            <a:spLocks xmlns:a="http://schemas.openxmlformats.org/drawingml/2006/main" noGrp="1"/>
          </p:cNvSpPr>
          <p:nvPr/>
        </p:nvSpPr>
        <p:spPr>
          <a:xfrm xmlns:a="http://schemas.openxmlformats.org/drawingml/2006/main">
            <a:off x="812800" y="764920"/>
            <a:ext cx="10883392" cy="492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680"/>
              </a:lnSpc>
              <a:buNone/>
            </a:pPr>
            <a:r>
              <a:rPr sz="3200" b="1">
                <a:solidFill>
                  <a:srgbClr val="292B45"/>
                </a:solidFill>
                <a:latin typeface="Segoe UI"/>
                <a:ea typeface="Segoe UI"/>
                <a:cs typeface="Segoe UI"/>
              </a:rPr>
              <a:t>Sincronizar y publicar los cambios revisados</a:t>
            </a:r>
            <a:endParaRPr sz="3200"/>
          </a:p>
        </p:txBody>
      </p:sp>
      <p:sp>
        <p:nvSpPr>
          <p:cNvPr id="103" name="Shape 4">
            <a:extLst xmlns:a="http://schemas.openxmlformats.org/drawingml/2006/main">
              <a:ext uri="{FF2B5EF4-FFF2-40B4-BE49-F238E27FC236}">
                <a16:creationId xmlns:a16="http://schemas.microsoft.com/office/drawing/2014/main" id="{E7A2918D-C348-4165-8662-F0755DAA4936}"/>
              </a:ext>
            </a:extLst>
          </p:cNvPr>
          <p:cNvSpPr>
            <a:spLocks xmlns:a="http://schemas.openxmlformats.org/drawingml/2006/main" noGrp="1"/>
          </p:cNvSpPr>
          <p:nvPr/>
        </p:nvSpPr>
        <p:spPr>
          <a:xfrm xmlns:a="http://schemas.openxmlformats.org/drawingml/2006/main">
            <a:off x="815975" y="1495766"/>
            <a:ext cx="707430" cy="389830"/>
          </a:xfrm>
          <a:prstGeom xmlns:a="http://schemas.openxmlformats.org/drawingml/2006/main" prst="roundRect">
            <a:avLst>
              <a:gd name="adj" fmla="val 50000"/>
            </a:avLst>
          </a:prstGeom>
          <a:solidFill xmlns:a="http://schemas.openxmlformats.org/drawingml/2006/main">
            <a:srgbClr val="119F9A">
              <a:alpha val="14000"/>
            </a:srgbClr>
          </a:solidFill>
          <a:ln xmlns:a="http://schemas.openxmlformats.org/drawingml/2006/main" w="6350">
            <a:solidFill>
              <a:srgbClr val="119F9A">
                <a:alpha val="50000"/>
              </a:srgbClr>
            </a:solidFill>
            <a:prstDash val="solid"/>
          </a:ln>
        </p:spPr>
      </p:sp>
      <p:sp>
        <p:nvSpPr>
          <p:cNvPr id="104" name="Text 5">
            <a:extLst xmlns:a="http://schemas.openxmlformats.org/drawingml/2006/main">
              <a:ext uri="{FF2B5EF4-FFF2-40B4-BE49-F238E27FC236}">
                <a16:creationId xmlns:a16="http://schemas.microsoft.com/office/drawing/2014/main" id="{4979B27F-9F7A-4B36-B4B5-7C4A3C4922AC}"/>
              </a:ext>
            </a:extLst>
          </p:cNvPr>
          <p:cNvSpPr>
            <a:spLocks xmlns:a="http://schemas.openxmlformats.org/drawingml/2006/main" noGrp="1"/>
          </p:cNvSpPr>
          <p:nvPr/>
        </p:nvSpPr>
        <p:spPr>
          <a:xfrm xmlns:a="http://schemas.openxmlformats.org/drawingml/2006/main">
            <a:off x="971550" y="1575141"/>
            <a:ext cx="44708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0"/>
              </a:lnSpc>
              <a:buNone/>
            </a:pPr>
            <a:r>
              <a:rPr sz="1300">
                <a:solidFill>
                  <a:srgbClr val="292B45"/>
                </a:solidFill>
                <a:latin typeface="Consolas"/>
                <a:ea typeface="Consolas"/>
                <a:cs typeface="Consolas"/>
              </a:rPr>
              <a:t>pull</a:t>
            </a:r>
            <a:endParaRPr sz="1300"/>
          </a:p>
        </p:txBody>
      </p:sp>
      <p:pic>
        <p:nvPicPr>
          <p:cNvPr id="137" name="Image 0"/>
          <p:cNvPicPr>
            <a:picLocks xmlns:a="http://schemas.openxmlformats.org/drawingml/2006/main" noChangeAspect="1"/>
          </p:cNvPicPr>
          <p:nvPr/>
        </p:nvPicPr>
        <p:blipFill>
          <a:blip xmlns:r="http://schemas.openxmlformats.org/officeDocument/2006/relationships" xmlns:a="http://schemas.openxmlformats.org/drawingml/2006/main" r:embed="R8702bdeaa2354878"/>
          <a:srcRect xmlns:a="http://schemas.openxmlformats.org/drawingml/2006/main" l="0" t="0" r="0" b="0"/>
          <a:stretch xmlns:a="http://schemas.openxmlformats.org/drawingml/2006/main"/>
        </p:blipFill>
        <p:spPr>
          <a:xfrm xmlns:a="http://schemas.openxmlformats.org/drawingml/2006/main">
            <a:off x="1615480" y="1639831"/>
            <a:ext cx="203200" cy="101600"/>
          </a:xfrm>
          <a:prstGeom xmlns:a="http://schemas.openxmlformats.org/drawingml/2006/main" prst="rect">
            <a:avLst/>
          </a:prstGeom>
        </p:spPr>
      </p:pic>
      <p:sp>
        <p:nvSpPr>
          <p:cNvPr id="106" name="Shape 6">
            <a:extLst xmlns:a="http://schemas.openxmlformats.org/drawingml/2006/main">
              <a:ext uri="{FF2B5EF4-FFF2-40B4-BE49-F238E27FC236}">
                <a16:creationId xmlns:a16="http://schemas.microsoft.com/office/drawing/2014/main" id="{6F4AB8AA-565A-4FFB-9EE9-15F5CD88879A}"/>
              </a:ext>
            </a:extLst>
          </p:cNvPr>
          <p:cNvSpPr>
            <a:spLocks xmlns:a="http://schemas.openxmlformats.org/drawingml/2006/main" noGrp="1"/>
          </p:cNvSpPr>
          <p:nvPr/>
        </p:nvSpPr>
        <p:spPr>
          <a:xfrm xmlns:a="http://schemas.openxmlformats.org/drawingml/2006/main">
            <a:off x="1910755" y="1495766"/>
            <a:ext cx="905570" cy="389830"/>
          </a:xfrm>
          <a:prstGeom xmlns:a="http://schemas.openxmlformats.org/drawingml/2006/main" prst="roundRect">
            <a:avLst>
              <a:gd name="adj" fmla="val 50000"/>
            </a:avLst>
          </a:prstGeom>
          <a:solidFill xmlns:a="http://schemas.openxmlformats.org/drawingml/2006/main">
            <a:srgbClr val="F2F3F7"/>
          </a:solidFill>
          <a:ln xmlns:a="http://schemas.openxmlformats.org/drawingml/2006/main" w="6350">
            <a:solidFill>
              <a:srgbClr val="D9DBE3">
                <a:alpha val="25000"/>
              </a:srgbClr>
            </a:solidFill>
            <a:prstDash val="solid"/>
          </a:ln>
        </p:spPr>
      </p:sp>
      <p:sp>
        <p:nvSpPr>
          <p:cNvPr id="107" name="Text 7">
            <a:extLst xmlns:a="http://schemas.openxmlformats.org/drawingml/2006/main">
              <a:ext uri="{FF2B5EF4-FFF2-40B4-BE49-F238E27FC236}">
                <a16:creationId xmlns:a16="http://schemas.microsoft.com/office/drawing/2014/main" id="{8670FBE1-BBAE-4850-863F-508191026434}"/>
              </a:ext>
            </a:extLst>
          </p:cNvPr>
          <p:cNvSpPr>
            <a:spLocks xmlns:a="http://schemas.openxmlformats.org/drawingml/2006/main" noGrp="1"/>
          </p:cNvSpPr>
          <p:nvPr/>
        </p:nvSpPr>
        <p:spPr>
          <a:xfrm xmlns:a="http://schemas.openxmlformats.org/drawingml/2006/main">
            <a:off x="2066330" y="1575141"/>
            <a:ext cx="6452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0"/>
              </a:lnSpc>
              <a:buNone/>
            </a:pPr>
            <a:r>
              <a:rPr sz="1300">
                <a:solidFill>
                  <a:srgbClr val="292B45"/>
                </a:solidFill>
                <a:latin typeface="Consolas"/>
                <a:ea typeface="Consolas"/>
                <a:cs typeface="Consolas"/>
              </a:rPr>
              <a:t>editar</a:t>
            </a:r>
            <a:endParaRPr sz="1300"/>
          </a:p>
        </p:txBody>
      </p:sp>
      <p:pic>
        <p:nvPicPr>
          <p:cNvPr id="140" name="Image 1"/>
          <p:cNvPicPr>
            <a:picLocks xmlns:a="http://schemas.openxmlformats.org/drawingml/2006/main" noChangeAspect="1"/>
          </p:cNvPicPr>
          <p:nvPr/>
        </p:nvPicPr>
        <p:blipFill>
          <a:blip xmlns:r="http://schemas.openxmlformats.org/officeDocument/2006/relationships" xmlns:a="http://schemas.openxmlformats.org/drawingml/2006/main" r:embed="R8702bdeaa2354878"/>
          <a:srcRect xmlns:a="http://schemas.openxmlformats.org/drawingml/2006/main" l="0" t="0" r="0" b="0"/>
          <a:stretch xmlns:a="http://schemas.openxmlformats.org/drawingml/2006/main"/>
        </p:blipFill>
        <p:spPr>
          <a:xfrm xmlns:a="http://schemas.openxmlformats.org/drawingml/2006/main">
            <a:off x="2908399" y="1639831"/>
            <a:ext cx="203200" cy="101600"/>
          </a:xfrm>
          <a:prstGeom xmlns:a="http://schemas.openxmlformats.org/drawingml/2006/main" prst="rect">
            <a:avLst/>
          </a:prstGeom>
        </p:spPr>
      </p:pic>
      <p:sp>
        <p:nvSpPr>
          <p:cNvPr id="109" name="Shape 8">
            <a:extLst xmlns:a="http://schemas.openxmlformats.org/drawingml/2006/main">
              <a:ext uri="{FF2B5EF4-FFF2-40B4-BE49-F238E27FC236}">
                <a16:creationId xmlns:a16="http://schemas.microsoft.com/office/drawing/2014/main" id="{BFA50C8B-A378-4FE9-BC8E-64F8A84893AC}"/>
              </a:ext>
            </a:extLst>
          </p:cNvPr>
          <p:cNvSpPr>
            <a:spLocks xmlns:a="http://schemas.openxmlformats.org/drawingml/2006/main" noGrp="1"/>
          </p:cNvSpPr>
          <p:nvPr/>
        </p:nvSpPr>
        <p:spPr>
          <a:xfrm xmlns:a="http://schemas.openxmlformats.org/drawingml/2006/main">
            <a:off x="3203674" y="1495766"/>
            <a:ext cx="707430" cy="389830"/>
          </a:xfrm>
          <a:prstGeom xmlns:a="http://schemas.openxmlformats.org/drawingml/2006/main" prst="roundRect">
            <a:avLst>
              <a:gd name="adj" fmla="val 50000"/>
            </a:avLst>
          </a:prstGeom>
          <a:solidFill xmlns:a="http://schemas.openxmlformats.org/drawingml/2006/main">
            <a:srgbClr val="F2F3F7"/>
          </a:solidFill>
          <a:ln xmlns:a="http://schemas.openxmlformats.org/drawingml/2006/main" w="6350">
            <a:solidFill>
              <a:srgbClr val="D9DBE3">
                <a:alpha val="25000"/>
              </a:srgbClr>
            </a:solidFill>
            <a:prstDash val="solid"/>
          </a:ln>
        </p:spPr>
      </p:sp>
      <p:sp>
        <p:nvSpPr>
          <p:cNvPr id="110" name="Text 9">
            <a:extLst xmlns:a="http://schemas.openxmlformats.org/drawingml/2006/main">
              <a:ext uri="{FF2B5EF4-FFF2-40B4-BE49-F238E27FC236}">
                <a16:creationId xmlns:a16="http://schemas.microsoft.com/office/drawing/2014/main" id="{39B6F230-4C1D-48A0-9F9E-2E650B15D1B2}"/>
              </a:ext>
            </a:extLst>
          </p:cNvPr>
          <p:cNvSpPr>
            <a:spLocks xmlns:a="http://schemas.openxmlformats.org/drawingml/2006/main" noGrp="1"/>
          </p:cNvSpPr>
          <p:nvPr/>
        </p:nvSpPr>
        <p:spPr>
          <a:xfrm xmlns:a="http://schemas.openxmlformats.org/drawingml/2006/main">
            <a:off x="3359249" y="1575141"/>
            <a:ext cx="44708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0"/>
              </a:lnSpc>
              <a:buNone/>
            </a:pPr>
            <a:r>
              <a:rPr sz="1300">
                <a:solidFill>
                  <a:srgbClr val="292B45"/>
                </a:solidFill>
                <a:latin typeface="Consolas"/>
                <a:ea typeface="Consolas"/>
                <a:cs typeface="Consolas"/>
              </a:rPr>
              <a:t>diff</a:t>
            </a:r>
            <a:endParaRPr sz="1300"/>
          </a:p>
        </p:txBody>
      </p:sp>
      <p:pic>
        <p:nvPicPr>
          <p:cNvPr id="143" name="Image 2"/>
          <p:cNvPicPr>
            <a:picLocks xmlns:a="http://schemas.openxmlformats.org/drawingml/2006/main" noChangeAspect="1"/>
          </p:cNvPicPr>
          <p:nvPr/>
        </p:nvPicPr>
        <p:blipFill>
          <a:blip xmlns:r="http://schemas.openxmlformats.org/officeDocument/2006/relationships" xmlns:a="http://schemas.openxmlformats.org/drawingml/2006/main" r:embed="R8702bdeaa2354878"/>
          <a:srcRect xmlns:a="http://schemas.openxmlformats.org/drawingml/2006/main" l="0" t="0" r="0" b="0"/>
          <a:stretch xmlns:a="http://schemas.openxmlformats.org/drawingml/2006/main"/>
        </p:blipFill>
        <p:spPr>
          <a:xfrm xmlns:a="http://schemas.openxmlformats.org/drawingml/2006/main">
            <a:off x="4003179" y="1639831"/>
            <a:ext cx="203200" cy="101600"/>
          </a:xfrm>
          <a:prstGeom xmlns:a="http://schemas.openxmlformats.org/drawingml/2006/main" prst="rect">
            <a:avLst/>
          </a:prstGeom>
        </p:spPr>
      </p:pic>
      <p:sp>
        <p:nvSpPr>
          <p:cNvPr id="112" name="Shape 10">
            <a:extLst xmlns:a="http://schemas.openxmlformats.org/drawingml/2006/main">
              <a:ext uri="{FF2B5EF4-FFF2-40B4-BE49-F238E27FC236}">
                <a16:creationId xmlns:a16="http://schemas.microsoft.com/office/drawing/2014/main" id="{69C627F1-3613-46DD-8346-50141F907692}"/>
              </a:ext>
            </a:extLst>
          </p:cNvPr>
          <p:cNvSpPr>
            <a:spLocks xmlns:a="http://schemas.openxmlformats.org/drawingml/2006/main" noGrp="1"/>
          </p:cNvSpPr>
          <p:nvPr/>
        </p:nvSpPr>
        <p:spPr>
          <a:xfrm xmlns:a="http://schemas.openxmlformats.org/drawingml/2006/main">
            <a:off x="4301629" y="1492591"/>
            <a:ext cx="1209080" cy="396180"/>
          </a:xfrm>
          <a:prstGeom xmlns:a="http://schemas.openxmlformats.org/drawingml/2006/main" prst="roundRect">
            <a:avLst>
              <a:gd name="adj" fmla="val 50000"/>
            </a:avLst>
          </a:prstGeom>
          <a:solidFill xmlns:a="http://schemas.openxmlformats.org/drawingml/2006/main">
            <a:srgbClr val="FF509F">
              <a:alpha val="24000"/>
            </a:srgbClr>
          </a:solidFill>
          <a:ln xmlns:a="http://schemas.openxmlformats.org/drawingml/2006/main" w="12700">
            <a:solidFill>
              <a:srgbClr val="FF509F"/>
            </a:solidFill>
            <a:prstDash val="solid"/>
          </a:ln>
        </p:spPr>
      </p:sp>
      <p:sp>
        <p:nvSpPr>
          <p:cNvPr id="113" name="Text 11">
            <a:extLst xmlns:a="http://schemas.openxmlformats.org/drawingml/2006/main">
              <a:ext uri="{FF2B5EF4-FFF2-40B4-BE49-F238E27FC236}">
                <a16:creationId xmlns:a16="http://schemas.microsoft.com/office/drawing/2014/main" id="{2A72DBEB-F55F-42BD-AB80-06A0778724FA}"/>
              </a:ext>
            </a:extLst>
          </p:cNvPr>
          <p:cNvSpPr>
            <a:spLocks xmlns:a="http://schemas.openxmlformats.org/drawingml/2006/main" noGrp="1"/>
          </p:cNvSpPr>
          <p:nvPr/>
        </p:nvSpPr>
        <p:spPr>
          <a:xfrm xmlns:a="http://schemas.openxmlformats.org/drawingml/2006/main">
            <a:off x="4460379" y="1575141"/>
            <a:ext cx="94238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0"/>
              </a:lnSpc>
              <a:buNone/>
            </a:pPr>
            <a:r>
              <a:rPr sz="1300" b="1">
                <a:solidFill>
                  <a:srgbClr val="292B45"/>
                </a:solidFill>
                <a:latin typeface="Consolas"/>
                <a:ea typeface="Consolas"/>
                <a:cs typeface="Consolas"/>
              </a:rPr>
              <a:t>OK humano</a:t>
            </a:r>
            <a:endParaRPr sz="1300"/>
          </a:p>
        </p:txBody>
      </p:sp>
      <p:pic>
        <p:nvPicPr>
          <p:cNvPr id="146" name="Image 3"/>
          <p:cNvPicPr>
            <a:picLocks xmlns:a="http://schemas.openxmlformats.org/drawingml/2006/main" noChangeAspect="1"/>
          </p:cNvPicPr>
          <p:nvPr/>
        </p:nvPicPr>
        <p:blipFill>
          <a:blip xmlns:r="http://schemas.openxmlformats.org/officeDocument/2006/relationships" xmlns:a="http://schemas.openxmlformats.org/drawingml/2006/main" r:embed="R8702bdeaa2354878"/>
          <a:srcRect xmlns:a="http://schemas.openxmlformats.org/drawingml/2006/main" l="0" t="0" r="0" b="0"/>
          <a:stretch xmlns:a="http://schemas.openxmlformats.org/drawingml/2006/main"/>
        </p:blipFill>
        <p:spPr>
          <a:xfrm xmlns:a="http://schemas.openxmlformats.org/drawingml/2006/main">
            <a:off x="5605959" y="1639831"/>
            <a:ext cx="203200" cy="101600"/>
          </a:xfrm>
          <a:prstGeom xmlns:a="http://schemas.openxmlformats.org/drawingml/2006/main" prst="rect">
            <a:avLst/>
          </a:prstGeom>
        </p:spPr>
      </p:pic>
      <p:sp>
        <p:nvSpPr>
          <p:cNvPr id="115" name="Shape 12">
            <a:extLst xmlns:a="http://schemas.openxmlformats.org/drawingml/2006/main">
              <a:ext uri="{FF2B5EF4-FFF2-40B4-BE49-F238E27FC236}">
                <a16:creationId xmlns:a16="http://schemas.microsoft.com/office/drawing/2014/main" id="{321A3695-50AA-456A-A87A-36EFC1DA3FD6}"/>
              </a:ext>
            </a:extLst>
          </p:cNvPr>
          <p:cNvSpPr>
            <a:spLocks xmlns:a="http://schemas.openxmlformats.org/drawingml/2006/main" noGrp="1"/>
          </p:cNvSpPr>
          <p:nvPr/>
        </p:nvSpPr>
        <p:spPr>
          <a:xfrm xmlns:a="http://schemas.openxmlformats.org/drawingml/2006/main">
            <a:off x="5901234" y="1495766"/>
            <a:ext cx="707430" cy="389830"/>
          </a:xfrm>
          <a:prstGeom xmlns:a="http://schemas.openxmlformats.org/drawingml/2006/main" prst="roundRect">
            <a:avLst>
              <a:gd name="adj" fmla="val 50000"/>
            </a:avLst>
          </a:prstGeom>
          <a:solidFill xmlns:a="http://schemas.openxmlformats.org/drawingml/2006/main">
            <a:srgbClr val="119F9A">
              <a:alpha val="14000"/>
            </a:srgbClr>
          </a:solidFill>
          <a:ln xmlns:a="http://schemas.openxmlformats.org/drawingml/2006/main" w="6350">
            <a:solidFill>
              <a:srgbClr val="119F9A">
                <a:alpha val="50000"/>
              </a:srgbClr>
            </a:solidFill>
            <a:prstDash val="solid"/>
          </a:ln>
        </p:spPr>
      </p:sp>
      <p:sp>
        <p:nvSpPr>
          <p:cNvPr id="116" name="Text 13">
            <a:extLst xmlns:a="http://schemas.openxmlformats.org/drawingml/2006/main">
              <a:ext uri="{FF2B5EF4-FFF2-40B4-BE49-F238E27FC236}">
                <a16:creationId xmlns:a16="http://schemas.microsoft.com/office/drawing/2014/main" id="{FE4DB3F0-B8CE-456C-9723-8A4161B100F1}"/>
              </a:ext>
            </a:extLst>
          </p:cNvPr>
          <p:cNvSpPr>
            <a:spLocks xmlns:a="http://schemas.openxmlformats.org/drawingml/2006/main" noGrp="1"/>
          </p:cNvSpPr>
          <p:nvPr/>
        </p:nvSpPr>
        <p:spPr>
          <a:xfrm xmlns:a="http://schemas.openxmlformats.org/drawingml/2006/main">
            <a:off x="6056809" y="1575141"/>
            <a:ext cx="44708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0"/>
              </a:lnSpc>
              <a:buNone/>
            </a:pPr>
            <a:r>
              <a:rPr sz="1300">
                <a:solidFill>
                  <a:srgbClr val="292B45"/>
                </a:solidFill>
                <a:latin typeface="Consolas"/>
                <a:ea typeface="Consolas"/>
                <a:cs typeface="Consolas"/>
              </a:rPr>
              <a:t>push</a:t>
            </a:r>
            <a:endParaRPr sz="1300"/>
          </a:p>
        </p:txBody>
      </p:sp>
      <p:pic>
        <p:nvPicPr>
          <p:cNvPr id="149" name="Image 4"/>
          <p:cNvPicPr>
            <a:picLocks xmlns:a="http://schemas.openxmlformats.org/drawingml/2006/main" noChangeAspect="1"/>
          </p:cNvPicPr>
          <p:nvPr/>
        </p:nvPicPr>
        <p:blipFill>
          <a:blip xmlns:r="http://schemas.openxmlformats.org/officeDocument/2006/relationships" xmlns:a="http://schemas.openxmlformats.org/drawingml/2006/main" r:embed="R8702bdeaa2354878"/>
          <a:srcRect xmlns:a="http://schemas.openxmlformats.org/drawingml/2006/main" l="0" t="0" r="0" b="0"/>
          <a:stretch xmlns:a="http://schemas.openxmlformats.org/drawingml/2006/main"/>
        </p:blipFill>
        <p:spPr>
          <a:xfrm xmlns:a="http://schemas.openxmlformats.org/drawingml/2006/main">
            <a:off x="6700738" y="1639831"/>
            <a:ext cx="203200" cy="101600"/>
          </a:xfrm>
          <a:prstGeom xmlns:a="http://schemas.openxmlformats.org/drawingml/2006/main" prst="rect">
            <a:avLst/>
          </a:prstGeom>
        </p:spPr>
      </p:pic>
      <p:sp>
        <p:nvSpPr>
          <p:cNvPr id="118" name="Shape 14">
            <a:extLst xmlns:a="http://schemas.openxmlformats.org/drawingml/2006/main">
              <a:ext uri="{FF2B5EF4-FFF2-40B4-BE49-F238E27FC236}">
                <a16:creationId xmlns:a16="http://schemas.microsoft.com/office/drawing/2014/main" id="{58D9511D-DBD0-4B3F-A687-BAB12CBEF81F}"/>
              </a:ext>
            </a:extLst>
          </p:cNvPr>
          <p:cNvSpPr>
            <a:spLocks xmlns:a="http://schemas.openxmlformats.org/drawingml/2006/main" noGrp="1"/>
          </p:cNvSpPr>
          <p:nvPr/>
        </p:nvSpPr>
        <p:spPr>
          <a:xfrm xmlns:a="http://schemas.openxmlformats.org/drawingml/2006/main">
            <a:off x="6996013" y="1495766"/>
            <a:ext cx="1004590" cy="389830"/>
          </a:xfrm>
          <a:prstGeom xmlns:a="http://schemas.openxmlformats.org/drawingml/2006/main" prst="roundRect">
            <a:avLst>
              <a:gd name="adj" fmla="val 50000"/>
            </a:avLst>
          </a:prstGeom>
          <a:solidFill xmlns:a="http://schemas.openxmlformats.org/drawingml/2006/main">
            <a:srgbClr val="119F9A">
              <a:alpha val="14000"/>
            </a:srgbClr>
          </a:solidFill>
          <a:ln xmlns:a="http://schemas.openxmlformats.org/drawingml/2006/main" w="6350">
            <a:solidFill>
              <a:srgbClr val="119F9A">
                <a:alpha val="50000"/>
              </a:srgbClr>
            </a:solidFill>
            <a:prstDash val="solid"/>
          </a:ln>
        </p:spPr>
      </p:sp>
      <p:sp>
        <p:nvSpPr>
          <p:cNvPr id="119" name="Text 15">
            <a:extLst xmlns:a="http://schemas.openxmlformats.org/drawingml/2006/main">
              <a:ext uri="{FF2B5EF4-FFF2-40B4-BE49-F238E27FC236}">
                <a16:creationId xmlns:a16="http://schemas.microsoft.com/office/drawing/2014/main" id="{B39E6F6D-8FF6-4C69-A878-70C5E13CBEEA}"/>
              </a:ext>
            </a:extLst>
          </p:cNvPr>
          <p:cNvSpPr>
            <a:spLocks xmlns:a="http://schemas.openxmlformats.org/drawingml/2006/main" noGrp="1"/>
          </p:cNvSpPr>
          <p:nvPr/>
        </p:nvSpPr>
        <p:spPr>
          <a:xfrm xmlns:a="http://schemas.openxmlformats.org/drawingml/2006/main">
            <a:off x="7151588" y="1575141"/>
            <a:ext cx="7442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0"/>
              </a:lnSpc>
              <a:buNone/>
            </a:pPr>
            <a:r>
              <a:rPr sz="1300">
                <a:solidFill>
                  <a:srgbClr val="292B45"/>
                </a:solidFill>
                <a:latin typeface="Consolas"/>
                <a:ea typeface="Consolas"/>
                <a:cs typeface="Consolas"/>
              </a:rPr>
              <a:t>publish</a:t>
            </a:r>
            <a:endParaRPr sz="1300"/>
          </a:p>
        </p:txBody>
      </p:sp>
      <p:sp>
        <p:nvSpPr>
          <p:cNvPr id="120" name="Shape 16">
            <a:extLst xmlns:a="http://schemas.openxmlformats.org/drawingml/2006/main">
              <a:ext uri="{FF2B5EF4-FFF2-40B4-BE49-F238E27FC236}">
                <a16:creationId xmlns:a16="http://schemas.microsoft.com/office/drawing/2014/main" id="{9F4D8E08-9395-4A4D-9160-882F5EDA515B}"/>
              </a:ext>
            </a:extLst>
          </p:cNvPr>
          <p:cNvSpPr>
            <a:spLocks xmlns:a="http://schemas.openxmlformats.org/drawingml/2006/main" noGrp="1"/>
          </p:cNvSpPr>
          <p:nvPr/>
        </p:nvSpPr>
        <p:spPr>
          <a:xfrm xmlns:a="http://schemas.openxmlformats.org/drawingml/2006/main">
            <a:off x="815975" y="2152296"/>
            <a:ext cx="5175250" cy="2383234"/>
          </a:xfrm>
          <a:prstGeom xmlns:a="http://schemas.openxmlformats.org/drawingml/2006/main" prst="roundRect">
            <a:avLst>
              <a:gd name="adj" fmla="val 6261"/>
            </a:avLst>
          </a:prstGeom>
          <a:solidFill xmlns:a="http://schemas.openxmlformats.org/drawingml/2006/main">
            <a:srgbClr val="F2F3F7"/>
          </a:solidFill>
          <a:ln xmlns:a="http://schemas.openxmlformats.org/drawingml/2006/main" w="6350">
            <a:solidFill>
              <a:srgbClr val="D9DBE3">
                <a:alpha val="14000"/>
              </a:srgbClr>
            </a:solidFill>
            <a:prstDash val="solid"/>
          </a:ln>
        </p:spPr>
      </p:sp>
      <p:sp>
        <p:nvSpPr>
          <p:cNvPr id="121" name="Text 17">
            <a:extLst xmlns:a="http://schemas.openxmlformats.org/drawingml/2006/main">
              <a:ext uri="{FF2B5EF4-FFF2-40B4-BE49-F238E27FC236}">
                <a16:creationId xmlns:a16="http://schemas.microsoft.com/office/drawing/2014/main" id="{574E069A-030D-4717-AD10-68B9922899B2}"/>
              </a:ext>
            </a:extLst>
          </p:cNvPr>
          <p:cNvSpPr>
            <a:spLocks xmlns:a="http://schemas.openxmlformats.org/drawingml/2006/main" noGrp="1"/>
          </p:cNvSpPr>
          <p:nvPr/>
        </p:nvSpPr>
        <p:spPr>
          <a:xfrm xmlns:a="http://schemas.openxmlformats.org/drawingml/2006/main">
            <a:off x="1073150" y="2409471"/>
            <a:ext cx="4800727" cy="29964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60"/>
              </a:lnSpc>
              <a:buNone/>
            </a:pPr>
            <a:r>
              <a:rPr sz="1800" b="1">
                <a:solidFill>
                  <a:srgbClr val="119F9A"/>
                </a:solidFill>
                <a:latin typeface="Segoe UI"/>
                <a:ea typeface="Segoe UI"/>
                <a:cs typeface="Segoe UI"/>
              </a:rPr>
              <a:t>Sus reglas</a:t>
            </a:r>
            <a:endParaRPr sz="1800"/>
          </a:p>
        </p:txBody>
      </p:sp>
      <p:sp>
        <p:nvSpPr>
          <p:cNvPr id="122" name="Text 18">
            <a:extLst xmlns:a="http://schemas.openxmlformats.org/drawingml/2006/main">
              <a:ext uri="{FF2B5EF4-FFF2-40B4-BE49-F238E27FC236}">
                <a16:creationId xmlns:a16="http://schemas.microsoft.com/office/drawing/2014/main" id="{A7F3D2A5-B429-47D0-8FEF-02E7CD51D863}"/>
              </a:ext>
            </a:extLst>
          </p:cNvPr>
          <p:cNvSpPr>
            <a:spLocks xmlns:a="http://schemas.openxmlformats.org/drawingml/2006/main" noGrp="1"/>
          </p:cNvSpPr>
          <p:nvPr/>
        </p:nvSpPr>
        <p:spPr>
          <a:xfrm xmlns:a="http://schemas.openxmlformats.org/drawingml/2006/main">
            <a:off x="1073150" y="2785312"/>
            <a:ext cx="4800727" cy="12696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13360" indent="-175768" algn="l">
              <a:lnSpc>
                <a:spcPts val="1960"/>
              </a:lnSpc>
              <a:buSzPct val="100000"/>
              <a:buChar char="•"/>
            </a:pPr>
            <a:r>
              <a:rPr sz="1400">
                <a:solidFill>
                  <a:srgbClr val="292B45"/>
                </a:solidFill>
                <a:latin typeface="Segoe UI"/>
                <a:ea typeface="Segoe UI"/>
                <a:cs typeface="Segoe UI"/>
              </a:rPr>
              <a:t>Sincroniza el workspace con el tenant</a:t>
            </a:r>
            <a:endParaRPr sz="1400"/>
          </a:p>
          <a:p xmlns:a="http://schemas.openxmlformats.org/drawingml/2006/main">
            <a:pPr marL="213360" indent="-175768" algn="l">
              <a:lnSpc>
                <a:spcPts val="1960"/>
              </a:lnSpc>
              <a:buSzPct val="100000"/>
              <a:buChar char="•"/>
            </a:pPr>
            <a:r>
              <a:rPr sz="1400">
                <a:solidFill>
                  <a:srgbClr val="292B45"/>
                </a:solidFill>
                <a:latin typeface="Segoe UI"/>
                <a:ea typeface="Segoe UI"/>
                <a:cs typeface="Segoe UI"/>
              </a:rPr>
              <a:t>Revisa los cambios antes de publicar</a:t>
            </a:r>
          </a:p>
          <a:p xmlns:a="http://schemas.openxmlformats.org/drawingml/2006/main">
            <a:pPr marL="213360" indent="-175768" algn="l">
              <a:lnSpc>
                <a:spcPts val="1960"/>
              </a:lnSpc>
              <a:buSzPct val="100000"/>
              <a:buChar char="•"/>
            </a:pPr>
            <a:r>
              <a:rPr sz="1400">
                <a:solidFill>
                  <a:srgbClr val="292B45"/>
                </a:solidFill>
                <a:latin typeface="Segoe UI"/>
                <a:ea typeface="Segoe UI"/>
                <a:cs typeface="Segoe UI"/>
              </a:rPr>
              <a:t>Pide confirmación para la publicación</a:t>
            </a:r>
          </a:p>
          <a:p xmlns:a="http://schemas.openxmlformats.org/drawingml/2006/main">
            <a:pPr marL="213360" indent="-175768" algn="l">
              <a:lnSpc>
                <a:spcPts val="1960"/>
              </a:lnSpc>
              <a:buSzPct val="100000"/>
              <a:buChar char="•"/>
            </a:pPr>
            <a:r>
              <a:rPr sz="1400">
                <a:solidFill>
                  <a:srgbClr val="292B45"/>
                </a:solidFill>
                <a:latin typeface="Segoe UI"/>
                <a:ea typeface="Segoe UI"/>
                <a:cs typeface="Segoe UI"/>
              </a:rPr>
              <a:t>No edita manualmente .mcs/</a:t>
            </a:r>
          </a:p>
        </p:txBody>
      </p:sp>
      <p:sp>
        <p:nvSpPr>
          <p:cNvPr id="123" name="Shape 19">
            <a:extLst xmlns:a="http://schemas.openxmlformats.org/drawingml/2006/main">
              <a:ext uri="{FF2B5EF4-FFF2-40B4-BE49-F238E27FC236}">
                <a16:creationId xmlns:a16="http://schemas.microsoft.com/office/drawing/2014/main" id="{F8D8DB5E-04E0-4300-B2C9-7ACAE68B653B}"/>
              </a:ext>
            </a:extLst>
          </p:cNvPr>
          <p:cNvSpPr>
            <a:spLocks xmlns:a="http://schemas.openxmlformats.org/drawingml/2006/main" noGrp="1"/>
          </p:cNvSpPr>
          <p:nvPr/>
        </p:nvSpPr>
        <p:spPr>
          <a:xfrm xmlns:a="http://schemas.openxmlformats.org/drawingml/2006/main">
            <a:off x="6200775" y="2152296"/>
            <a:ext cx="5175250" cy="2383234"/>
          </a:xfrm>
          <a:prstGeom xmlns:a="http://schemas.openxmlformats.org/drawingml/2006/main" prst="roundRect">
            <a:avLst>
              <a:gd name="adj" fmla="val 6261"/>
            </a:avLst>
          </a:prstGeom>
          <a:solidFill xmlns:a="http://schemas.openxmlformats.org/drawingml/2006/main">
            <a:srgbClr val="F2F3F7"/>
          </a:solidFill>
          <a:ln xmlns:a="http://schemas.openxmlformats.org/drawingml/2006/main" w="6350">
            <a:solidFill>
              <a:srgbClr val="FF509F">
                <a:alpha val="40000"/>
              </a:srgbClr>
            </a:solidFill>
            <a:prstDash val="solid"/>
          </a:ln>
        </p:spPr>
      </p:sp>
      <p:sp>
        <p:nvSpPr>
          <p:cNvPr id="124" name="Text 20">
            <a:extLst xmlns:a="http://schemas.openxmlformats.org/drawingml/2006/main">
              <a:ext uri="{FF2B5EF4-FFF2-40B4-BE49-F238E27FC236}">
                <a16:creationId xmlns:a16="http://schemas.microsoft.com/office/drawing/2014/main" id="{D599E054-31D3-427D-B0A6-77E2CAE29C9B}"/>
              </a:ext>
            </a:extLst>
          </p:cNvPr>
          <p:cNvSpPr>
            <a:spLocks xmlns:a="http://schemas.openxmlformats.org/drawingml/2006/main" noGrp="1"/>
          </p:cNvSpPr>
          <p:nvPr/>
        </p:nvSpPr>
        <p:spPr>
          <a:xfrm xmlns:a="http://schemas.openxmlformats.org/drawingml/2006/main">
            <a:off x="6457950" y="2409471"/>
            <a:ext cx="4800727" cy="29964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60"/>
              </a:lnSpc>
              <a:buNone/>
            </a:pPr>
            <a:r>
              <a:rPr sz="1800" b="1">
                <a:solidFill>
                  <a:srgbClr val="FF509F"/>
                </a:solidFill>
                <a:latin typeface="Segoe UI"/>
                <a:ea typeface="Segoe UI"/>
                <a:cs typeface="Segoe UI"/>
              </a:rPr>
              <a:t>Qué aporta al recorrido</a:t>
            </a:r>
            <a:endParaRPr sz="1800"/>
          </a:p>
        </p:txBody>
      </p:sp>
      <p:sp>
        <p:nvSpPr>
          <p:cNvPr id="125" name="Text 21">
            <a:extLst xmlns:a="http://schemas.openxmlformats.org/drawingml/2006/main">
              <a:ext uri="{FF2B5EF4-FFF2-40B4-BE49-F238E27FC236}">
                <a16:creationId xmlns:a16="http://schemas.microsoft.com/office/drawing/2014/main" id="{EDD4084C-5A4D-413E-9017-B5F261213424}"/>
              </a:ext>
            </a:extLst>
          </p:cNvPr>
          <p:cNvSpPr>
            <a:spLocks xmlns:a="http://schemas.openxmlformats.org/drawingml/2006/main" noGrp="1"/>
          </p:cNvSpPr>
          <p:nvPr/>
        </p:nvSpPr>
        <p:spPr>
          <a:xfrm xmlns:a="http://schemas.openxmlformats.org/drawingml/2006/main">
            <a:off x="6457950" y="2785312"/>
            <a:ext cx="4800727" cy="15184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13360" indent="-175768" algn="l">
              <a:lnSpc>
                <a:spcPts val="1960"/>
              </a:lnSpc>
              <a:buSzPct val="100000"/>
              <a:buChar char="•"/>
            </a:pPr>
            <a:r>
              <a:rPr sz="1400">
                <a:solidFill>
                  <a:srgbClr val="292B45"/>
                </a:solidFill>
                <a:latin typeface="Segoe UI"/>
                <a:ea typeface="Segoe UI"/>
                <a:cs typeface="Segoe UI"/>
              </a:rPr>
              <a:t>Pull recupera el estado del agente</a:t>
            </a:r>
            <a:endParaRPr sz="1400"/>
          </a:p>
          <a:p xmlns:a="http://schemas.openxmlformats.org/drawingml/2006/main">
            <a:pPr marL="213360" indent="-175768" algn="l">
              <a:lnSpc>
                <a:spcPts val="1960"/>
              </a:lnSpc>
              <a:buSzPct val="100000"/>
              <a:buChar char="•"/>
            </a:pPr>
            <a:r>
              <a:rPr sz="1400">
                <a:solidFill>
                  <a:srgbClr val="292B45"/>
                </a:solidFill>
                <a:latin typeface="Segoe UI"/>
                <a:ea typeface="Segoe UI"/>
                <a:cs typeface="Segoe UI"/>
              </a:rPr>
              <a:t>El diff permite revisar lo que cambia</a:t>
            </a:r>
          </a:p>
          <a:p xmlns:a="http://schemas.openxmlformats.org/drawingml/2006/main">
            <a:pPr marL="213360" indent="-175768" algn="l">
              <a:lnSpc>
                <a:spcPts val="1960"/>
              </a:lnSpc>
              <a:buSzPct val="100000"/>
              <a:buChar char="•"/>
            </a:pPr>
            <a:r>
              <a:rPr sz="1400">
                <a:solidFill>
                  <a:srgbClr val="292B45"/>
                </a:solidFill>
                <a:latin typeface="Segoe UI"/>
                <a:ea typeface="Segoe UI"/>
                <a:cs typeface="Segoe UI"/>
              </a:rPr>
              <a:t>Push sincroniza y publish publica la versión</a:t>
            </a:r>
          </a:p>
        </p:txBody>
      </p:sp>
      <p:sp>
        <p:nvSpPr>
          <p:cNvPr id="126" name="Freeform: Shape 44">
            <a:extLst xmlns:a="http://schemas.openxmlformats.org/drawingml/2006/main">
              <a:ext uri="{FF2B5EF4-FFF2-40B4-BE49-F238E27FC236}">
                <a16:creationId xmlns:a16="http://schemas.microsoft.com/office/drawing/2014/main" id="{641310B7-2D26-4B8E-B802-4AA8EA575187}"/>
              </a:ext>
            </a:extLst>
          </p:cNvPr>
          <p:cNvSpPr>
            <a:spLocks xmlns:a="http://schemas.openxmlformats.org/drawingml/2006/main" noGrp="1"/>
          </p:cNvSpPr>
          <p:nvPr/>
        </p:nvSpPr>
        <p:spPr>
          <a:xfrm xmlns:a="http://schemas.openxmlformats.org/drawingml/2006/main">
            <a:off x="11290000" y="-60000"/>
            <a:ext cx="960000" cy="900000"/>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rgbClr val="FF509F"/>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27" name="Freeform: Shape 45">
            <a:extLst xmlns:a="http://schemas.openxmlformats.org/drawingml/2006/main">
              <a:ext uri="{FF2B5EF4-FFF2-40B4-BE49-F238E27FC236}">
                <a16:creationId xmlns:a16="http://schemas.microsoft.com/office/drawing/2014/main" id="{D4B55173-D163-4D03-84FE-14105F59E0B0}"/>
              </a:ext>
            </a:extLst>
          </p:cNvPr>
          <p:cNvSpPr>
            <a:spLocks xmlns:a="http://schemas.openxmlformats.org/drawingml/2006/main" noGrp="1"/>
          </p:cNvSpPr>
          <p:nvPr/>
        </p:nvSpPr>
        <p:spPr>
          <a:xfrm xmlns:a="http://schemas.openxmlformats.org/drawingml/2006/main">
            <a:off x="11720000" y="900000"/>
            <a:ext cx="110000" cy="110000"/>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rgbClr val="FF509F"/>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Tree>
    <p:extLst>
      <p:ext uri="{BB962C8B-B14F-4D97-AF65-F5344CB8AC3E}">
        <p14:creationId xmlns:p14="http://schemas.microsoft.com/office/powerpoint/2010/main" val="89750745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01" name="Text 2">
            <a:extLst xmlns:a="http://schemas.openxmlformats.org/drawingml/2006/main">
              <a:ext uri="{FF2B5EF4-FFF2-40B4-BE49-F238E27FC236}">
                <a16:creationId xmlns:a16="http://schemas.microsoft.com/office/drawing/2014/main" id="{C93271DB-7D1F-44B9-A334-28F5E4D65E63}"/>
              </a:ext>
            </a:extLst>
          </p:cNvPr>
          <p:cNvSpPr>
            <a:spLocks xmlns:a="http://schemas.openxmlformats.org/drawingml/2006/main" noGrp="1"/>
          </p:cNvSpPr>
          <p:nvPr/>
        </p:nvSpPr>
        <p:spPr>
          <a:xfrm xmlns:a="http://schemas.openxmlformats.org/drawingml/2006/main">
            <a:off x="812800" y="4500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spc="200">
                <a:solidFill>
                  <a:srgbClr val="292B45"/>
                </a:solidFill>
                <a:latin typeface="Segoe UI"/>
                <a:ea typeface="Segoe UI"/>
                <a:cs typeface="Segoe UI"/>
              </a:rPr>
              <a:t>INIT · CREAR EL PROYECTO INICIAL</a:t>
            </a:r>
            <a:endParaRPr sz="1200"/>
          </a:p>
        </p:txBody>
      </p:sp>
      <p:sp>
        <p:nvSpPr>
          <p:cNvPr id="102" name="Text 3">
            <a:extLst xmlns:a="http://schemas.openxmlformats.org/drawingml/2006/main">
              <a:ext uri="{FF2B5EF4-FFF2-40B4-BE49-F238E27FC236}">
                <a16:creationId xmlns:a16="http://schemas.microsoft.com/office/drawing/2014/main" id="{31E04DA9-CC7F-4933-AE31-52D893DD50B3}"/>
              </a:ext>
            </a:extLst>
          </p:cNvPr>
          <p:cNvSpPr>
            <a:spLocks xmlns:a="http://schemas.openxmlformats.org/drawingml/2006/main" noGrp="1"/>
          </p:cNvSpPr>
          <p:nvPr/>
        </p:nvSpPr>
        <p:spPr>
          <a:xfrm xmlns:a="http://schemas.openxmlformats.org/drawingml/2006/main">
            <a:off x="812800" y="764920"/>
            <a:ext cx="10883392" cy="492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680"/>
              </a:lnSpc>
              <a:buNone/>
            </a:pPr>
            <a:r>
              <a:rPr sz="3200" b="1">
                <a:solidFill>
                  <a:srgbClr val="292B45"/>
                </a:solidFill>
                <a:latin typeface="Segoe UI"/>
                <a:ea typeface="Segoe UI"/>
                <a:cs typeface="Segoe UI"/>
              </a:rPr>
              <a:t>Mismo comando, otro propósito</a:t>
            </a:r>
            <a:endParaRPr sz="3200"/>
          </a:p>
        </p:txBody>
      </p:sp>
      <p:sp>
        <p:nvSpPr>
          <p:cNvPr id="103" name="Shape 4">
            <a:extLst xmlns:a="http://schemas.openxmlformats.org/drawingml/2006/main">
              <a:ext uri="{FF2B5EF4-FFF2-40B4-BE49-F238E27FC236}">
                <a16:creationId xmlns:a16="http://schemas.microsoft.com/office/drawing/2014/main" id="{99ECF83A-17BA-41C2-812C-6330619E79F7}"/>
              </a:ext>
            </a:extLst>
          </p:cNvPr>
          <p:cNvSpPr>
            <a:spLocks xmlns:a="http://schemas.openxmlformats.org/drawingml/2006/main" noGrp="1"/>
          </p:cNvSpPr>
          <p:nvPr/>
        </p:nvSpPr>
        <p:spPr>
          <a:xfrm xmlns:a="http://schemas.openxmlformats.org/drawingml/2006/main">
            <a:off x="815975" y="1464016"/>
            <a:ext cx="10560050" cy="2838748"/>
          </a:xfrm>
          <a:prstGeom xmlns:a="http://schemas.openxmlformats.org/drawingml/2006/main" prst="roundRect">
            <a:avLst>
              <a:gd name="adj" fmla="val 5257"/>
            </a:avLst>
          </a:prstGeom>
          <a:solidFill xmlns:a="http://schemas.openxmlformats.org/drawingml/2006/main">
            <a:srgbClr val="F2F3F7"/>
          </a:solidFill>
          <a:ln xmlns:a="http://schemas.openxmlformats.org/drawingml/2006/main" w="6350">
            <a:solidFill>
              <a:srgbClr val="D9DBE3">
                <a:alpha val="14000"/>
              </a:srgbClr>
            </a:solidFill>
            <a:prstDash val="solid"/>
          </a:ln>
        </p:spPr>
      </p:sp>
      <p:graphicFrame>
        <p:nvGraphicFramePr>
          <p:cNvPr id="112" name="Table 0"/>
          <p:cNvGraphicFramePr/>
          <p:nvPr/>
        </p:nvGraphicFramePr>
        <p:xfrm>
          <a:off xmlns:a="http://schemas.openxmlformats.org/drawingml/2006/main" x="1035050" y="1632291"/>
          <a:ext xmlns:a="http://schemas.openxmlformats.org/drawingml/2006/main" cx="10134600" cy="2514898"/>
        </p:xfrm>
        <a:graphic xmlns:a="http://schemas.openxmlformats.org/drawingml/2006/main">
          <a:graphicData uri="http://schemas.openxmlformats.org/drawingml/2006/table">
            <a:tbl>
              <a:tblPr/>
              <a:tblGrid>
                <a:gridCol w="2229612"/>
                <a:gridCol w="3952494"/>
                <a:gridCol w="3952494"/>
              </a:tblGrid>
              <a:tr h="359271">
                <a:tc>
                  <a:txBody>
                    <a:bodyPr/>
                    <a:lstStyle/>
                    <a:p>
                      <a:pPr marL="0" indent="0">
                        <a:lnSpc>
                          <a:spcPts val="1820"/>
                        </a:lnSpc>
                        <a:buNone/>
                      </a:pPr>
                      <a:r>
                        <a:rPr sz="1300" b="1">
                          <a:solidFill>
                            <a:srgbClr val="FFFFFF"/>
                          </a:solidFill>
                          <a:latin typeface="Segoe UI"/>
                          <a:ea typeface="Segoe UI"/>
                          <a:cs typeface="Segoe UI"/>
                        </a:rPr>
                        <a:t>Aspecto</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solidFill>
                      <a:srgbClr val="292B45"/>
                    </a:solidFill>
                  </a:tcPr>
                </a:tc>
                <a:tc>
                  <a:txBody>
                    <a:bodyPr/>
                    <a:lstStyle/>
                    <a:p>
                      <a:pPr marL="0" indent="0">
                        <a:lnSpc>
                          <a:spcPts val="1820"/>
                        </a:lnSpc>
                        <a:buNone/>
                      </a:pPr>
                      <a:r>
                        <a:rPr sz="1300" b="1">
                          <a:solidFill>
                            <a:srgbClr val="FFDA37"/>
                          </a:solidFill>
                          <a:latin typeface="Segoe UI"/>
                          <a:ea typeface="Segoe UI"/>
                          <a:cs typeface="Segoe UI"/>
                        </a:rPr>
                        <a:t>Subagente Init</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solidFill>
                      <a:srgbClr val="292B45"/>
                    </a:solidFill>
                  </a:tcPr>
                </a:tc>
                <a:tc>
                  <a:txBody>
                    <a:bodyPr/>
                    <a:lstStyle/>
                    <a:p>
                      <a:pPr marL="0" indent="0">
                        <a:lnSpc>
                          <a:spcPts val="1820"/>
                        </a:lnSpc>
                        <a:buNone/>
                      </a:pPr>
                      <a:r>
                        <a:rPr sz="1300" b="1">
                          <a:solidFill>
                            <a:srgbClr val="4BE7D8"/>
                          </a:solidFill>
                          <a:latin typeface="Segoe UI"/>
                          <a:ea typeface="Segoe UI"/>
                          <a:cs typeface="Segoe UI"/>
                        </a:rPr>
                        <a:t>New-Circe.ps1</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solidFill>
                      <a:srgbClr val="292B45"/>
                    </a:solidFill>
                  </a:tcPr>
                </a:tc>
              </a:tr>
              <a:tr h="359271">
                <a:tc>
                  <a:txBody>
                    <a:bodyPr/>
                    <a:lstStyle/>
                    <a:p>
                      <a:pPr marL="0" indent="0">
                        <a:lnSpc>
                          <a:spcPts val="1820"/>
                        </a:lnSpc>
                        <a:buNone/>
                      </a:pPr>
                      <a:r>
                        <a:rPr sz="1300">
                          <a:solidFill>
                            <a:srgbClr val="292B45"/>
                          </a:solidFill>
                          <a:latin typeface="Segoe UI"/>
                          <a:ea typeface="Segoe UI"/>
                          <a:cs typeface="Segoe UI"/>
                        </a:rPr>
                        <a:t>Propósito</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Preparar un agente vacío</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Crear Circe con su configuración</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r>
              <a:tr h="359271">
                <a:tc>
                  <a:txBody>
                    <a:bodyPr/>
                    <a:lstStyle/>
                    <a:p>
                      <a:pPr marL="0" indent="0">
                        <a:lnSpc>
                          <a:spcPts val="1820"/>
                        </a:lnSpc>
                        <a:buNone/>
                      </a:pPr>
                      <a:r>
                        <a:rPr sz="1300">
                          <a:solidFill>
                            <a:srgbClr val="292B45"/>
                          </a:solidFill>
                          <a:latin typeface="Segoe UI"/>
                          <a:ea typeface="Segoe UI"/>
                          <a:cs typeface="Segoe UI"/>
                        </a:rPr>
                        <a:t>Por debajo</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pac copilot init</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pac copilot init</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r>
              <a:tr h="359271">
                <a:tc>
                  <a:txBody>
                    <a:bodyPr/>
                    <a:lstStyle/>
                    <a:p>
                      <a:pPr marL="0" indent="0">
                        <a:lnSpc>
                          <a:spcPts val="1820"/>
                        </a:lnSpc>
                        <a:buNone/>
                      </a:pPr>
                      <a:r>
                        <a:rPr sz="1300">
                          <a:solidFill>
                            <a:srgbClr val="292B45"/>
                          </a:solidFill>
                          <a:latin typeface="Segoe UI"/>
                          <a:ea typeface="Segoe UI"/>
                          <a:cs typeface="Segoe UI"/>
                        </a:rPr>
                        <a:t>Nombre y schema</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Identidad del destino</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Circe Compras / circe_compras</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r>
              <a:tr h="359271">
                <a:tc>
                  <a:txBody>
                    <a:bodyPr/>
                    <a:lstStyle/>
                    <a:p>
                      <a:pPr marL="0" indent="0">
                        <a:lnSpc>
                          <a:spcPts val="1820"/>
                        </a:lnSpc>
                        <a:buNone/>
                      </a:pPr>
                      <a:r>
                        <a:rPr sz="1300">
                          <a:solidFill>
                            <a:srgbClr val="292B45"/>
                          </a:solidFill>
                          <a:latin typeface="Segoe UI"/>
                          <a:ea typeface="Segoe UI"/>
                          <a:cs typeface="Segoe UI"/>
                        </a:rPr>
                        <a:t>Prefijo</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catmgr por defecto</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circe</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r>
              <a:tr h="359271">
                <a:tc>
                  <a:txBody>
                    <a:bodyPr/>
                    <a:lstStyle/>
                    <a:p>
                      <a:pPr marL="0" indent="0">
                        <a:lnSpc>
                          <a:spcPts val="1820"/>
                        </a:lnSpc>
                        <a:buNone/>
                      </a:pPr>
                      <a:r>
                        <a:rPr sz="1300">
                          <a:solidFill>
                            <a:srgbClr val="292B45"/>
                          </a:solidFill>
                          <a:latin typeface="Segoe UI"/>
                          <a:ea typeface="Segoe UI"/>
                          <a:cs typeface="Segoe UI"/>
                        </a:rPr>
                        <a:t>Instrucciones</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Las incorporará Architect</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demo/agent/instructions.md</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r>
              <a:tr h="359271">
                <a:tc>
                  <a:txBody>
                    <a:bodyPr/>
                    <a:lstStyle/>
                    <a:p>
                      <a:pPr marL="0" indent="0">
                        <a:lnSpc>
                          <a:spcPts val="1820"/>
                        </a:lnSpc>
                        <a:buNone/>
                      </a:pPr>
                      <a:r>
                        <a:rPr sz="1300">
                          <a:solidFill>
                            <a:srgbClr val="292B45"/>
                          </a:solidFill>
                          <a:latin typeface="Segoe UI"/>
                          <a:ea typeface="Segoe UI"/>
                          <a:cs typeface="Segoe UI"/>
                        </a:rPr>
                        <a:t>Resultado</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Proyecto inicial</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Punto de partida de esta demo</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r>
            </a:tbl>
          </a:graphicData>
        </a:graphic>
      </p:graphicFrame>
      <p:sp>
        <p:nvSpPr>
          <p:cNvPr id="105" name="Text 5">
            <a:extLst xmlns:a="http://schemas.openxmlformats.org/drawingml/2006/main">
              <a:ext uri="{FF2B5EF4-FFF2-40B4-BE49-F238E27FC236}">
                <a16:creationId xmlns:a16="http://schemas.microsoft.com/office/drawing/2014/main" id="{11D78438-F672-4F29-AC84-17ECB28B1210}"/>
              </a:ext>
            </a:extLst>
          </p:cNvPr>
          <p:cNvSpPr>
            <a:spLocks xmlns:a="http://schemas.openxmlformats.org/drawingml/2006/main" noGrp="1"/>
          </p:cNvSpPr>
          <p:nvPr/>
        </p:nvSpPr>
        <p:spPr>
          <a:xfrm xmlns:a="http://schemas.openxmlformats.org/drawingml/2006/main">
            <a:off x="812800" y="4534538"/>
            <a:ext cx="10883392"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00"/>
              </a:lnSpc>
              <a:buNone/>
            </a:pPr>
            <a:r>
              <a:rPr sz="1500">
                <a:solidFill>
                  <a:srgbClr val="292B45"/>
                </a:solidFill>
                <a:latin typeface="Segoe UI"/>
                <a:ea typeface="Segoe UI"/>
                <a:cs typeface="Segoe UI"/>
              </a:rPr>
              <a:t>Init prepara un proyecto vacío para continuar con Architect. New-Circe.ps1 incorpora la identidad y las instrucciones de este caso.</a:t>
            </a:r>
            <a:endParaRPr sz="1500"/>
          </a:p>
        </p:txBody>
      </p:sp>
      <p:sp>
        <p:nvSpPr>
          <p:cNvPr id="106" name="Freeform: Shape 44">
            <a:extLst xmlns:a="http://schemas.openxmlformats.org/drawingml/2006/main">
              <a:ext uri="{FF2B5EF4-FFF2-40B4-BE49-F238E27FC236}">
                <a16:creationId xmlns:a16="http://schemas.microsoft.com/office/drawing/2014/main" id="{641310B7-2D26-4B8E-B802-4AA8EA575187}"/>
              </a:ext>
            </a:extLst>
          </p:cNvPr>
          <p:cNvSpPr>
            <a:spLocks xmlns:a="http://schemas.openxmlformats.org/drawingml/2006/main" noGrp="1"/>
          </p:cNvSpPr>
          <p:nvPr/>
        </p:nvSpPr>
        <p:spPr>
          <a:xfrm xmlns:a="http://schemas.openxmlformats.org/drawingml/2006/main">
            <a:off x="11290000" y="-60000"/>
            <a:ext cx="960000" cy="900000"/>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rgbClr val="119F9A"/>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7" name="Freeform: Shape 45">
            <a:extLst xmlns:a="http://schemas.openxmlformats.org/drawingml/2006/main">
              <a:ext uri="{FF2B5EF4-FFF2-40B4-BE49-F238E27FC236}">
                <a16:creationId xmlns:a16="http://schemas.microsoft.com/office/drawing/2014/main" id="{D4B55173-D163-4D03-84FE-14105F59E0B0}"/>
              </a:ext>
            </a:extLst>
          </p:cNvPr>
          <p:cNvSpPr>
            <a:spLocks xmlns:a="http://schemas.openxmlformats.org/drawingml/2006/main" noGrp="1"/>
          </p:cNvSpPr>
          <p:nvPr/>
        </p:nvSpPr>
        <p:spPr>
          <a:xfrm xmlns:a="http://schemas.openxmlformats.org/drawingml/2006/main">
            <a:off x="11720000" y="900000"/>
            <a:ext cx="110000" cy="110000"/>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rgbClr val="119F9A"/>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Tree>
    <p:extLst>
      <p:ext uri="{BB962C8B-B14F-4D97-AF65-F5344CB8AC3E}">
        <p14:creationId xmlns:p14="http://schemas.microsoft.com/office/powerpoint/2010/main" val="209660807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01" name="Text 2">
            <a:extLst xmlns:a="http://schemas.openxmlformats.org/drawingml/2006/main">
              <a:ext uri="{FF2B5EF4-FFF2-40B4-BE49-F238E27FC236}">
                <a16:creationId xmlns:a16="http://schemas.microsoft.com/office/drawing/2014/main" id="{22ADE102-89F5-4AAB-97E0-54E0CBC24B72}"/>
              </a:ext>
            </a:extLst>
          </p:cNvPr>
          <p:cNvSpPr>
            <a:spLocks xmlns:a="http://schemas.openxmlformats.org/drawingml/2006/main" noGrp="1"/>
          </p:cNvSpPr>
          <p:nvPr/>
        </p:nvSpPr>
        <p:spPr>
          <a:xfrm xmlns:a="http://schemas.openxmlformats.org/drawingml/2006/main">
            <a:off x="812800" y="450000"/>
            <a:ext cx="10883392"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spc="200">
                <a:solidFill>
                  <a:srgbClr val="FF509F"/>
                </a:solidFill>
                <a:latin typeface="Segoe UI"/>
                <a:ea typeface="Segoe UI"/>
                <a:cs typeface="Segoe UI"/>
              </a:rPr>
              <a:t>DESCRIBER · EL QUE SUMA AL CERRAR</a:t>
            </a:r>
            <a:endParaRPr sz="1200"/>
          </a:p>
        </p:txBody>
      </p:sp>
      <p:sp>
        <p:nvSpPr>
          <p:cNvPr id="102" name="Text 3">
            <a:extLst xmlns:a="http://schemas.openxmlformats.org/drawingml/2006/main">
              <a:ext uri="{FF2B5EF4-FFF2-40B4-BE49-F238E27FC236}">
                <a16:creationId xmlns:a16="http://schemas.microsoft.com/office/drawing/2014/main" id="{89B237A8-C7D6-4FF3-943E-E8B7F6800E7A}"/>
              </a:ext>
            </a:extLst>
          </p:cNvPr>
          <p:cNvSpPr>
            <a:spLocks xmlns:a="http://schemas.openxmlformats.org/drawingml/2006/main" noGrp="1"/>
          </p:cNvSpPr>
          <p:nvPr/>
        </p:nvSpPr>
        <p:spPr>
          <a:xfrm xmlns:a="http://schemas.openxmlformats.org/drawingml/2006/main">
            <a:off x="812800" y="761350"/>
            <a:ext cx="10883392" cy="48713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680"/>
              </a:lnSpc>
              <a:buNone/>
            </a:pPr>
            <a:r>
              <a:rPr sz="3200" b="1">
                <a:solidFill>
                  <a:srgbClr val="292B45"/>
                </a:solidFill>
                <a:latin typeface="Segoe UI"/>
                <a:ea typeface="Segoe UI"/>
                <a:cs typeface="Segoe UI"/>
              </a:rPr>
              <a:t>Auditar el agente sin tocar nada</a:t>
            </a:r>
            <a:endParaRPr sz="3200"/>
          </a:p>
        </p:txBody>
      </p:sp>
      <p:sp>
        <p:nvSpPr>
          <p:cNvPr id="103" name="Text 4">
            <a:extLst xmlns:a="http://schemas.openxmlformats.org/drawingml/2006/main">
              <a:ext uri="{FF2B5EF4-FFF2-40B4-BE49-F238E27FC236}">
                <a16:creationId xmlns:a16="http://schemas.microsoft.com/office/drawing/2014/main" id="{EFEB0783-5E90-404A-A9B4-5A41E4C5C9DA}"/>
              </a:ext>
            </a:extLst>
          </p:cNvPr>
          <p:cNvSpPr>
            <a:spLocks xmlns:a="http://schemas.openxmlformats.org/drawingml/2006/main" noGrp="1"/>
          </p:cNvSpPr>
          <p:nvPr/>
        </p:nvSpPr>
        <p:spPr>
          <a:xfrm xmlns:a="http://schemas.openxmlformats.org/drawingml/2006/main">
            <a:off x="812800" y="1474495"/>
            <a:ext cx="6488176" cy="71569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750"/>
              </a:lnSpc>
              <a:buNone/>
            </a:pPr>
            <a:r>
              <a:rPr sz="2200" b="1">
                <a:solidFill>
                  <a:srgbClr val="292B45"/>
                </a:solidFill>
                <a:latin typeface="Segoe UI"/>
                <a:ea typeface="Segoe UI"/>
                <a:cs typeface="Segoe UI"/>
              </a:rPr>
              <a:t>Lee todo el workspace y lo cuenta para alguien de negocio.</a:t>
            </a:r>
            <a:endParaRPr sz="2200"/>
          </a:p>
        </p:txBody>
      </p:sp>
      <p:sp>
        <p:nvSpPr>
          <p:cNvPr id="104" name="Text 5">
            <a:extLst xmlns:a="http://schemas.openxmlformats.org/drawingml/2006/main">
              <a:ext uri="{FF2B5EF4-FFF2-40B4-BE49-F238E27FC236}">
                <a16:creationId xmlns:a16="http://schemas.microsoft.com/office/drawing/2014/main" id="{286A8B0F-0BBC-4437-AC43-0D737E781FC3}"/>
              </a:ext>
            </a:extLst>
          </p:cNvPr>
          <p:cNvSpPr>
            <a:spLocks xmlns:a="http://schemas.openxmlformats.org/drawingml/2006/main" noGrp="1"/>
          </p:cNvSpPr>
          <p:nvPr/>
        </p:nvSpPr>
        <p:spPr>
          <a:xfrm xmlns:a="http://schemas.openxmlformats.org/drawingml/2006/main">
            <a:off x="812800" y="2315751"/>
            <a:ext cx="6488176" cy="5171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63"/>
              </a:lnSpc>
              <a:buNone/>
            </a:pPr>
            <a:r>
              <a:rPr sz="1259">
                <a:solidFill>
                  <a:srgbClr val="292B45"/>
                </a:solidFill>
                <a:latin typeface="Segoe UI"/>
                <a:ea typeface="Segoe UI"/>
                <a:cs typeface="Segoe UI"/>
              </a:rPr>
              <a:t>Instrucciones, conocimiento, skills y ajustes. Si algo no se entiende, pregunta; si sigue sin estar claro, lo deja escrito como duda.</a:t>
            </a:r>
            <a:endParaRPr sz="1259"/>
          </a:p>
        </p:txBody>
      </p:sp>
      <p:sp>
        <p:nvSpPr>
          <p:cNvPr id="105" name="Shape 6">
            <a:extLst xmlns:a="http://schemas.openxmlformats.org/drawingml/2006/main">
              <a:ext uri="{FF2B5EF4-FFF2-40B4-BE49-F238E27FC236}">
                <a16:creationId xmlns:a16="http://schemas.microsoft.com/office/drawing/2014/main" id="{FBA7B806-F103-4C0A-852E-21D0E5BE207F}"/>
              </a:ext>
            </a:extLst>
          </p:cNvPr>
          <p:cNvSpPr>
            <a:spLocks xmlns:a="http://schemas.openxmlformats.org/drawingml/2006/main" noGrp="1"/>
          </p:cNvSpPr>
          <p:nvPr/>
        </p:nvSpPr>
        <p:spPr>
          <a:xfrm xmlns:a="http://schemas.openxmlformats.org/drawingml/2006/main">
            <a:off x="815975" y="2961603"/>
            <a:ext cx="6292850" cy="849887"/>
          </a:xfrm>
          <a:prstGeom xmlns:a="http://schemas.openxmlformats.org/drawingml/2006/main" prst="roundRect">
            <a:avLst>
              <a:gd name="adj" fmla="val 14404"/>
            </a:avLst>
          </a:prstGeom>
          <a:solidFill xmlns:a="http://schemas.openxmlformats.org/drawingml/2006/main">
            <a:srgbClr val="FF509F">
              <a:alpha val="16000"/>
            </a:srgbClr>
          </a:solidFill>
          <a:ln xmlns:a="http://schemas.openxmlformats.org/drawingml/2006/main" w="6350">
            <a:solidFill>
              <a:srgbClr val="FF509F">
                <a:alpha val="55000"/>
              </a:srgbClr>
            </a:solidFill>
            <a:prstDash val="solid"/>
          </a:ln>
        </p:spPr>
      </p:sp>
      <p:sp>
        <p:nvSpPr>
          <p:cNvPr id="106" name="Text 7">
            <a:extLst xmlns:a="http://schemas.openxmlformats.org/drawingml/2006/main">
              <a:ext uri="{FF2B5EF4-FFF2-40B4-BE49-F238E27FC236}">
                <a16:creationId xmlns:a16="http://schemas.microsoft.com/office/drawing/2014/main" id="{5CFB54C1-FABE-49D7-BFD4-60A9B48B8BB6}"/>
              </a:ext>
            </a:extLst>
          </p:cNvPr>
          <p:cNvSpPr>
            <a:spLocks xmlns:a="http://schemas.openxmlformats.org/drawingml/2006/main" noGrp="1"/>
          </p:cNvSpPr>
          <p:nvPr/>
        </p:nvSpPr>
        <p:spPr>
          <a:xfrm xmlns:a="http://schemas.openxmlformats.org/drawingml/2006/main">
            <a:off x="1022350" y="3140527"/>
            <a:ext cx="6056503" cy="5171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60"/>
              </a:lnSpc>
              <a:buNone/>
            </a:pPr>
            <a:r>
              <a:rPr sz="1400" b="1">
                <a:solidFill>
                  <a:srgbClr val="292B45"/>
                </a:solidFill>
                <a:latin typeface="Segoe UI"/>
                <a:ea typeface="Segoe UI"/>
                <a:cs typeface="Segoe UI"/>
              </a:rPr>
              <a:t>En la sesión:</a:t>
            </a:r>
            <a:r>
              <a:rPr sz="1400">
                <a:solidFill>
                  <a:srgbClr val="292B45"/>
                </a:solidFill>
                <a:latin typeface="Segoe UI"/>
                <a:ea typeface="Segoe UI"/>
                <a:cs typeface="Segoe UI"/>
              </a:rPr>
              <a:t> tras el cambio a v2, «describe qué hace Circe». Un informe que cualquiera puede revisar.</a:t>
            </a:r>
            <a:endParaRPr sz="1400"/>
          </a:p>
        </p:txBody>
      </p:sp>
      <p:sp>
        <p:nvSpPr>
          <p:cNvPr id="107" name="Shape 8">
            <a:extLst xmlns:a="http://schemas.openxmlformats.org/drawingml/2006/main">
              <a:ext uri="{FF2B5EF4-FFF2-40B4-BE49-F238E27FC236}">
                <a16:creationId xmlns:a16="http://schemas.microsoft.com/office/drawing/2014/main" id="{3933DBBA-29A9-4556-8FFE-6D0E2E237CFE}"/>
              </a:ext>
            </a:extLst>
          </p:cNvPr>
          <p:cNvSpPr>
            <a:spLocks xmlns:a="http://schemas.openxmlformats.org/drawingml/2006/main" noGrp="1"/>
          </p:cNvSpPr>
          <p:nvPr/>
        </p:nvSpPr>
        <p:spPr>
          <a:xfrm xmlns:a="http://schemas.openxmlformats.org/drawingml/2006/main">
            <a:off x="7318375" y="1477634"/>
            <a:ext cx="4057650" cy="2333856"/>
          </a:xfrm>
          <a:prstGeom xmlns:a="http://schemas.openxmlformats.org/drawingml/2006/main" prst="roundRect">
            <a:avLst>
              <a:gd name="adj" fmla="val 6321"/>
            </a:avLst>
          </a:prstGeom>
          <a:solidFill xmlns:a="http://schemas.openxmlformats.org/drawingml/2006/main">
            <a:srgbClr val="F2F3F7"/>
          </a:solidFill>
          <a:ln xmlns:a="http://schemas.openxmlformats.org/drawingml/2006/main" w="6350">
            <a:solidFill>
              <a:srgbClr val="D9DBE3">
                <a:alpha val="14000"/>
              </a:srgbClr>
            </a:solidFill>
            <a:prstDash val="solid"/>
          </a:ln>
        </p:spPr>
      </p:sp>
      <p:sp>
        <p:nvSpPr>
          <p:cNvPr id="108" name="Text 9">
            <a:extLst xmlns:a="http://schemas.openxmlformats.org/drawingml/2006/main">
              <a:ext uri="{FF2B5EF4-FFF2-40B4-BE49-F238E27FC236}">
                <a16:creationId xmlns:a16="http://schemas.microsoft.com/office/drawing/2014/main" id="{5C21124C-BD1D-4936-906F-35323D255D03}"/>
              </a:ext>
            </a:extLst>
          </p:cNvPr>
          <p:cNvSpPr>
            <a:spLocks xmlns:a="http://schemas.openxmlformats.org/drawingml/2006/main" noGrp="1"/>
          </p:cNvSpPr>
          <p:nvPr/>
        </p:nvSpPr>
        <p:spPr>
          <a:xfrm xmlns:a="http://schemas.openxmlformats.org/drawingml/2006/main">
            <a:off x="7575550" y="1731894"/>
            <a:ext cx="3649599" cy="26612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35"/>
              </a:lnSpc>
              <a:buNone/>
            </a:pPr>
            <a:r>
              <a:rPr sz="1279" b="1">
                <a:solidFill>
                  <a:srgbClr val="FF509F"/>
                </a:solidFill>
                <a:latin typeface="Segoe UI"/>
                <a:ea typeface="Segoe UI"/>
                <a:cs typeface="Segoe UI"/>
              </a:rPr>
              <a:t>Apartados obligatorios del informe</a:t>
            </a:r>
            <a:endParaRPr sz="1279"/>
          </a:p>
        </p:txBody>
      </p:sp>
      <p:sp>
        <p:nvSpPr>
          <p:cNvPr id="109" name="Text 10">
            <a:extLst xmlns:a="http://schemas.openxmlformats.org/drawingml/2006/main">
              <a:ext uri="{FF2B5EF4-FFF2-40B4-BE49-F238E27FC236}">
                <a16:creationId xmlns:a16="http://schemas.microsoft.com/office/drawing/2014/main" id="{F24BCD9B-0A16-4C4F-B873-5BB834FFCBC3}"/>
              </a:ext>
            </a:extLst>
          </p:cNvPr>
          <p:cNvSpPr>
            <a:spLocks xmlns:a="http://schemas.openxmlformats.org/drawingml/2006/main" noGrp="1"/>
          </p:cNvSpPr>
          <p:nvPr/>
        </p:nvSpPr>
        <p:spPr>
          <a:xfrm xmlns:a="http://schemas.openxmlformats.org/drawingml/2006/main">
            <a:off x="7575550" y="2073360"/>
            <a:ext cx="3649599" cy="134349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13360" indent="-175768" algn="l">
              <a:lnSpc>
                <a:spcPts val="1995"/>
              </a:lnSpc>
              <a:buSzPct val="100000"/>
              <a:buChar char="•"/>
            </a:pPr>
            <a:r>
              <a:rPr sz="1330">
                <a:solidFill>
                  <a:srgbClr val="292B45"/>
                </a:solidFill>
                <a:latin typeface="Segoe UI"/>
                <a:ea typeface="Segoe UI"/>
                <a:cs typeface="Segoe UI"/>
              </a:rPr>
              <a:t>Resumen en lenguaje llano</a:t>
            </a:r>
            <a:endParaRPr sz="1330"/>
          </a:p>
          <a:p xmlns:a="http://schemas.openxmlformats.org/drawingml/2006/main">
            <a:pPr marL="213360" indent="-175768" algn="l">
              <a:lnSpc>
                <a:spcPts val="1995"/>
              </a:lnSpc>
              <a:buSzPct val="100000"/>
              <a:buChar char="•"/>
            </a:pPr>
            <a:r>
              <a:rPr sz="1330">
                <a:solidFill>
                  <a:srgbClr val="292B45"/>
                </a:solidFill>
                <a:latin typeface="Segoe UI"/>
                <a:ea typeface="Segoe UI"/>
                <a:cs typeface="Segoe UI"/>
              </a:rPr>
              <a:t>Capacidades activas y su evidencia</a:t>
            </a:r>
            <a:endParaRPr sz="1330"/>
          </a:p>
          <a:p xmlns:a="http://schemas.openxmlformats.org/drawingml/2006/main">
            <a:pPr marL="213360" indent="-175768" algn="l">
              <a:lnSpc>
                <a:spcPts val="1995"/>
              </a:lnSpc>
              <a:buSzPct val="100000"/>
              <a:buChar char="•"/>
            </a:pPr>
            <a:r>
              <a:rPr sz="1330">
                <a:solidFill>
                  <a:srgbClr val="292B45"/>
                </a:solidFill>
                <a:latin typeface="Segoe UI"/>
                <a:ea typeface="Segoe UI"/>
                <a:cs typeface="Segoe UI"/>
              </a:rPr>
              <a:t>User stories</a:t>
            </a:r>
            <a:endParaRPr sz="1330"/>
          </a:p>
          <a:p xmlns:a="http://schemas.openxmlformats.org/drawingml/2006/main">
            <a:pPr marL="213360" indent="-175768" algn="l">
              <a:lnSpc>
                <a:spcPts val="1995"/>
              </a:lnSpc>
              <a:buSzPct val="100000"/>
              <a:buChar char="•"/>
            </a:pPr>
            <a:r>
              <a:rPr sz="1330">
                <a:solidFill>
                  <a:srgbClr val="292B45"/>
                </a:solidFill>
                <a:latin typeface="Segoe UI"/>
                <a:ea typeface="Segoe UI"/>
                <a:cs typeface="Segoe UI"/>
              </a:rPr>
              <a:t>Dudas abiertas</a:t>
            </a:r>
            <a:endParaRPr sz="1330"/>
          </a:p>
          <a:p xmlns:a="http://schemas.openxmlformats.org/drawingml/2006/main">
            <a:pPr marL="213360" indent="-175768" algn="l">
              <a:lnSpc>
                <a:spcPts val="1995"/>
              </a:lnSpc>
              <a:buSzPct val="100000"/>
              <a:buChar char="•"/>
            </a:pPr>
            <a:r>
              <a:rPr sz="1330">
                <a:solidFill>
                  <a:srgbClr val="292B45"/>
                </a:solidFill>
                <a:latin typeface="Segoe UI"/>
                <a:ea typeface="Segoe UI"/>
                <a:cs typeface="Segoe UI"/>
              </a:rPr>
              <a:t>Lo que el agente no parece hacer</a:t>
            </a:r>
            <a:endParaRPr sz="1330"/>
          </a:p>
        </p:txBody>
      </p:sp>
      <p:sp>
        <p:nvSpPr>
          <p:cNvPr id="110" name="Text 11">
            <a:extLst xmlns:a="http://schemas.openxmlformats.org/drawingml/2006/main">
              <a:ext uri="{FF2B5EF4-FFF2-40B4-BE49-F238E27FC236}">
                <a16:creationId xmlns:a16="http://schemas.microsoft.com/office/drawing/2014/main" id="{E662C7B3-4EE1-47FD-BD8B-7D88966B5EA7}"/>
              </a:ext>
            </a:extLst>
          </p:cNvPr>
          <p:cNvSpPr>
            <a:spLocks xmlns:a="http://schemas.openxmlformats.org/drawingml/2006/main" noGrp="1"/>
          </p:cNvSpPr>
          <p:nvPr/>
        </p:nvSpPr>
        <p:spPr>
          <a:xfrm xmlns:a="http://schemas.openxmlformats.org/drawingml/2006/main">
            <a:off x="812800" y="5813985"/>
            <a:ext cx="10883392"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6B6F86"/>
                </a:solidFill>
                <a:latin typeface="Segoe UI"/>
                <a:ea typeface="Segoe UI"/>
                <a:cs typeface="Segoe UI"/>
              </a:rPr>
              <a:t>La explicación se contrasta con los archivos: qué hace el agente, qué reglas consulta y qué límites tiene.</a:t>
            </a:r>
            <a:endParaRPr sz="1200"/>
          </a:p>
        </p:txBody>
      </p:sp>
      <p:sp>
        <p:nvSpPr>
          <p:cNvPr id="111" name="Freeform: Shape 44">
            <a:extLst xmlns:a="http://schemas.openxmlformats.org/drawingml/2006/main">
              <a:ext uri="{FF2B5EF4-FFF2-40B4-BE49-F238E27FC236}">
                <a16:creationId xmlns:a16="http://schemas.microsoft.com/office/drawing/2014/main" id="{641310B7-2D26-4B8E-B802-4AA8EA575187}"/>
              </a:ext>
            </a:extLst>
          </p:cNvPr>
          <p:cNvSpPr>
            <a:spLocks xmlns:a="http://schemas.openxmlformats.org/drawingml/2006/main" noGrp="1"/>
          </p:cNvSpPr>
          <p:nvPr/>
        </p:nvSpPr>
        <p:spPr>
          <a:xfrm xmlns:a="http://schemas.openxmlformats.org/drawingml/2006/main">
            <a:off x="11290000" y="-60000"/>
            <a:ext cx="960000" cy="900000"/>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rgbClr val="FFDA37"/>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12" name="Freeform: Shape 45">
            <a:extLst xmlns:a="http://schemas.openxmlformats.org/drawingml/2006/main">
              <a:ext uri="{FF2B5EF4-FFF2-40B4-BE49-F238E27FC236}">
                <a16:creationId xmlns:a16="http://schemas.microsoft.com/office/drawing/2014/main" id="{D4B55173-D163-4D03-84FE-14105F59E0B0}"/>
              </a:ext>
            </a:extLst>
          </p:cNvPr>
          <p:cNvSpPr>
            <a:spLocks xmlns:a="http://schemas.openxmlformats.org/drawingml/2006/main" noGrp="1"/>
          </p:cNvSpPr>
          <p:nvPr/>
        </p:nvSpPr>
        <p:spPr>
          <a:xfrm xmlns:a="http://schemas.openxmlformats.org/drawingml/2006/main">
            <a:off x="11720000" y="900000"/>
            <a:ext cx="110000" cy="110000"/>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rgbClr val="FFDA37"/>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Tree>
    <p:extLst>
      <p:ext uri="{BB962C8B-B14F-4D97-AF65-F5344CB8AC3E}">
        <p14:creationId xmlns:p14="http://schemas.microsoft.com/office/powerpoint/2010/main" val="161814331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01" name="Text 3">
            <a:extLst xmlns:a="http://schemas.openxmlformats.org/drawingml/2006/main">
              <a:ext uri="{FF2B5EF4-FFF2-40B4-BE49-F238E27FC236}">
                <a16:creationId xmlns:a16="http://schemas.microsoft.com/office/drawing/2014/main" id="{9108825A-E6A6-4EA3-A466-4BC3CE2E4085}"/>
              </a:ext>
            </a:extLst>
          </p:cNvPr>
          <p:cNvSpPr>
            <a:spLocks xmlns:a="http://schemas.openxmlformats.org/drawingml/2006/main" noGrp="1"/>
          </p:cNvSpPr>
          <p:nvPr/>
        </p:nvSpPr>
        <p:spPr>
          <a:xfrm xmlns:a="http://schemas.openxmlformats.org/drawingml/2006/main">
            <a:off x="812800" y="4500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spc="200">
                <a:solidFill>
                  <a:srgbClr val="292B45"/>
                </a:solidFill>
                <a:latin typeface="Segoe UI"/>
                <a:ea typeface="Segoe UI"/>
                <a:cs typeface="Segoe UI"/>
              </a:rPr>
              <a:t>ARCHITECT · CÓMO DECIDE CADA PIEZA</a:t>
            </a:r>
            <a:endParaRPr sz="1200"/>
          </a:p>
        </p:txBody>
      </p:sp>
      <p:sp>
        <p:nvSpPr>
          <p:cNvPr id="102" name="Text 4">
            <a:extLst xmlns:a="http://schemas.openxmlformats.org/drawingml/2006/main">
              <a:ext uri="{FF2B5EF4-FFF2-40B4-BE49-F238E27FC236}">
                <a16:creationId xmlns:a16="http://schemas.microsoft.com/office/drawing/2014/main" id="{66E68CED-F183-408B-85A2-E110EFB7617F}"/>
              </a:ext>
            </a:extLst>
          </p:cNvPr>
          <p:cNvSpPr>
            <a:spLocks xmlns:a="http://schemas.openxmlformats.org/drawingml/2006/main" noGrp="1"/>
          </p:cNvSpPr>
          <p:nvPr/>
        </p:nvSpPr>
        <p:spPr>
          <a:xfrm xmlns:a="http://schemas.openxmlformats.org/drawingml/2006/main">
            <a:off x="812800" y="764920"/>
            <a:ext cx="10883392" cy="492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680"/>
              </a:lnSpc>
              <a:buNone/>
            </a:pPr>
            <a:r>
              <a:rPr sz="3200" b="1">
                <a:solidFill>
                  <a:srgbClr val="292B45"/>
                </a:solidFill>
                <a:latin typeface="Segoe UI"/>
                <a:ea typeface="Segoe UI"/>
                <a:cs typeface="Segoe UI"/>
              </a:rPr>
              <a:t>Circe ya sigue su árbol de decisión</a:t>
            </a:r>
            <a:endParaRPr sz="3200"/>
          </a:p>
        </p:txBody>
      </p:sp>
      <p:sp>
        <p:nvSpPr>
          <p:cNvPr id="103" name="Shape 5">
            <a:extLst xmlns:a="http://schemas.openxmlformats.org/drawingml/2006/main">
              <a:ext uri="{FF2B5EF4-FFF2-40B4-BE49-F238E27FC236}">
                <a16:creationId xmlns:a16="http://schemas.microsoft.com/office/drawing/2014/main" id="{B2EB9A8E-2A7A-4D86-8498-0F81CBEC5D60}"/>
              </a:ext>
            </a:extLst>
          </p:cNvPr>
          <p:cNvSpPr>
            <a:spLocks xmlns:a="http://schemas.openxmlformats.org/drawingml/2006/main" noGrp="1"/>
          </p:cNvSpPr>
          <p:nvPr/>
        </p:nvSpPr>
        <p:spPr>
          <a:xfrm xmlns:a="http://schemas.openxmlformats.org/drawingml/2006/main">
            <a:off x="815975" y="1464016"/>
            <a:ext cx="10560050" cy="2120205"/>
          </a:xfrm>
          <a:prstGeom xmlns:a="http://schemas.openxmlformats.org/drawingml/2006/main" prst="roundRect">
            <a:avLst>
              <a:gd name="adj" fmla="val 7038"/>
            </a:avLst>
          </a:prstGeom>
          <a:solidFill xmlns:a="http://schemas.openxmlformats.org/drawingml/2006/main">
            <a:srgbClr val="F2F3F7"/>
          </a:solidFill>
          <a:ln xmlns:a="http://schemas.openxmlformats.org/drawingml/2006/main" w="6350">
            <a:solidFill>
              <a:srgbClr val="D9DBE3">
                <a:alpha val="14000"/>
              </a:srgbClr>
            </a:solidFill>
            <a:prstDash val="solid"/>
          </a:ln>
        </p:spPr>
      </p:sp>
      <p:graphicFrame>
        <p:nvGraphicFramePr>
          <p:cNvPr id="114" name="Table 0"/>
          <p:cNvGraphicFramePr/>
          <p:nvPr/>
        </p:nvGraphicFramePr>
        <p:xfrm>
          <a:off xmlns:a="http://schemas.openxmlformats.org/drawingml/2006/main" x="1035050" y="1632291"/>
          <a:ext xmlns:a="http://schemas.openxmlformats.org/drawingml/2006/main" cx="10134600" cy="1796355"/>
        </p:xfrm>
        <a:graphic xmlns:a="http://schemas.openxmlformats.org/drawingml/2006/main">
          <a:graphicData uri="http://schemas.openxmlformats.org/drawingml/2006/table">
            <a:tbl>
              <a:tblPr/>
              <a:tblGrid>
                <a:gridCol w="4053840"/>
                <a:gridCol w="2432304"/>
                <a:gridCol w="3648456"/>
              </a:tblGrid>
              <a:tr h="359271">
                <a:tc>
                  <a:txBody>
                    <a:bodyPr/>
                    <a:lstStyle/>
                    <a:p>
                      <a:pPr marL="0" indent="0">
                        <a:lnSpc>
                          <a:spcPts val="1820"/>
                        </a:lnSpc>
                        <a:buNone/>
                      </a:pPr>
                      <a:r>
                        <a:rPr sz="1300" b="1">
                          <a:solidFill>
                            <a:srgbClr val="FFFFFF"/>
                          </a:solidFill>
                          <a:latin typeface="Segoe UI"/>
                          <a:ea typeface="Segoe UI"/>
                          <a:cs typeface="Segoe UI"/>
                        </a:rPr>
                        <a:t>Si el requisito es…</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solidFill>
                      <a:srgbClr val="292B45"/>
                    </a:solidFill>
                  </a:tcPr>
                </a:tc>
                <a:tc>
                  <a:txBody>
                    <a:bodyPr/>
                    <a:lstStyle/>
                    <a:p>
                      <a:pPr marL="0" indent="0">
                        <a:lnSpc>
                          <a:spcPts val="1820"/>
                        </a:lnSpc>
                        <a:buNone/>
                      </a:pPr>
                      <a:r>
                        <a:rPr sz="1300" b="1">
                          <a:solidFill>
                            <a:srgbClr val="FFDA37"/>
                          </a:solidFill>
                          <a:latin typeface="Segoe UI"/>
                          <a:ea typeface="Segoe UI"/>
                          <a:cs typeface="Segoe UI"/>
                        </a:rPr>
                        <a:t>Va a…</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solidFill>
                      <a:srgbClr val="292B45"/>
                    </a:solidFill>
                  </a:tcPr>
                </a:tc>
                <a:tc>
                  <a:txBody>
                    <a:bodyPr/>
                    <a:lstStyle/>
                    <a:p>
                      <a:pPr marL="0" indent="0">
                        <a:lnSpc>
                          <a:spcPts val="1820"/>
                        </a:lnSpc>
                        <a:buNone/>
                      </a:pPr>
                      <a:r>
                        <a:rPr sz="1300" b="1">
                          <a:solidFill>
                            <a:srgbClr val="4BE7D8"/>
                          </a:solidFill>
                          <a:latin typeface="Segoe UI"/>
                          <a:ea typeface="Segoe UI"/>
                          <a:cs typeface="Segoe UI"/>
                        </a:rPr>
                        <a:t>En Circe</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solidFill>
                      <a:srgbClr val="292B45"/>
                    </a:solidFill>
                  </a:tcPr>
                </a:tc>
              </a:tr>
              <a:tr h="359271">
                <a:tc>
                  <a:txBody>
                    <a:bodyPr/>
                    <a:lstStyle/>
                    <a:p>
                      <a:pPr marL="0" indent="0">
                        <a:lnSpc>
                          <a:spcPts val="1820"/>
                        </a:lnSpc>
                        <a:buNone/>
                      </a:pPr>
                      <a:r>
                        <a:rPr sz="1300">
                          <a:solidFill>
                            <a:srgbClr val="292B45"/>
                          </a:solidFill>
                          <a:latin typeface="Segoe UI"/>
                          <a:ea typeface="Segoe UI"/>
                          <a:cs typeface="Segoe UI"/>
                        </a:rPr>
                        <a:t>Regla global: rol, tono, límites</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Instrucciones</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Toda propuesta necesita decisión humana</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r>
              <a:tr h="359271">
                <a:tc>
                  <a:txBody>
                    <a:bodyPr/>
                    <a:lstStyle/>
                    <a:p>
                      <a:pPr marL="0" indent="0">
                        <a:lnSpc>
                          <a:spcPts val="1820"/>
                        </a:lnSpc>
                        <a:buNone/>
                      </a:pPr>
                      <a:r>
                        <a:rPr sz="1300">
                          <a:solidFill>
                            <a:srgbClr val="292B45"/>
                          </a:solidFill>
                          <a:latin typeface="Segoe UI"/>
                          <a:ea typeface="Segoe UI"/>
                          <a:cs typeface="Segoe UI"/>
                        </a:rPr>
                        <a:t>Hechos o política que se buscan y citan</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Conocimiento</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politica-compras.md</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r>
              <a:tr h="359271">
                <a:tc>
                  <a:txBody>
                    <a:bodyPr/>
                    <a:lstStyle/>
                    <a:p>
                      <a:pPr marL="0" indent="0">
                        <a:lnSpc>
                          <a:spcPts val="1820"/>
                        </a:lnSpc>
                        <a:buNone/>
                      </a:pPr>
                      <a:r>
                        <a:rPr sz="1300">
                          <a:solidFill>
                            <a:srgbClr val="292B45"/>
                          </a:solidFill>
                          <a:latin typeface="Segoe UI"/>
                          <a:ea typeface="Segoe UI"/>
                          <a:cs typeface="Segoe UI"/>
                        </a:rPr>
                        <a:t>Lógica compleja y determinista</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Skill con un fichero Python</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circe-reposicion y replenishment.py</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r>
              <a:tr h="359271">
                <a:tc>
                  <a:txBody>
                    <a:bodyPr/>
                    <a:lstStyle/>
                    <a:p>
                      <a:pPr marL="0" indent="0">
                        <a:lnSpc>
                          <a:spcPts val="1820"/>
                        </a:lnSpc>
                        <a:buNone/>
                      </a:pPr>
                      <a:r>
                        <a:rPr sz="1300">
                          <a:solidFill>
                            <a:srgbClr val="292B45"/>
                          </a:solidFill>
                          <a:latin typeface="Segoe UI"/>
                          <a:ea typeface="Segoe UI"/>
                          <a:cs typeface="Segoe UI"/>
                        </a:rPr>
                        <a:t>Acción externa o dato en vivo</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Herramienta</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c>
                  <a:txBody>
                    <a:bodyPr/>
                    <a:lstStyle/>
                    <a:p>
                      <a:pPr marL="0" indent="0">
                        <a:lnSpc>
                          <a:spcPts val="1820"/>
                        </a:lnSpc>
                        <a:buNone/>
                      </a:pPr>
                      <a:r>
                        <a:rPr sz="1300">
                          <a:solidFill>
                            <a:srgbClr val="292B45"/>
                          </a:solidFill>
                          <a:latin typeface="Segoe UI"/>
                          <a:ea typeface="Segoe UI"/>
                          <a:cs typeface="Segoe UI"/>
                        </a:rPr>
                        <a:t>Ninguna: sin ERP, a propósito</a:t>
                      </a:r>
                      <a:endParaRPr sz="1300">
                        <a:latin typeface="Segoe UI"/>
                        <a:ea typeface="Segoe UI"/>
                        <a:cs typeface="Segoe UI"/>
                      </a:endParaRPr>
                    </a:p>
                  </a:txBody>
                  <a:tcPr marL="57785" marR="57785" marT="57785" marB="57785" anchor="t">
                    <a:lnL w="12700" cmpd="sng">
                      <a:solidFill>
                        <a:srgbClr val="D9DBE3"/>
                      </a:solidFill>
                      <a:prstDash val="solid"/>
                    </a:lnL>
                    <a:lnR w="12700" cmpd="sng">
                      <a:solidFill>
                        <a:srgbClr val="D9DBE3"/>
                      </a:solidFill>
                      <a:prstDash val="solid"/>
                    </a:lnR>
                    <a:lnT w="12700" cmpd="sng">
                      <a:solidFill>
                        <a:srgbClr val="D9DBE3"/>
                      </a:solidFill>
                      <a:prstDash val="solid"/>
                    </a:lnT>
                    <a:lnB w="12700" cmpd="sng">
                      <a:solidFill>
                        <a:srgbClr val="D9DBE3"/>
                      </a:solidFill>
                      <a:prstDash val="solid"/>
                    </a:lnB>
                  </a:tcPr>
                </a:tc>
              </a:tr>
            </a:tbl>
          </a:graphicData>
        </a:graphic>
      </p:graphicFrame>
      <p:sp>
        <p:nvSpPr>
          <p:cNvPr id="105" name="Shape 6">
            <a:extLst xmlns:a="http://schemas.openxmlformats.org/drawingml/2006/main">
              <a:ext uri="{FF2B5EF4-FFF2-40B4-BE49-F238E27FC236}">
                <a16:creationId xmlns:a16="http://schemas.microsoft.com/office/drawing/2014/main" id="{1AD20EDE-6954-480C-86B4-9C169B5ABDB8}"/>
              </a:ext>
            </a:extLst>
          </p:cNvPr>
          <p:cNvSpPr>
            <a:spLocks xmlns:a="http://schemas.openxmlformats.org/drawingml/2006/main" noGrp="1"/>
          </p:cNvSpPr>
          <p:nvPr/>
        </p:nvSpPr>
        <p:spPr>
          <a:xfrm xmlns:a="http://schemas.openxmlformats.org/drawingml/2006/main">
            <a:off x="815975" y="3819171"/>
            <a:ext cx="10560050" cy="1347391"/>
          </a:xfrm>
          <a:prstGeom xmlns:a="http://schemas.openxmlformats.org/drawingml/2006/main" prst="roundRect">
            <a:avLst>
              <a:gd name="adj" fmla="val 11075"/>
            </a:avLst>
          </a:prstGeom>
          <a:solidFill xmlns:a="http://schemas.openxmlformats.org/drawingml/2006/main">
            <a:srgbClr val="FFDA37">
              <a:alpha val="14000"/>
            </a:srgbClr>
          </a:solidFill>
          <a:ln xmlns:a="http://schemas.openxmlformats.org/drawingml/2006/main" w="6350">
            <a:solidFill>
              <a:srgbClr val="FFDA37">
                <a:alpha val="50000"/>
              </a:srgbClr>
            </a:solidFill>
            <a:prstDash val="solid"/>
          </a:ln>
        </p:spPr>
      </p:sp>
      <p:sp>
        <p:nvSpPr>
          <p:cNvPr id="106" name="Text 7">
            <a:extLst xmlns:a="http://schemas.openxmlformats.org/drawingml/2006/main">
              <a:ext uri="{FF2B5EF4-FFF2-40B4-BE49-F238E27FC236}">
                <a16:creationId xmlns:a16="http://schemas.microsoft.com/office/drawing/2014/main" id="{C595A731-4550-4C25-A4B2-4E3DFBDC63D2}"/>
              </a:ext>
            </a:extLst>
          </p:cNvPr>
          <p:cNvSpPr>
            <a:spLocks xmlns:a="http://schemas.openxmlformats.org/drawingml/2006/main" noGrp="1"/>
          </p:cNvSpPr>
          <p:nvPr/>
        </p:nvSpPr>
        <p:spPr>
          <a:xfrm xmlns:a="http://schemas.openxmlformats.org/drawingml/2006/main">
            <a:off x="1073150" y="4050946"/>
            <a:ext cx="10347071" cy="619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40"/>
              </a:lnSpc>
              <a:buNone/>
            </a:pPr>
            <a:r>
              <a:rPr sz="1800" b="1">
                <a:solidFill>
                  <a:srgbClr val="292B45"/>
                </a:solidFill>
                <a:latin typeface="Segoe UI"/>
                <a:ea typeface="Segoe UI"/>
                <a:cs typeface="Segoe UI"/>
              </a:rPr>
              <a:t>«What jobs must this agent perform, and what is the safest, most reliable component for each job?»</a:t>
            </a:r>
            <a:endParaRPr sz="1800"/>
          </a:p>
        </p:txBody>
      </p:sp>
      <p:sp>
        <p:nvSpPr>
          <p:cNvPr id="107" name="Text 8">
            <a:extLst xmlns:a="http://schemas.openxmlformats.org/drawingml/2006/main">
              <a:ext uri="{FF2B5EF4-FFF2-40B4-BE49-F238E27FC236}">
                <a16:creationId xmlns:a16="http://schemas.microsoft.com/office/drawing/2014/main" id="{6E390BB6-294E-4115-80E2-03A51C825894}"/>
              </a:ext>
            </a:extLst>
          </p:cNvPr>
          <p:cNvSpPr>
            <a:spLocks xmlns:a="http://schemas.openxmlformats.org/drawingml/2006/main" noGrp="1"/>
          </p:cNvSpPr>
          <p:nvPr/>
        </p:nvSpPr>
        <p:spPr>
          <a:xfrm xmlns:a="http://schemas.openxmlformats.org/drawingml/2006/main">
            <a:off x="1073150" y="4721466"/>
            <a:ext cx="1034707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Segoe UI"/>
                <a:ea typeface="Segoe UI"/>
                <a:cs typeface="Segoe UI"/>
              </a:rPr>
              <a:t>Principio central del Architect, en su definición del plugin</a:t>
            </a:r>
            <a:endParaRPr sz="1200"/>
          </a:p>
        </p:txBody>
      </p:sp>
      <p:sp>
        <p:nvSpPr>
          <p:cNvPr id="108" name="Freeform: Shape 44">
            <a:extLst xmlns:a="http://schemas.openxmlformats.org/drawingml/2006/main">
              <a:ext uri="{FF2B5EF4-FFF2-40B4-BE49-F238E27FC236}">
                <a16:creationId xmlns:a16="http://schemas.microsoft.com/office/drawing/2014/main" id="{641310B7-2D26-4B8E-B802-4AA8EA575187}"/>
              </a:ext>
            </a:extLst>
          </p:cNvPr>
          <p:cNvSpPr>
            <a:spLocks xmlns:a="http://schemas.openxmlformats.org/drawingml/2006/main" noGrp="1"/>
          </p:cNvSpPr>
          <p:nvPr/>
        </p:nvSpPr>
        <p:spPr>
          <a:xfrm xmlns:a="http://schemas.openxmlformats.org/drawingml/2006/main">
            <a:off x="11290000" y="-60000"/>
            <a:ext cx="960000" cy="900000"/>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rgbClr val="FF509F"/>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9" name="Freeform: Shape 45">
            <a:extLst xmlns:a="http://schemas.openxmlformats.org/drawingml/2006/main">
              <a:ext uri="{FF2B5EF4-FFF2-40B4-BE49-F238E27FC236}">
                <a16:creationId xmlns:a16="http://schemas.microsoft.com/office/drawing/2014/main" id="{D4B55173-D163-4D03-84FE-14105F59E0B0}"/>
              </a:ext>
            </a:extLst>
          </p:cNvPr>
          <p:cNvSpPr>
            <a:spLocks xmlns:a="http://schemas.openxmlformats.org/drawingml/2006/main" noGrp="1"/>
          </p:cNvSpPr>
          <p:nvPr/>
        </p:nvSpPr>
        <p:spPr>
          <a:xfrm xmlns:a="http://schemas.openxmlformats.org/drawingml/2006/main">
            <a:off x="11720000" y="900000"/>
            <a:ext cx="110000" cy="110000"/>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rgbClr val="FF509F"/>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Tree>
    <p:extLst>
      <p:ext uri="{BB962C8B-B14F-4D97-AF65-F5344CB8AC3E}">
        <p14:creationId xmlns:p14="http://schemas.microsoft.com/office/powerpoint/2010/main" val="6454861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01" name="Text 3">
            <a:extLst xmlns:a="http://schemas.openxmlformats.org/drawingml/2006/main">
              <a:ext uri="{FF2B5EF4-FFF2-40B4-BE49-F238E27FC236}">
                <a16:creationId xmlns:a16="http://schemas.microsoft.com/office/drawing/2014/main" id="{3D4B194E-95EA-4E97-917C-19372B030D38}"/>
              </a:ext>
            </a:extLst>
          </p:cNvPr>
          <p:cNvSpPr>
            <a:spLocks xmlns:a="http://schemas.openxmlformats.org/drawingml/2006/main" noGrp="1"/>
          </p:cNvSpPr>
          <p:nvPr/>
        </p:nvSpPr>
        <p:spPr>
          <a:xfrm xmlns:a="http://schemas.openxmlformats.org/drawingml/2006/main">
            <a:off x="812800" y="450000"/>
            <a:ext cx="10883392"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spc="200">
                <a:solidFill>
                  <a:srgbClr val="292B45"/>
                </a:solidFill>
                <a:latin typeface="Segoe UI"/>
                <a:ea typeface="Segoe UI"/>
                <a:cs typeface="Segoe UI"/>
              </a:rPr>
              <a:t>ARCHITECT · OTRO PUNTO DE PARTIDA</a:t>
            </a:r>
            <a:endParaRPr sz="1200"/>
          </a:p>
        </p:txBody>
      </p:sp>
      <p:sp>
        <p:nvSpPr>
          <p:cNvPr id="102" name="Text 4">
            <a:extLst xmlns:a="http://schemas.openxmlformats.org/drawingml/2006/main">
              <a:ext uri="{FF2B5EF4-FFF2-40B4-BE49-F238E27FC236}">
                <a16:creationId xmlns:a16="http://schemas.microsoft.com/office/drawing/2014/main" id="{3AA0F9AF-C0E6-4A14-83FD-5A5A83093B1F}"/>
              </a:ext>
            </a:extLst>
          </p:cNvPr>
          <p:cNvSpPr>
            <a:spLocks xmlns:a="http://schemas.openxmlformats.org/drawingml/2006/main" noGrp="1"/>
          </p:cNvSpPr>
          <p:nvPr/>
        </p:nvSpPr>
        <p:spPr>
          <a:xfrm xmlns:a="http://schemas.openxmlformats.org/drawingml/2006/main">
            <a:off x="812800" y="761350"/>
            <a:ext cx="10883392" cy="48713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27"/>
              </a:lnSpc>
              <a:buNone/>
            </a:pPr>
            <a:r>
              <a:rPr sz="2719" b="1">
                <a:solidFill>
                  <a:srgbClr val="292B45"/>
                </a:solidFill>
                <a:latin typeface="Segoe UI"/>
                <a:ea typeface="Segoe UI"/>
                <a:cs typeface="Segoe UI"/>
              </a:rPr>
              <a:t>De una descripción a un agente, en cuatro pasos</a:t>
            </a:r>
            <a:endParaRPr sz="2719"/>
          </a:p>
        </p:txBody>
      </p:sp>
      <p:sp>
        <p:nvSpPr>
          <p:cNvPr id="103" name="Shape 5">
            <a:extLst xmlns:a="http://schemas.openxmlformats.org/drawingml/2006/main">
              <a:ext uri="{FF2B5EF4-FFF2-40B4-BE49-F238E27FC236}">
                <a16:creationId xmlns:a16="http://schemas.microsoft.com/office/drawing/2014/main" id="{1255509C-4D10-45B7-BF8A-7ADD7A1B7275}"/>
              </a:ext>
            </a:extLst>
          </p:cNvPr>
          <p:cNvSpPr>
            <a:spLocks xmlns:a="http://schemas.openxmlformats.org/drawingml/2006/main" noGrp="1"/>
          </p:cNvSpPr>
          <p:nvPr/>
        </p:nvSpPr>
        <p:spPr>
          <a:xfrm xmlns:a="http://schemas.openxmlformats.org/drawingml/2006/main">
            <a:off x="815975" y="1452522"/>
            <a:ext cx="2520950" cy="1147505"/>
          </a:xfrm>
          <a:prstGeom xmlns:a="http://schemas.openxmlformats.org/drawingml/2006/main" prst="roundRect">
            <a:avLst>
              <a:gd name="adj" fmla="val 12857"/>
            </a:avLst>
          </a:prstGeom>
          <a:solidFill xmlns:a="http://schemas.openxmlformats.org/drawingml/2006/main">
            <a:srgbClr val="F2F3F7"/>
          </a:solidFill>
          <a:ln xmlns:a="http://schemas.openxmlformats.org/drawingml/2006/main" w="6350">
            <a:solidFill>
              <a:srgbClr val="FFDA37">
                <a:alpha val="45000"/>
              </a:srgbClr>
            </a:solidFill>
            <a:prstDash val="solid"/>
          </a:ln>
        </p:spPr>
      </p:sp>
      <p:sp>
        <p:nvSpPr>
          <p:cNvPr id="104" name="Text 6">
            <a:extLst xmlns:a="http://schemas.openxmlformats.org/drawingml/2006/main">
              <a:ext uri="{FF2B5EF4-FFF2-40B4-BE49-F238E27FC236}">
                <a16:creationId xmlns:a16="http://schemas.microsoft.com/office/drawing/2014/main" id="{434F523E-85C3-4BB7-8FA5-32A54D37AADB}"/>
              </a:ext>
            </a:extLst>
          </p:cNvPr>
          <p:cNvSpPr>
            <a:spLocks xmlns:a="http://schemas.openxmlformats.org/drawingml/2006/main" noGrp="1"/>
          </p:cNvSpPr>
          <p:nvPr/>
        </p:nvSpPr>
        <p:spPr>
          <a:xfrm xmlns:a="http://schemas.openxmlformats.org/drawingml/2006/main">
            <a:off x="1022350" y="1656558"/>
            <a:ext cx="2171446"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Segoe UI"/>
                <a:ea typeface="Segoe UI"/>
                <a:cs typeface="Segoe UI"/>
              </a:rPr>
              <a:t>1 · Init</a:t>
            </a:r>
            <a:endParaRPr sz="1200"/>
          </a:p>
        </p:txBody>
      </p:sp>
      <p:sp>
        <p:nvSpPr>
          <p:cNvPr id="105" name="Text 7">
            <a:extLst xmlns:a="http://schemas.openxmlformats.org/drawingml/2006/main">
              <a:ext uri="{FF2B5EF4-FFF2-40B4-BE49-F238E27FC236}">
                <a16:creationId xmlns:a16="http://schemas.microsoft.com/office/drawing/2014/main" id="{B3E405DD-33B1-4625-A257-B0B407B4EB4A}"/>
              </a:ext>
            </a:extLst>
          </p:cNvPr>
          <p:cNvSpPr>
            <a:spLocks xmlns:a="http://schemas.openxmlformats.org/drawingml/2006/main" noGrp="1"/>
          </p:cNvSpPr>
          <p:nvPr/>
        </p:nvSpPr>
        <p:spPr>
          <a:xfrm xmlns:a="http://schemas.openxmlformats.org/drawingml/2006/main">
            <a:off x="1022350" y="1942797"/>
            <a:ext cx="2171446" cy="4657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55"/>
              </a:lnSpc>
              <a:buNone/>
            </a:pPr>
            <a:r>
              <a:rPr sz="1300">
                <a:solidFill>
                  <a:srgbClr val="292B45"/>
                </a:solidFill>
                <a:latin typeface="Segoe UI"/>
                <a:ea typeface="Segoe UI"/>
                <a:cs typeface="Segoe UI"/>
              </a:rPr>
              <a:t>Crea un agente vacío de práctica</a:t>
            </a:r>
            <a:endParaRPr sz="1300"/>
          </a:p>
        </p:txBody>
      </p:sp>
      <p:sp>
        <p:nvSpPr>
          <p:cNvPr id="106" name="Shape 8">
            <a:extLst xmlns:a="http://schemas.openxmlformats.org/drawingml/2006/main">
              <a:ext uri="{FF2B5EF4-FFF2-40B4-BE49-F238E27FC236}">
                <a16:creationId xmlns:a16="http://schemas.microsoft.com/office/drawing/2014/main" id="{809A6331-8042-4E5B-A40E-1F0E4FE2E7A0}"/>
              </a:ext>
            </a:extLst>
          </p:cNvPr>
          <p:cNvSpPr>
            <a:spLocks xmlns:a="http://schemas.openxmlformats.org/drawingml/2006/main" noGrp="1"/>
          </p:cNvSpPr>
          <p:nvPr/>
        </p:nvSpPr>
        <p:spPr>
          <a:xfrm xmlns:a="http://schemas.openxmlformats.org/drawingml/2006/main">
            <a:off x="3495675" y="1452522"/>
            <a:ext cx="2520950" cy="1147505"/>
          </a:xfrm>
          <a:prstGeom xmlns:a="http://schemas.openxmlformats.org/drawingml/2006/main" prst="roundRect">
            <a:avLst>
              <a:gd name="adj" fmla="val 12857"/>
            </a:avLst>
          </a:prstGeom>
          <a:solidFill xmlns:a="http://schemas.openxmlformats.org/drawingml/2006/main">
            <a:srgbClr val="F2F3F7"/>
          </a:solidFill>
          <a:ln xmlns:a="http://schemas.openxmlformats.org/drawingml/2006/main" w="6350">
            <a:solidFill>
              <a:srgbClr val="D9DBE3">
                <a:alpha val="30000"/>
              </a:srgbClr>
            </a:solidFill>
            <a:prstDash val="solid"/>
          </a:ln>
        </p:spPr>
      </p:sp>
      <p:sp>
        <p:nvSpPr>
          <p:cNvPr id="107" name="Text 9">
            <a:extLst xmlns:a="http://schemas.openxmlformats.org/drawingml/2006/main">
              <a:ext uri="{FF2B5EF4-FFF2-40B4-BE49-F238E27FC236}">
                <a16:creationId xmlns:a16="http://schemas.microsoft.com/office/drawing/2014/main" id="{372C718C-628D-4BC6-9087-1BB95A4FDDB3}"/>
              </a:ext>
            </a:extLst>
          </p:cNvPr>
          <p:cNvSpPr>
            <a:spLocks xmlns:a="http://schemas.openxmlformats.org/drawingml/2006/main" noGrp="1"/>
          </p:cNvSpPr>
          <p:nvPr/>
        </p:nvSpPr>
        <p:spPr>
          <a:xfrm xmlns:a="http://schemas.openxmlformats.org/drawingml/2006/main">
            <a:off x="3702050" y="1656558"/>
            <a:ext cx="2171446"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Segoe UI"/>
                <a:ea typeface="Segoe UI"/>
                <a:cs typeface="Segoe UI"/>
              </a:rPr>
              <a:t>2 · Architect</a:t>
            </a:r>
            <a:endParaRPr sz="1200"/>
          </a:p>
        </p:txBody>
      </p:sp>
      <p:sp>
        <p:nvSpPr>
          <p:cNvPr id="108" name="Text 10">
            <a:extLst xmlns:a="http://schemas.openxmlformats.org/drawingml/2006/main">
              <a:ext uri="{FF2B5EF4-FFF2-40B4-BE49-F238E27FC236}">
                <a16:creationId xmlns:a16="http://schemas.microsoft.com/office/drawing/2014/main" id="{69B30AB9-FE29-4AE3-B713-520FAC8CC919}"/>
              </a:ext>
            </a:extLst>
          </p:cNvPr>
          <p:cNvSpPr>
            <a:spLocks xmlns:a="http://schemas.openxmlformats.org/drawingml/2006/main" noGrp="1"/>
          </p:cNvSpPr>
          <p:nvPr/>
        </p:nvSpPr>
        <p:spPr>
          <a:xfrm xmlns:a="http://schemas.openxmlformats.org/drawingml/2006/main">
            <a:off x="3702050" y="1942797"/>
            <a:ext cx="2171446" cy="4657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55"/>
              </a:lnSpc>
              <a:buNone/>
            </a:pPr>
            <a:r>
              <a:rPr sz="1300">
                <a:solidFill>
                  <a:srgbClr val="292B45"/>
                </a:solidFill>
                <a:latin typeface="Segoe UI"/>
                <a:ea typeface="Segoe UI"/>
                <a:cs typeface="Segoe UI"/>
              </a:rPr>
              <a:t>Lee la descripción de Circe y escribe el YAML</a:t>
            </a:r>
            <a:endParaRPr sz="1300"/>
          </a:p>
        </p:txBody>
      </p:sp>
      <p:sp>
        <p:nvSpPr>
          <p:cNvPr id="109" name="Shape 11">
            <a:extLst xmlns:a="http://schemas.openxmlformats.org/drawingml/2006/main">
              <a:ext uri="{FF2B5EF4-FFF2-40B4-BE49-F238E27FC236}">
                <a16:creationId xmlns:a16="http://schemas.microsoft.com/office/drawing/2014/main" id="{3C910ACB-3C90-4DF8-8FFC-DCBE7D6EB078}"/>
              </a:ext>
            </a:extLst>
          </p:cNvPr>
          <p:cNvSpPr>
            <a:spLocks xmlns:a="http://schemas.openxmlformats.org/drawingml/2006/main" noGrp="1"/>
          </p:cNvSpPr>
          <p:nvPr/>
        </p:nvSpPr>
        <p:spPr>
          <a:xfrm xmlns:a="http://schemas.openxmlformats.org/drawingml/2006/main">
            <a:off x="6178550" y="1455661"/>
            <a:ext cx="2514600" cy="1141227"/>
          </a:xfrm>
          <a:prstGeom xmlns:a="http://schemas.openxmlformats.org/drawingml/2006/main" prst="roundRect">
            <a:avLst>
              <a:gd name="adj" fmla="val 12653"/>
            </a:avLst>
          </a:prstGeom>
          <a:solidFill xmlns:a="http://schemas.openxmlformats.org/drawingml/2006/main">
            <a:srgbClr val="FF509F">
              <a:alpha val="20000"/>
            </a:srgbClr>
          </a:solidFill>
          <a:ln xmlns:a="http://schemas.openxmlformats.org/drawingml/2006/main" w="12700">
            <a:solidFill>
              <a:srgbClr val="FF509F"/>
            </a:solidFill>
            <a:prstDash val="solid"/>
          </a:ln>
        </p:spPr>
      </p:sp>
      <p:sp>
        <p:nvSpPr>
          <p:cNvPr id="110" name="Text 12">
            <a:extLst xmlns:a="http://schemas.openxmlformats.org/drawingml/2006/main">
              <a:ext uri="{FF2B5EF4-FFF2-40B4-BE49-F238E27FC236}">
                <a16:creationId xmlns:a16="http://schemas.microsoft.com/office/drawing/2014/main" id="{07CD6575-56C8-4E76-9E8B-C0866A8335F0}"/>
              </a:ext>
            </a:extLst>
          </p:cNvPr>
          <p:cNvSpPr>
            <a:spLocks xmlns:a="http://schemas.openxmlformats.org/drawingml/2006/main" noGrp="1"/>
          </p:cNvSpPr>
          <p:nvPr/>
        </p:nvSpPr>
        <p:spPr>
          <a:xfrm xmlns:a="http://schemas.openxmlformats.org/drawingml/2006/main">
            <a:off x="6388100" y="1662836"/>
            <a:ext cx="2158365"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292B45"/>
                </a:solidFill>
                <a:latin typeface="Segoe UI"/>
                <a:ea typeface="Segoe UI"/>
                <a:cs typeface="Segoe UI"/>
              </a:rPr>
              <a:t>3 · Persona</a:t>
            </a:r>
            <a:endParaRPr sz="1200"/>
          </a:p>
        </p:txBody>
      </p:sp>
      <p:sp>
        <p:nvSpPr>
          <p:cNvPr id="111" name="Text 13">
            <a:extLst xmlns:a="http://schemas.openxmlformats.org/drawingml/2006/main">
              <a:ext uri="{FF2B5EF4-FFF2-40B4-BE49-F238E27FC236}">
                <a16:creationId xmlns:a16="http://schemas.microsoft.com/office/drawing/2014/main" id="{2DF8A64D-1F82-4683-BA2A-C8BF2D3C238C}"/>
              </a:ext>
            </a:extLst>
          </p:cNvPr>
          <p:cNvSpPr>
            <a:spLocks xmlns:a="http://schemas.openxmlformats.org/drawingml/2006/main" noGrp="1"/>
          </p:cNvSpPr>
          <p:nvPr/>
        </p:nvSpPr>
        <p:spPr>
          <a:xfrm xmlns:a="http://schemas.openxmlformats.org/drawingml/2006/main">
            <a:off x="6388100" y="1949075"/>
            <a:ext cx="2158365" cy="4657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79"/>
              </a:lnSpc>
              <a:buNone/>
            </a:pPr>
            <a:r>
              <a:rPr sz="1169" b="1">
                <a:solidFill>
                  <a:srgbClr val="292B45"/>
                </a:solidFill>
                <a:latin typeface="Segoe UI"/>
                <a:ea typeface="Segoe UI"/>
                <a:cs typeface="Segoe UI"/>
              </a:rPr>
              <a:t>Revisa el diff: qué ha puesto en cada sitio</a:t>
            </a:r>
            <a:endParaRPr sz="1169"/>
          </a:p>
        </p:txBody>
      </p:sp>
      <p:sp>
        <p:nvSpPr>
          <p:cNvPr id="112" name="Shape 14">
            <a:extLst xmlns:a="http://schemas.openxmlformats.org/drawingml/2006/main">
              <a:ext uri="{FF2B5EF4-FFF2-40B4-BE49-F238E27FC236}">
                <a16:creationId xmlns:a16="http://schemas.microsoft.com/office/drawing/2014/main" id="{A6A41D20-4974-4B69-B24B-DC38C6518CF4}"/>
              </a:ext>
            </a:extLst>
          </p:cNvPr>
          <p:cNvSpPr>
            <a:spLocks xmlns:a="http://schemas.openxmlformats.org/drawingml/2006/main" noGrp="1"/>
          </p:cNvSpPr>
          <p:nvPr/>
        </p:nvSpPr>
        <p:spPr>
          <a:xfrm xmlns:a="http://schemas.openxmlformats.org/drawingml/2006/main">
            <a:off x="8855075" y="1452522"/>
            <a:ext cx="2520950" cy="1147505"/>
          </a:xfrm>
          <a:prstGeom xmlns:a="http://schemas.openxmlformats.org/drawingml/2006/main" prst="roundRect">
            <a:avLst>
              <a:gd name="adj" fmla="val 12857"/>
            </a:avLst>
          </a:prstGeom>
          <a:solidFill xmlns:a="http://schemas.openxmlformats.org/drawingml/2006/main">
            <a:srgbClr val="F2F3F7"/>
          </a:solidFill>
          <a:ln xmlns:a="http://schemas.openxmlformats.org/drawingml/2006/main" w="6350">
            <a:solidFill>
              <a:srgbClr val="119F9A">
                <a:alpha val="45000"/>
              </a:srgbClr>
            </a:solidFill>
            <a:prstDash val="solid"/>
          </a:ln>
        </p:spPr>
      </p:sp>
      <p:sp>
        <p:nvSpPr>
          <p:cNvPr id="113" name="Text 15">
            <a:extLst xmlns:a="http://schemas.openxmlformats.org/drawingml/2006/main">
              <a:ext uri="{FF2B5EF4-FFF2-40B4-BE49-F238E27FC236}">
                <a16:creationId xmlns:a16="http://schemas.microsoft.com/office/drawing/2014/main" id="{B8A636A5-DFE2-4C37-93C2-7AA8ECD57BC1}"/>
              </a:ext>
            </a:extLst>
          </p:cNvPr>
          <p:cNvSpPr>
            <a:spLocks xmlns:a="http://schemas.openxmlformats.org/drawingml/2006/main" noGrp="1"/>
          </p:cNvSpPr>
          <p:nvPr/>
        </p:nvSpPr>
        <p:spPr>
          <a:xfrm xmlns:a="http://schemas.openxmlformats.org/drawingml/2006/main">
            <a:off x="9061450" y="1656558"/>
            <a:ext cx="2171446"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119F9A"/>
                </a:solidFill>
                <a:latin typeface="Segoe UI"/>
                <a:ea typeface="Segoe UI"/>
                <a:cs typeface="Segoe UI"/>
              </a:rPr>
              <a:t>4 · Decide</a:t>
            </a:r>
            <a:endParaRPr sz="1200"/>
          </a:p>
        </p:txBody>
      </p:sp>
      <p:sp>
        <p:nvSpPr>
          <p:cNvPr id="114" name="Text 16">
            <a:extLst xmlns:a="http://schemas.openxmlformats.org/drawingml/2006/main">
              <a:ext uri="{FF2B5EF4-FFF2-40B4-BE49-F238E27FC236}">
                <a16:creationId xmlns:a16="http://schemas.microsoft.com/office/drawing/2014/main" id="{B0AC8DBB-9D8A-43E2-BE46-2837BCCA9959}"/>
              </a:ext>
            </a:extLst>
          </p:cNvPr>
          <p:cNvSpPr>
            <a:spLocks xmlns:a="http://schemas.openxmlformats.org/drawingml/2006/main" noGrp="1"/>
          </p:cNvSpPr>
          <p:nvPr/>
        </p:nvSpPr>
        <p:spPr>
          <a:xfrm xmlns:a="http://schemas.openxmlformats.org/drawingml/2006/main">
            <a:off x="9061450" y="1942797"/>
            <a:ext cx="2171446" cy="4657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79"/>
              </a:lnSpc>
              <a:buNone/>
            </a:pPr>
            <a:r>
              <a:rPr sz="1169">
                <a:solidFill>
                  <a:srgbClr val="292B45"/>
                </a:solidFill>
                <a:latin typeface="Segoe UI"/>
                <a:ea typeface="Segoe UI"/>
                <a:cs typeface="Segoe UI"/>
              </a:rPr>
              <a:t>Acepta la propuesta o pide cambios antes del push</a:t>
            </a:r>
            <a:endParaRPr sz="1169"/>
          </a:p>
        </p:txBody>
      </p:sp>
      <p:sp>
        <p:nvSpPr>
          <p:cNvPr id="115" name="Shape 17">
            <a:extLst xmlns:a="http://schemas.openxmlformats.org/drawingml/2006/main">
              <a:ext uri="{FF2B5EF4-FFF2-40B4-BE49-F238E27FC236}">
                <a16:creationId xmlns:a16="http://schemas.microsoft.com/office/drawing/2014/main" id="{6D3EDE03-B8F9-4CD3-877C-99A5E868B7A3}"/>
              </a:ext>
            </a:extLst>
          </p:cNvPr>
          <p:cNvSpPr>
            <a:spLocks xmlns:a="http://schemas.openxmlformats.org/drawingml/2006/main" noGrp="1"/>
          </p:cNvSpPr>
          <p:nvPr/>
        </p:nvSpPr>
        <p:spPr>
          <a:xfrm xmlns:a="http://schemas.openxmlformats.org/drawingml/2006/main">
            <a:off x="815975" y="2832315"/>
            <a:ext cx="10560050" cy="860089"/>
          </a:xfrm>
          <a:prstGeom xmlns:a="http://schemas.openxmlformats.org/drawingml/2006/main" prst="roundRect">
            <a:avLst>
              <a:gd name="adj" fmla="val 14234"/>
            </a:avLst>
          </a:prstGeom>
          <a:solidFill xmlns:a="http://schemas.openxmlformats.org/drawingml/2006/main">
            <a:srgbClr val="F2F3F7"/>
          </a:solidFill>
          <a:ln xmlns:a="http://schemas.openxmlformats.org/drawingml/2006/main" w="6350">
            <a:solidFill>
              <a:srgbClr val="D9DBE3">
                <a:alpha val="14000"/>
              </a:srgbClr>
            </a:solidFill>
            <a:prstDash val="solid"/>
          </a:ln>
        </p:spPr>
      </p:sp>
      <p:sp>
        <p:nvSpPr>
          <p:cNvPr id="116" name="Text 18">
            <a:extLst xmlns:a="http://schemas.openxmlformats.org/drawingml/2006/main">
              <a:ext uri="{FF2B5EF4-FFF2-40B4-BE49-F238E27FC236}">
                <a16:creationId xmlns:a16="http://schemas.microsoft.com/office/drawing/2014/main" id="{8094BE09-326B-4004-ADBE-26C3C498B980}"/>
              </a:ext>
            </a:extLst>
          </p:cNvPr>
          <p:cNvSpPr>
            <a:spLocks xmlns:a="http://schemas.openxmlformats.org/drawingml/2006/main" noGrp="1"/>
          </p:cNvSpPr>
          <p:nvPr/>
        </p:nvSpPr>
        <p:spPr>
          <a:xfrm xmlns:a="http://schemas.openxmlformats.org/drawingml/2006/main">
            <a:off x="1047750" y="3036351"/>
            <a:ext cx="10399395" cy="4771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200">
                <a:solidFill>
                  <a:srgbClr val="292B45"/>
                </a:solidFill>
                <a:latin typeface="Consolas"/>
                <a:ea typeface="Consolas"/>
                <a:cs typeface="Consolas"/>
              </a:rPr>
              <a:t>Con el subagente Copilot Studio Architect, implementa en live-agents/arch01 el agente que describe demo/agent/README.md. Solo YAML: sin push. Después enséñame el diff.</a:t>
            </a:r>
            <a:endParaRPr sz="1200"/>
          </a:p>
        </p:txBody>
      </p:sp>
      <p:sp>
        <p:nvSpPr>
          <p:cNvPr id="117" name="Text 19">
            <a:extLst xmlns:a="http://schemas.openxmlformats.org/drawingml/2006/main">
              <a:ext uri="{FF2B5EF4-FFF2-40B4-BE49-F238E27FC236}">
                <a16:creationId xmlns:a16="http://schemas.microsoft.com/office/drawing/2014/main" id="{F67EDB82-085B-4D8E-A3F4-CFD39BA763DB}"/>
              </a:ext>
            </a:extLst>
          </p:cNvPr>
          <p:cNvSpPr>
            <a:spLocks xmlns:a="http://schemas.openxmlformats.org/drawingml/2006/main" noGrp="1"/>
          </p:cNvSpPr>
          <p:nvPr/>
        </p:nvSpPr>
        <p:spPr>
          <a:xfrm xmlns:a="http://schemas.openxmlformats.org/drawingml/2006/main">
            <a:off x="812800" y="3921553"/>
            <a:ext cx="10883392" cy="2711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60"/>
              </a:lnSpc>
              <a:buNone/>
            </a:pPr>
            <a:r>
              <a:rPr sz="1400">
                <a:solidFill>
                  <a:srgbClr val="292B45"/>
                </a:solidFill>
                <a:latin typeface="Segoe UI"/>
                <a:ea typeface="Segoe UI"/>
                <a:cs typeface="Segoe UI"/>
              </a:rPr>
              <a:t>Aquí Init sí tiene su sitio: prepara el proyecto vacío que el Architect rellena.</a:t>
            </a:r>
            <a:endParaRPr sz="1400"/>
          </a:p>
        </p:txBody>
      </p:sp>
      <p:sp>
        <p:nvSpPr>
          <p:cNvPr id="118" name="Text 20">
            <a:extLst xmlns:a="http://schemas.openxmlformats.org/drawingml/2006/main">
              <a:ext uri="{FF2B5EF4-FFF2-40B4-BE49-F238E27FC236}">
                <a16:creationId xmlns:a16="http://schemas.microsoft.com/office/drawing/2014/main" id="{D685520D-4A3F-4530-8BFD-935787292321}"/>
              </a:ext>
            </a:extLst>
          </p:cNvPr>
          <p:cNvSpPr>
            <a:spLocks xmlns:a="http://schemas.openxmlformats.org/drawingml/2006/main" noGrp="1"/>
          </p:cNvSpPr>
          <p:nvPr/>
        </p:nvSpPr>
        <p:spPr>
          <a:xfrm xmlns:a="http://schemas.openxmlformats.org/drawingml/2006/main">
            <a:off x="812800" y="5813985"/>
            <a:ext cx="10883392"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6B6F86"/>
                </a:solidFill>
                <a:latin typeface="Segoe UI"/>
                <a:ea typeface="Segoe UI"/>
                <a:cs typeface="Segoe UI"/>
              </a:rPr>
              <a:t>Ampliación: diseñar desde requisitos en Copilot Chat. Se explica con la diapositiva.</a:t>
            </a:r>
            <a:endParaRPr sz="1200"/>
          </a:p>
        </p:txBody>
      </p:sp>
      <p:sp>
        <p:nvSpPr>
          <p:cNvPr id="119" name="Freeform: Shape 44">
            <a:extLst xmlns:a="http://schemas.openxmlformats.org/drawingml/2006/main">
              <a:ext uri="{FF2B5EF4-FFF2-40B4-BE49-F238E27FC236}">
                <a16:creationId xmlns:a16="http://schemas.microsoft.com/office/drawing/2014/main" id="{641310B7-2D26-4B8E-B802-4AA8EA575187}"/>
              </a:ext>
            </a:extLst>
          </p:cNvPr>
          <p:cNvSpPr>
            <a:spLocks xmlns:a="http://schemas.openxmlformats.org/drawingml/2006/main" noGrp="1"/>
          </p:cNvSpPr>
          <p:nvPr/>
        </p:nvSpPr>
        <p:spPr>
          <a:xfrm xmlns:a="http://schemas.openxmlformats.org/drawingml/2006/main">
            <a:off x="11290000" y="-60000"/>
            <a:ext cx="960000" cy="900000"/>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rgbClr val="119F9A"/>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20" name="Freeform: Shape 45">
            <a:extLst xmlns:a="http://schemas.openxmlformats.org/drawingml/2006/main">
              <a:ext uri="{FF2B5EF4-FFF2-40B4-BE49-F238E27FC236}">
                <a16:creationId xmlns:a16="http://schemas.microsoft.com/office/drawing/2014/main" id="{D4B55173-D163-4D03-84FE-14105F59E0B0}"/>
              </a:ext>
            </a:extLst>
          </p:cNvPr>
          <p:cNvSpPr>
            <a:spLocks xmlns:a="http://schemas.openxmlformats.org/drawingml/2006/main" noGrp="1"/>
          </p:cNvSpPr>
          <p:nvPr/>
        </p:nvSpPr>
        <p:spPr>
          <a:xfrm xmlns:a="http://schemas.openxmlformats.org/drawingml/2006/main">
            <a:off x="11720000" y="900000"/>
            <a:ext cx="110000" cy="110000"/>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rgbClr val="119F9A"/>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Tree>
    <p:extLst>
      <p:ext uri="{BB962C8B-B14F-4D97-AF65-F5344CB8AC3E}">
        <p14:creationId xmlns:p14="http://schemas.microsoft.com/office/powerpoint/2010/main" val="30281876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01" name="Text 3">
            <a:extLst xmlns:a="http://schemas.openxmlformats.org/drawingml/2006/main">
              <a:ext uri="{FF2B5EF4-FFF2-40B4-BE49-F238E27FC236}">
                <a16:creationId xmlns:a16="http://schemas.microsoft.com/office/drawing/2014/main" id="{5224F4AD-1113-4AF1-B7D2-65114D2017F1}"/>
              </a:ext>
            </a:extLst>
          </p:cNvPr>
          <p:cNvSpPr>
            <a:spLocks xmlns:a="http://schemas.openxmlformats.org/drawingml/2006/main" noGrp="1"/>
          </p:cNvSpPr>
          <p:nvPr/>
        </p:nvSpPr>
        <p:spPr>
          <a:xfrm xmlns:a="http://schemas.openxmlformats.org/drawingml/2006/main">
            <a:off x="812800" y="1704427"/>
            <a:ext cx="10883392"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b="1" spc="200">
                <a:solidFill>
                  <a:srgbClr val="FF509F"/>
                </a:solidFill>
                <a:latin typeface="Segoe UI"/>
                <a:ea typeface="Segoe UI"/>
                <a:cs typeface="Segoe UI"/>
              </a:rPr>
              <a:t>PARA LLEVARSE</a:t>
            </a:r>
            <a:endParaRPr sz="1200"/>
          </a:p>
        </p:txBody>
      </p:sp>
      <p:sp>
        <p:nvSpPr>
          <p:cNvPr id="102" name="Text 4">
            <a:extLst xmlns:a="http://schemas.openxmlformats.org/drawingml/2006/main">
              <a:ext uri="{FF2B5EF4-FFF2-40B4-BE49-F238E27FC236}">
                <a16:creationId xmlns:a16="http://schemas.microsoft.com/office/drawing/2014/main" id="{67E8A9E7-E9E7-457B-9259-3C6D854BD430}"/>
              </a:ext>
            </a:extLst>
          </p:cNvPr>
          <p:cNvSpPr>
            <a:spLocks xmlns:a="http://schemas.openxmlformats.org/drawingml/2006/main" noGrp="1"/>
          </p:cNvSpPr>
          <p:nvPr/>
        </p:nvSpPr>
        <p:spPr>
          <a:xfrm xmlns:a="http://schemas.openxmlformats.org/drawingml/2006/main">
            <a:off x="812800" y="2216676"/>
            <a:ext cx="9810750" cy="124049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387"/>
              </a:lnSpc>
              <a:buNone/>
            </a:pPr>
            <a:r>
              <a:rPr sz="3079" b="1">
                <a:solidFill>
                  <a:srgbClr val="292B45"/>
                </a:solidFill>
                <a:latin typeface="Segoe UI"/>
                <a:ea typeface="Segoe UI"/>
                <a:cs typeface="Segoe UI"/>
              </a:rPr>
              <a:t>El conocimiento aporta la política, la skill calcula y la persona decide.</a:t>
            </a:r>
            <a:endParaRPr sz="3079"/>
          </a:p>
        </p:txBody>
      </p:sp>
      <p:sp>
        <p:nvSpPr>
          <p:cNvPr id="103" name="Shape 5">
            <a:extLst xmlns:a="http://schemas.openxmlformats.org/drawingml/2006/main">
              <a:ext uri="{FF2B5EF4-FFF2-40B4-BE49-F238E27FC236}">
                <a16:creationId xmlns:a16="http://schemas.microsoft.com/office/drawing/2014/main" id="{7A2496C3-F80E-420C-8392-C3368948549D}"/>
              </a:ext>
            </a:extLst>
          </p:cNvPr>
          <p:cNvSpPr>
            <a:spLocks xmlns:a="http://schemas.openxmlformats.org/drawingml/2006/main" noGrp="1"/>
          </p:cNvSpPr>
          <p:nvPr/>
        </p:nvSpPr>
        <p:spPr>
          <a:xfrm xmlns:a="http://schemas.openxmlformats.org/drawingml/2006/main">
            <a:off x="815975" y="3736547"/>
            <a:ext cx="2008485" cy="428083"/>
          </a:xfrm>
          <a:prstGeom xmlns:a="http://schemas.openxmlformats.org/drawingml/2006/main" prst="roundRect">
            <a:avLst>
              <a:gd name="adj" fmla="val 50000"/>
            </a:avLst>
          </a:prstGeom>
          <a:solidFill xmlns:a="http://schemas.openxmlformats.org/drawingml/2006/main">
            <a:srgbClr val="119F9A">
              <a:alpha val="14000"/>
            </a:srgbClr>
          </a:solidFill>
          <a:ln xmlns:a="http://schemas.openxmlformats.org/drawingml/2006/main" w="6350">
            <a:solidFill>
              <a:srgbClr val="119F9A">
                <a:alpha val="55000"/>
              </a:srgbClr>
            </a:solidFill>
            <a:prstDash val="solid"/>
          </a:ln>
        </p:spPr>
      </p:sp>
      <p:sp>
        <p:nvSpPr>
          <p:cNvPr id="104" name="Text 6">
            <a:extLst xmlns:a="http://schemas.openxmlformats.org/drawingml/2006/main">
              <a:ext uri="{FF2B5EF4-FFF2-40B4-BE49-F238E27FC236}">
                <a16:creationId xmlns:a16="http://schemas.microsoft.com/office/drawing/2014/main" id="{E5660303-F584-4646-A223-5528FBCA0C4A}"/>
              </a:ext>
            </a:extLst>
          </p:cNvPr>
          <p:cNvSpPr>
            <a:spLocks xmlns:a="http://schemas.openxmlformats.org/drawingml/2006/main" noGrp="1"/>
          </p:cNvSpPr>
          <p:nvPr/>
        </p:nvSpPr>
        <p:spPr>
          <a:xfrm xmlns:a="http://schemas.openxmlformats.org/drawingml/2006/main">
            <a:off x="1022350" y="3827578"/>
            <a:ext cx="1646535" cy="2711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71"/>
              </a:lnSpc>
              <a:buNone/>
            </a:pPr>
            <a:r>
              <a:rPr sz="979" b="1">
                <a:solidFill>
                  <a:srgbClr val="292B45"/>
                </a:solidFill>
                <a:latin typeface="Segoe UI"/>
                <a:ea typeface="Segoe UI"/>
                <a:cs typeface="Segoe UI"/>
              </a:rPr>
              <a:t>Nace en el terminal</a:t>
            </a:r>
            <a:endParaRPr sz="979"/>
          </a:p>
        </p:txBody>
      </p:sp>
      <p:sp>
        <p:nvSpPr>
          <p:cNvPr id="105" name="Shape 7">
            <a:extLst xmlns:a="http://schemas.openxmlformats.org/drawingml/2006/main">
              <a:ext uri="{FF2B5EF4-FFF2-40B4-BE49-F238E27FC236}">
                <a16:creationId xmlns:a16="http://schemas.microsoft.com/office/drawing/2014/main" id="{9F5884F9-5213-4E2C-89F2-2E35BB5C4F13}"/>
              </a:ext>
            </a:extLst>
          </p:cNvPr>
          <p:cNvSpPr>
            <a:spLocks xmlns:a="http://schemas.openxmlformats.org/drawingml/2006/main" noGrp="1"/>
          </p:cNvSpPr>
          <p:nvPr/>
        </p:nvSpPr>
        <p:spPr>
          <a:xfrm xmlns:a="http://schemas.openxmlformats.org/drawingml/2006/main">
            <a:off x="2957810" y="3736547"/>
            <a:ext cx="1295797" cy="428083"/>
          </a:xfrm>
          <a:prstGeom xmlns:a="http://schemas.openxmlformats.org/drawingml/2006/main" prst="roundRect">
            <a:avLst>
              <a:gd name="adj" fmla="val 50000"/>
            </a:avLst>
          </a:prstGeom>
          <a:solidFill xmlns:a="http://schemas.openxmlformats.org/drawingml/2006/main">
            <a:srgbClr val="FFDA37">
              <a:alpha val="14000"/>
            </a:srgbClr>
          </a:solidFill>
          <a:ln xmlns:a="http://schemas.openxmlformats.org/drawingml/2006/main" w="6350">
            <a:solidFill>
              <a:srgbClr val="FFDA37">
                <a:alpha val="55000"/>
              </a:srgbClr>
            </a:solidFill>
            <a:prstDash val="solid"/>
          </a:ln>
        </p:spPr>
      </p:sp>
      <p:sp>
        <p:nvSpPr>
          <p:cNvPr id="106" name="Text 8">
            <a:extLst xmlns:a="http://schemas.openxmlformats.org/drawingml/2006/main">
              <a:ext uri="{FF2B5EF4-FFF2-40B4-BE49-F238E27FC236}">
                <a16:creationId xmlns:a16="http://schemas.microsoft.com/office/drawing/2014/main" id="{81E83663-51CC-4796-9957-C76EC1085C09}"/>
              </a:ext>
            </a:extLst>
          </p:cNvPr>
          <p:cNvSpPr>
            <a:spLocks xmlns:a="http://schemas.openxmlformats.org/drawingml/2006/main" noGrp="1"/>
          </p:cNvSpPr>
          <p:nvPr/>
        </p:nvSpPr>
        <p:spPr>
          <a:xfrm xmlns:a="http://schemas.openxmlformats.org/drawingml/2006/main">
            <a:off x="3164185" y="3827578"/>
            <a:ext cx="933847" cy="2711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71"/>
              </a:lnSpc>
              <a:buNone/>
            </a:pPr>
            <a:r>
              <a:rPr sz="979" b="1">
                <a:solidFill>
                  <a:srgbClr val="292B45"/>
                </a:solidFill>
                <a:latin typeface="Segoe UI"/>
                <a:ea typeface="Segoe UI"/>
                <a:cs typeface="Segoe UI"/>
              </a:rPr>
              <a:t>Vive en Git</a:t>
            </a:r>
            <a:endParaRPr sz="979"/>
          </a:p>
        </p:txBody>
      </p:sp>
      <p:sp>
        <p:nvSpPr>
          <p:cNvPr id="107" name="Shape 9">
            <a:extLst xmlns:a="http://schemas.openxmlformats.org/drawingml/2006/main">
              <a:ext uri="{FF2B5EF4-FFF2-40B4-BE49-F238E27FC236}">
                <a16:creationId xmlns:a16="http://schemas.microsoft.com/office/drawing/2014/main" id="{6FFE901D-34FC-42F8-A75B-B8868EB94930}"/>
              </a:ext>
            </a:extLst>
          </p:cNvPr>
          <p:cNvSpPr>
            <a:spLocks xmlns:a="http://schemas.openxmlformats.org/drawingml/2006/main" noGrp="1"/>
          </p:cNvSpPr>
          <p:nvPr/>
        </p:nvSpPr>
        <p:spPr>
          <a:xfrm xmlns:a="http://schemas.openxmlformats.org/drawingml/2006/main">
            <a:off x="4386957" y="3736547"/>
            <a:ext cx="1949648" cy="428083"/>
          </a:xfrm>
          <a:prstGeom xmlns:a="http://schemas.openxmlformats.org/drawingml/2006/main" prst="roundRect">
            <a:avLst>
              <a:gd name="adj" fmla="val 50000"/>
            </a:avLst>
          </a:prstGeom>
          <a:solidFill xmlns:a="http://schemas.openxmlformats.org/drawingml/2006/main">
            <a:srgbClr val="FF509F">
              <a:alpha val="14000"/>
            </a:srgbClr>
          </a:solidFill>
          <a:ln xmlns:a="http://schemas.openxmlformats.org/drawingml/2006/main" w="6350">
            <a:solidFill>
              <a:srgbClr val="FF509F">
                <a:alpha val="55000"/>
              </a:srgbClr>
            </a:solidFill>
            <a:prstDash val="solid"/>
          </a:ln>
        </p:spPr>
      </p:sp>
      <p:sp>
        <p:nvSpPr>
          <p:cNvPr id="108" name="Text 10">
            <a:extLst xmlns:a="http://schemas.openxmlformats.org/drawingml/2006/main">
              <a:ext uri="{FF2B5EF4-FFF2-40B4-BE49-F238E27FC236}">
                <a16:creationId xmlns:a16="http://schemas.microsoft.com/office/drawing/2014/main" id="{D285F478-9211-4786-B43F-77E81487FD1D}"/>
              </a:ext>
            </a:extLst>
          </p:cNvPr>
          <p:cNvSpPr>
            <a:spLocks xmlns:a="http://schemas.openxmlformats.org/drawingml/2006/main" noGrp="1"/>
          </p:cNvSpPr>
          <p:nvPr/>
        </p:nvSpPr>
        <p:spPr>
          <a:xfrm xmlns:a="http://schemas.openxmlformats.org/drawingml/2006/main">
            <a:off x="4593332" y="3827578"/>
            <a:ext cx="1587698" cy="2711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69"/>
              </a:lnSpc>
              <a:buNone/>
            </a:pPr>
            <a:r>
              <a:rPr sz="1049" b="1">
                <a:solidFill>
                  <a:srgbClr val="292B45"/>
                </a:solidFill>
                <a:latin typeface="Segoe UI"/>
                <a:ea typeface="Segoe UI"/>
                <a:cs typeface="Segoe UI"/>
              </a:rPr>
              <a:t>Cambia con un diff</a:t>
            </a:r>
            <a:endParaRPr sz="1049"/>
          </a:p>
        </p:txBody>
      </p:sp>
      <p:sp>
        <p:nvSpPr>
          <p:cNvPr id="109" name="Shape 11">
            <a:extLst xmlns:a="http://schemas.openxmlformats.org/drawingml/2006/main">
              <a:ext uri="{FF2B5EF4-FFF2-40B4-BE49-F238E27FC236}">
                <a16:creationId xmlns:a16="http://schemas.microsoft.com/office/drawing/2014/main" id="{5EE21C43-50BB-4E25-B3E1-BF5FEE136167}"/>
              </a:ext>
            </a:extLst>
          </p:cNvPr>
          <p:cNvSpPr>
            <a:spLocks xmlns:a="http://schemas.openxmlformats.org/drawingml/2006/main" noGrp="1"/>
          </p:cNvSpPr>
          <p:nvPr/>
        </p:nvSpPr>
        <p:spPr>
          <a:xfrm xmlns:a="http://schemas.openxmlformats.org/drawingml/2006/main">
            <a:off x="6469955" y="3736547"/>
            <a:ext cx="2392462" cy="428083"/>
          </a:xfrm>
          <a:prstGeom xmlns:a="http://schemas.openxmlformats.org/drawingml/2006/main" prst="roundRect">
            <a:avLst>
              <a:gd name="adj" fmla="val 50000"/>
            </a:avLst>
          </a:prstGeom>
          <a:solidFill xmlns:a="http://schemas.openxmlformats.org/drawingml/2006/main">
            <a:srgbClr val="119F9A">
              <a:alpha val="14000"/>
            </a:srgbClr>
          </a:solidFill>
          <a:ln xmlns:a="http://schemas.openxmlformats.org/drawingml/2006/main" w="6350">
            <a:solidFill>
              <a:srgbClr val="119F9A">
                <a:alpha val="55000"/>
              </a:srgbClr>
            </a:solidFill>
            <a:prstDash val="solid"/>
          </a:ln>
        </p:spPr>
      </p:sp>
      <p:sp>
        <p:nvSpPr>
          <p:cNvPr id="110" name="Text 12">
            <a:extLst xmlns:a="http://schemas.openxmlformats.org/drawingml/2006/main">
              <a:ext uri="{FF2B5EF4-FFF2-40B4-BE49-F238E27FC236}">
                <a16:creationId xmlns:a16="http://schemas.microsoft.com/office/drawing/2014/main" id="{29F61D9B-CA93-4BF4-8F78-493EAB884545}"/>
              </a:ext>
            </a:extLst>
          </p:cNvPr>
          <p:cNvSpPr>
            <a:spLocks xmlns:a="http://schemas.openxmlformats.org/drawingml/2006/main" noGrp="1"/>
          </p:cNvSpPr>
          <p:nvPr/>
        </p:nvSpPr>
        <p:spPr>
          <a:xfrm xmlns:a="http://schemas.openxmlformats.org/drawingml/2006/main">
            <a:off x="6676330" y="3827578"/>
            <a:ext cx="2039103" cy="2711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69"/>
              </a:lnSpc>
              <a:buNone/>
            </a:pPr>
            <a:r>
              <a:rPr sz="1049" b="1">
                <a:solidFill>
                  <a:srgbClr val="292B45"/>
                </a:solidFill>
                <a:latin typeface="Segoe UI"/>
                <a:ea typeface="Segoe UI"/>
                <a:cs typeface="Segoe UI"/>
              </a:rPr>
              <a:t>Lo aprueba una persona</a:t>
            </a:r>
            <a:endParaRPr sz="1049"/>
          </a:p>
        </p:txBody>
      </p:sp>
      <p:sp>
        <p:nvSpPr>
          <p:cNvPr id="111" name="Text 13">
            <a:extLst xmlns:a="http://schemas.openxmlformats.org/drawingml/2006/main">
              <a:ext uri="{FF2B5EF4-FFF2-40B4-BE49-F238E27FC236}">
                <a16:creationId xmlns:a16="http://schemas.microsoft.com/office/drawing/2014/main" id="{0116920B-C2FF-4F6E-82FF-A6BB178A3713}"/>
              </a:ext>
            </a:extLst>
          </p:cNvPr>
          <p:cNvSpPr>
            <a:spLocks xmlns:a="http://schemas.openxmlformats.org/drawingml/2006/main" noGrp="1"/>
          </p:cNvSpPr>
          <p:nvPr/>
        </p:nvSpPr>
        <p:spPr>
          <a:xfrm xmlns:a="http://schemas.openxmlformats.org/drawingml/2006/main">
            <a:off x="812800" y="5813985"/>
            <a:ext cx="10883392" cy="23601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200">
                <a:solidFill>
                  <a:srgbClr val="6B6F86"/>
                </a:solidFill>
                <a:latin typeface="Segoe UI"/>
                <a:ea typeface="Segoe UI"/>
                <a:cs typeface="Segoe UI"/>
              </a:rPr>
              <a:t>github.com/javiarmesto/circe-compras-copilot-studio</a:t>
            </a:r>
            <a:endParaRPr sz="1200"/>
          </a:p>
        </p:txBody>
      </p:sp>
      <p:sp>
        <p:nvSpPr>
          <p:cNvPr id="112" name="Freeform: Shape 44">
            <a:extLst xmlns:a="http://schemas.openxmlformats.org/drawingml/2006/main">
              <a:ext uri="{FF2B5EF4-FFF2-40B4-BE49-F238E27FC236}">
                <a16:creationId xmlns:a16="http://schemas.microsoft.com/office/drawing/2014/main" id="{641310B7-2D26-4B8E-B802-4AA8EA575187}"/>
              </a:ext>
            </a:extLst>
          </p:cNvPr>
          <p:cNvSpPr>
            <a:spLocks xmlns:a="http://schemas.openxmlformats.org/drawingml/2006/main" noGrp="1"/>
          </p:cNvSpPr>
          <p:nvPr/>
        </p:nvSpPr>
        <p:spPr>
          <a:xfrm xmlns:a="http://schemas.openxmlformats.org/drawingml/2006/main">
            <a:off x="11290000" y="-60000"/>
            <a:ext cx="960000" cy="900000"/>
          </a:xfrm>
          <a:custGeom xmlns:a="http://schemas.openxmlformats.org/drawingml/2006/main">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xmlns:a="http://schemas.openxmlformats.org/drawingml/2006/main">
            <a:srgbClr val="FFDA37"/>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13" name="Freeform: Shape 45">
            <a:extLst xmlns:a="http://schemas.openxmlformats.org/drawingml/2006/main">
              <a:ext uri="{FF2B5EF4-FFF2-40B4-BE49-F238E27FC236}">
                <a16:creationId xmlns:a16="http://schemas.microsoft.com/office/drawing/2014/main" id="{D4B55173-D163-4D03-84FE-14105F59E0B0}"/>
              </a:ext>
            </a:extLst>
          </p:cNvPr>
          <p:cNvSpPr>
            <a:spLocks xmlns:a="http://schemas.openxmlformats.org/drawingml/2006/main" noGrp="1"/>
          </p:cNvSpPr>
          <p:nvPr/>
        </p:nvSpPr>
        <p:spPr>
          <a:xfrm xmlns:a="http://schemas.openxmlformats.org/drawingml/2006/main">
            <a:off x="11720000" y="900000"/>
            <a:ext cx="110000" cy="110000"/>
          </a:xfrm>
          <a:custGeom xmlns:a="http://schemas.openxmlformats.org/drawingml/2006/main">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xmlns:a="http://schemas.openxmlformats.org/drawingml/2006/main">
            <a:srgbClr val="FFDA37"/>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latin typeface="Segoe UI"/>
              <a:ea typeface="Segoe UI"/>
              <a:cs typeface="Segoe UI"/>
            </a:endParaRPr>
          </a:p>
        </p:txBody>
      </p:sp>
    </p:spTree>
    <p:extLst>
      <p:ext uri="{BB962C8B-B14F-4D97-AF65-F5344CB8AC3E}">
        <p14:creationId xmlns:p14="http://schemas.microsoft.com/office/powerpoint/2010/main" val="134016274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39" name="Star: 10 Points 38">
            <a:extLst xmlns:a="http://schemas.openxmlformats.org/drawingml/2006/main">
              <a:ext uri="{FF2B5EF4-FFF2-40B4-BE49-F238E27FC236}">
                <a16:creationId xmlns:a16="http://schemas.microsoft.com/office/drawing/2014/main" id="{85395834-2B2D-4CB4-896F-282D7A2FC6D7}"/>
              </a:ext>
            </a:extLst>
          </p:cNvPr>
          <p:cNvSpPr>
            <a:spLocks xmlns:a="http://schemas.openxmlformats.org/drawingml/2006/main" noGrp="1"/>
          </p:cNvSpPr>
          <p:nvPr/>
        </p:nvSpPr>
        <p:spPr>
          <a:xfrm xmlns:a="http://schemas.openxmlformats.org/drawingml/2006/main">
            <a:off x="8921091" y="886849"/>
            <a:ext cx="2594532" cy="2594532"/>
          </a:xfrm>
          <a:prstGeom xmlns:a="http://schemas.openxmlformats.org/drawingml/2006/main" prst="star10">
            <a:avLst>
              <a:gd name="adj" fmla="val 0"/>
              <a:gd name="hf" fmla="val 105146"/>
            </a:avLst>
          </a:prstGeom>
          <a:solidFill xmlns:a="http://schemas.openxmlformats.org/drawingml/2006/main">
            <a:schemeClr val="accent1">
              <a:alpha val="0"/>
            </a:schemeClr>
          </a:solidFill>
          <a:ln xmlns:a="http://schemas.openxmlformats.org/drawingml/2006/main" w="15875">
            <a:solidFill>
              <a:schemeClr val="bg1">
                <a:alpha val="4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Oval 39">
            <a:extLst xmlns:a="http://schemas.openxmlformats.org/drawingml/2006/main">
              <a:ext uri="{FF2B5EF4-FFF2-40B4-BE49-F238E27FC236}">
                <a16:creationId xmlns:a16="http://schemas.microsoft.com/office/drawing/2014/main" id="{91E81CCE-F6DF-4EA4-997F-40C0633B3C6F}"/>
              </a:ext>
            </a:extLst>
          </p:cNvPr>
          <p:cNvSpPr>
            <a:spLocks xmlns:a="http://schemas.openxmlformats.org/drawingml/2006/main" noGrp="1"/>
          </p:cNvSpPr>
          <p:nvPr/>
        </p:nvSpPr>
        <p:spPr>
          <a:xfrm xmlns:a="http://schemas.openxmlformats.org/drawingml/2006/main">
            <a:off x="8831488" y="797246"/>
            <a:ext cx="2773736" cy="2773736"/>
          </a:xfrm>
          <a:prstGeom xmlns:a="http://schemas.openxmlformats.org/drawingml/2006/main" prst="ellipse">
            <a:avLst/>
          </a:prstGeom>
          <a:solidFill xmlns:a="http://schemas.openxmlformats.org/drawingml/2006/main">
            <a:schemeClr val="accent6"/>
          </a:solidFill>
          <a:ln xmlns:a="http://schemas.openxmlformats.org/drawingml/2006/main" w="15875">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9DE6C28-4C75-473C-894C-09A9E7BF9EA9}"/>
              </a:ext>
            </a:extLst>
          </p:cNvPr>
          <p:cNvSpPr>
            <a:spLocks xmlns:a="http://schemas.openxmlformats.org/drawingml/2006/main" noGrp="1"/>
          </p:cNvSpPr>
          <p:nvPr/>
        </p:nvSpPr>
        <p:spPr>
          <a:xfrm xmlns:a="http://schemas.openxmlformats.org/drawingml/2006/main">
            <a:off x="726177" y="1054751"/>
            <a:ext cx="5264354" cy="277460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80000"/>
              </a:lnSpc>
              <a:buNone/>
            </a:pPr>
            <a:r>
              <a:rPr sz="5200" b="1">
                <a:solidFill>
                  <a:schemeClr val="bg1"/>
                </a:solidFill>
                <a:latin typeface="Segoe UI Black"/>
                <a:ea typeface="Segoe UI Black"/>
                <a:cs typeface="Segoe UI Black"/>
              </a:rPr>
              <a:t>¿Alguna</a:t>
            </a:r>
          </a:p>
          <a:p xmlns:a="http://schemas.openxmlformats.org/drawingml/2006/main">
            <a:pPr>
              <a:lnSpc>
                <a:spcPct val="80000"/>
              </a:lnSpc>
              <a:buNone/>
            </a:pPr>
            <a:r>
              <a:rPr sz="5200" b="1">
                <a:solidFill>
                  <a:schemeClr val="bg1"/>
                </a:solidFill>
                <a:latin typeface="Segoe UI Black"/>
                <a:ea typeface="Segoe UI Black"/>
                <a:cs typeface="Segoe UI Black"/>
              </a:rPr>
              <a:t>pregunta?</a:t>
            </a:r>
          </a:p>
        </p:txBody>
      </p:sp>
      <p:sp>
        <p:nvSpPr>
          <p:cNvPr id="10" name="TextBox 9">
            <a:extLst xmlns:a="http://schemas.openxmlformats.org/drawingml/2006/main">
              <a:ext uri="{FF2B5EF4-FFF2-40B4-BE49-F238E27FC236}">
                <a16:creationId xmlns:a16="http://schemas.microsoft.com/office/drawing/2014/main" id="{0D197E8E-47E1-4900-AD10-ADA452914D74}"/>
              </a:ext>
            </a:extLst>
          </p:cNvPr>
          <p:cNvSpPr>
            <a:spLocks xmlns:a="http://schemas.openxmlformats.org/drawingml/2006/main" noGrp="1"/>
          </p:cNvSpPr>
          <p:nvPr/>
        </p:nvSpPr>
        <p:spPr>
          <a:xfrm xmlns:a="http://schemas.openxmlformats.org/drawingml/2006/main">
            <a:off x="773518" y="4057437"/>
            <a:ext cx="3474373"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bg1"/>
                </a:solidFill>
                <a:latin typeface="Segoe UI Light"/>
                <a:ea typeface="Segoe UI Light"/>
                <a:cs typeface="Segoe UI Light"/>
              </a:rPr>
              <a:t>github.com/javiarmesto</a:t>
            </a:r>
          </a:p>
        </p:txBody>
      </p:sp>
      <p:sp>
        <p:nvSpPr>
          <p:cNvPr id="41" name="Star: 12 Points 40">
            <a:extLst xmlns:a="http://schemas.openxmlformats.org/drawingml/2006/main">
              <a:ext uri="{FF2B5EF4-FFF2-40B4-BE49-F238E27FC236}">
                <a16:creationId xmlns:a16="http://schemas.microsoft.com/office/drawing/2014/main" id="{03EB137A-B67F-4662-9227-0AB1F27B25CA}"/>
              </a:ext>
            </a:extLst>
          </p:cNvPr>
          <p:cNvSpPr>
            <a:spLocks xmlns:a="http://schemas.openxmlformats.org/drawingml/2006/main" noGrp="1"/>
          </p:cNvSpPr>
          <p:nvPr/>
        </p:nvSpPr>
        <p:spPr>
          <a:xfrm xmlns:a="http://schemas.openxmlformats.org/drawingml/2006/main">
            <a:off x="7863756" y="4759087"/>
            <a:ext cx="1205672" cy="1205672"/>
          </a:xfrm>
          <a:prstGeom xmlns:a="http://schemas.openxmlformats.org/drawingml/2006/main" prst="star12">
            <a:avLst>
              <a:gd name="adj" fmla="val 0"/>
            </a:avLst>
          </a:prstGeom>
          <a:solidFill xmlns:a="http://schemas.openxmlformats.org/drawingml/2006/main">
            <a:schemeClr val="accent1">
              <a:alpha val="0"/>
            </a:schemeClr>
          </a:solidFill>
          <a:ln xmlns:a="http://schemas.openxmlformats.org/drawingml/2006/main" w="15875">
            <a:solidFill>
              <a:schemeClr val="bg1">
                <a:alpha val="75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Oval 41">
            <a:extLst xmlns:a="http://schemas.openxmlformats.org/drawingml/2006/main">
              <a:ext uri="{FF2B5EF4-FFF2-40B4-BE49-F238E27FC236}">
                <a16:creationId xmlns:a16="http://schemas.microsoft.com/office/drawing/2014/main" id="{AF259D59-7A85-43D8-9025-C62DA2D27C04}"/>
              </a:ext>
            </a:extLst>
          </p:cNvPr>
          <p:cNvSpPr>
            <a:spLocks xmlns:a="http://schemas.openxmlformats.org/drawingml/2006/main" noGrp="1"/>
          </p:cNvSpPr>
          <p:nvPr/>
        </p:nvSpPr>
        <p:spPr>
          <a:xfrm xmlns:a="http://schemas.openxmlformats.org/drawingml/2006/main">
            <a:off x="7822119" y="4717450"/>
            <a:ext cx="1288947" cy="1288947"/>
          </a:xfrm>
          <a:prstGeom xmlns:a="http://schemas.openxmlformats.org/drawingml/2006/main" prst="ellipse">
            <a:avLst/>
          </a:prstGeom>
          <a:solidFill xmlns:a="http://schemas.openxmlformats.org/drawingml/2006/main">
            <a:schemeClr val="accent6"/>
          </a:solidFill>
          <a:ln xmlns:a="http://schemas.openxmlformats.org/drawingml/2006/main" w="15875">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Freeform: Shape 37">
            <a:extLst xmlns:a="http://schemas.openxmlformats.org/drawingml/2006/main">
              <a:ext uri="{FF2B5EF4-FFF2-40B4-BE49-F238E27FC236}">
                <a16:creationId xmlns:a16="http://schemas.microsoft.com/office/drawing/2014/main" id="{12037E5A-26A0-424B-8C24-DF8F1BFCBE38}"/>
              </a:ext>
            </a:extLst>
          </p:cNvPr>
          <p:cNvSpPr>
            <a:spLocks xmlns:a="http://schemas.openxmlformats.org/drawingml/2006/main" noGrp="1"/>
          </p:cNvSpPr>
          <p:nvPr/>
        </p:nvSpPr>
        <p:spPr>
          <a:xfrm xmlns:a="http://schemas.openxmlformats.org/drawingml/2006/main" rot="0" flipH="0" flipV="0">
            <a:off x="8682679" y="3639084"/>
            <a:ext cx="151652" cy="151652"/>
          </a:xfrm>
          <a:custGeom xmlns:a="http://schemas.openxmlformats.org/drawingml/2006/main">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solidFill xmlns:a="http://schemas.openxmlformats.org/drawingml/2006/main">
            <a:schemeClr val="bg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43" name="Freeform: Shape 42">
            <a:extLst xmlns:a="http://schemas.openxmlformats.org/drawingml/2006/main">
              <a:ext uri="{FF2B5EF4-FFF2-40B4-BE49-F238E27FC236}">
                <a16:creationId xmlns:a16="http://schemas.microsoft.com/office/drawing/2014/main" id="{21496141-AB54-4B2B-8B00-A78452705199}"/>
              </a:ext>
            </a:extLst>
          </p:cNvPr>
          <p:cNvSpPr>
            <a:spLocks xmlns:a="http://schemas.openxmlformats.org/drawingml/2006/main" noGrp="1"/>
          </p:cNvSpPr>
          <p:nvPr/>
        </p:nvSpPr>
        <p:spPr>
          <a:xfrm xmlns:a="http://schemas.openxmlformats.org/drawingml/2006/main" rot="0" flipH="0" flipV="0">
            <a:off x="9009238" y="3505630"/>
            <a:ext cx="60660" cy="60660"/>
          </a:xfrm>
          <a:custGeom xmlns:a="http://schemas.openxmlformats.org/drawingml/2006/main">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xmlns:a="http://schemas.openxmlformats.org/drawingml/2006/main">
            <a:schemeClr val="bg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pic>
        <p:nvPicPr>
          <p:cNvPr id="53" name="Marcador de posición de imagen 4"/>
          <p:cNvPicPr>
            <a:picLocks xmlns:a="http://schemas.openxmlformats.org/drawingml/2006/main" noChangeAspect="1"/>
          </p:cNvPicPr>
          <p:nvPr>
            <p:ph type="pic" idx="4294967295"/>
          </p:nvPr>
        </p:nvPicPr>
        <p:blipFill>
          <a:blip xmlns:r="http://schemas.openxmlformats.org/officeDocument/2006/relationships" xmlns:a="http://schemas.openxmlformats.org/drawingml/2006/main" r:embed="R8df58706fa344dfe"/>
          <a:srcRect xmlns:a="http://schemas.openxmlformats.org/drawingml/2006/main" l="23284" t="0" r="23284" b="0"/>
          <a:stretch xmlns:a="http://schemas.openxmlformats.org/drawingml/2006/main">
            <a:fillRect l="0" t="0" r="0" b="0"/>
          </a:stretch>
        </p:blipFill>
        <p:spPr>
          <a:xfrm xmlns:a="http://schemas.openxmlformats.org/drawingml/2006/main">
            <a:off x="5585545" y="488117"/>
            <a:ext cx="4095750" cy="5110163"/>
          </a:xfrm>
        </p:spPr>
      </p:pic>
    </p:spTree>
    <p:extLst>
      <p:ext uri="{BB962C8B-B14F-4D97-AF65-F5344CB8AC3E}">
        <p14:creationId xmlns:p14="http://schemas.microsoft.com/office/powerpoint/2010/main" val="407714616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6" name="TextBox 15">
            <a:extLst xmlns:a="http://schemas.openxmlformats.org/drawingml/2006/main">
              <a:ext uri="{FF2B5EF4-FFF2-40B4-BE49-F238E27FC236}">
                <a16:creationId xmlns:a16="http://schemas.microsoft.com/office/drawing/2014/main" id="{01FF33C1-1989-6F8D-10FF-CBF942A9FECE}"/>
              </a:ext>
            </a:extLst>
          </p:cNvPr>
          <p:cNvSpPr>
            <a:spLocks xmlns:a="http://schemas.openxmlformats.org/drawingml/2006/main" noGrp="1"/>
          </p:cNvSpPr>
          <p:nvPr/>
        </p:nvSpPr>
        <p:spPr>
          <a:xfrm xmlns:a="http://schemas.openxmlformats.org/drawingml/2006/main">
            <a:off x="896917" y="843144"/>
            <a:ext cx="9955233" cy="270843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7000">
                <a:ln w="15875">
                  <a:solidFill>
                    <a:schemeClr val="accent6">
                      <a:lumMod val="60000"/>
                      <a:lumOff val="40000"/>
                    </a:schemeClr>
                  </a:solidFill>
                </a:ln>
                <a:solidFill>
                  <a:schemeClr val="accent1">
                    <a:lumMod val="75000"/>
                    <a:alpha val="0"/>
                  </a:schemeClr>
                </a:solidFill>
                <a:latin typeface="Segoe UI Black"/>
                <a:ea typeface="Segoe UI Black"/>
                <a:cs typeface="Segoe UI Black"/>
              </a:rPr>
              <a:t>¡Gracias!</a:t>
            </a:r>
          </a:p>
        </p:txBody>
      </p:sp>
      <p:sp>
        <p:nvSpPr>
          <p:cNvPr id="17" name="TextBox 16">
            <a:extLst xmlns:a="http://schemas.openxmlformats.org/drawingml/2006/main">
              <a:ext uri="{FF2B5EF4-FFF2-40B4-BE49-F238E27FC236}">
                <a16:creationId xmlns:a16="http://schemas.microsoft.com/office/drawing/2014/main" id="{90B83D19-9732-3F37-F065-579C6EA6B380}"/>
              </a:ext>
            </a:extLst>
          </p:cNvPr>
          <p:cNvSpPr>
            <a:spLocks xmlns:a="http://schemas.openxmlformats.org/drawingml/2006/main" noGrp="1"/>
          </p:cNvSpPr>
          <p:nvPr/>
        </p:nvSpPr>
        <p:spPr>
          <a:xfrm xmlns:a="http://schemas.openxmlformats.org/drawingml/2006/main">
            <a:off x="0" y="941722"/>
            <a:ext cx="11492716" cy="270843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7000">
                <a:solidFill>
                  <a:schemeClr val="bg1"/>
                </a:solidFill>
                <a:effectLst>
                  <a:outerShdw blurRad="546100" dist="292100" dir="4200000" algn="t" rotWithShape="0">
                    <a:prstClr val="black">
                      <a:alpha val="35000"/>
                    </a:prstClr>
                  </a:outerShdw>
                </a:effectLst>
                <a:latin typeface="Segoe UI Black"/>
                <a:ea typeface="Segoe UI Black"/>
                <a:cs typeface="Segoe UI Black"/>
              </a:rPr>
              <a:t>¡Gracias! </a:t>
            </a:r>
            <a:endParaRPr sz="17000">
              <a:solidFill>
                <a:schemeClr val="bg1"/>
              </a:solidFill>
              <a:effectLst>
                <a:outerShdw blurRad="546100" dist="292100" dir="4200000" algn="t" rotWithShape="0">
                  <a:prstClr val="black">
                    <a:alpha val="35000"/>
                  </a:prstClr>
                </a:outerShdw>
              </a:effectLst>
              <a:latin typeface="Segoe UI Black"/>
              <a:ea typeface="Segoe UI Black"/>
              <a:cs typeface="Segoe UI Black"/>
            </a:endParaRPr>
          </a:p>
        </p:txBody>
      </p:sp>
      <p:pic>
        <p:nvPicPr>
          <p:cNvPr id="21" name="Picture 2"/>
          <p:cNvPicPr>
            <a:picLocks xmlns:a="http://schemas.openxmlformats.org/drawingml/2006/main" noChangeAspect="1"/>
          </p:cNvPicPr>
          <p:nvPr/>
        </p:nvPicPr>
        <p:blipFill>
          <a:blip xmlns:r="http://schemas.openxmlformats.org/officeDocument/2006/relationships" xmlns:a="http://schemas.openxmlformats.org/drawingml/2006/main" r:embed="R76d9388344c14b99"/>
          <a:stretch xmlns:a="http://schemas.openxmlformats.org/drawingml/2006/main">
            <a:fillRect l="0" t="0" r="0" b="0"/>
          </a:stretch>
        </p:blipFill>
        <p:spPr>
          <a:xfrm xmlns:a="http://schemas.openxmlformats.org/drawingml/2006/main">
            <a:off x="5187251" y="4154557"/>
            <a:ext cx="1817498" cy="1677122"/>
          </a:xfrm>
          <a:prstGeom xmlns:a="http://schemas.openxmlformats.org/drawingml/2006/main" prst="rect">
            <a:avLst/>
          </a:prstGeom>
          <a:ln xmlns:a="http://schemas.openxmlformats.org/drawingml/2006/main" w="28575">
            <a:solidFill>
              <a:schemeClr val="accent2">
                <a:lumMod val="75000"/>
              </a:schemeClr>
            </a:solidFill>
          </a:ln>
        </p:spPr>
      </p:pic>
      <p:sp>
        <p:nvSpPr>
          <p:cNvPr id="4" name="TextBox 3">
            <a:extLst xmlns:a="http://schemas.openxmlformats.org/drawingml/2006/main">
              <a:ext uri="{FF2B5EF4-FFF2-40B4-BE49-F238E27FC236}">
                <a16:creationId xmlns:a16="http://schemas.microsoft.com/office/drawing/2014/main" id="{BD01A23A-1EC4-1707-E08B-0027D57501F1}"/>
              </a:ext>
            </a:extLst>
          </p:cNvPr>
          <p:cNvSpPr>
            <a:spLocks xmlns:a="http://schemas.openxmlformats.org/drawingml/2006/main" noGrp="1"/>
          </p:cNvSpPr>
          <p:nvPr/>
        </p:nvSpPr>
        <p:spPr>
          <a:xfrm xmlns:a="http://schemas.openxmlformats.org/drawingml/2006/main">
            <a:off x="5187250" y="5916278"/>
            <a:ext cx="1817499"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a:solidFill>
                  <a:schemeClr val="bg1"/>
                </a:solidFill>
                <a:latin typeface="Segoe UI"/>
                <a:ea typeface="Segoe UI"/>
                <a:cs typeface="Segoe UI"/>
              </a:rPr>
              <a:t>Feedback</a:t>
            </a:r>
          </a:p>
        </p:txBody>
      </p:sp>
    </p:spTree>
    <p:extLst>
      <p:ext uri="{BB962C8B-B14F-4D97-AF65-F5344CB8AC3E}">
        <p14:creationId xmlns:p14="http://schemas.microsoft.com/office/powerpoint/2010/main" val="319178827"/>
      </p:ext>
    </p:extLst>
  </p:cSld>
</p:sld>
</file>

<file path=ppt/theme/theme1.xml><?xml version="1.0" encoding="utf-8"?>
<a:theme xmlns:a="http://schemas.openxmlformats.org/drawingml/2006/main" name="Office Theme">
  <a:themeElements>
    <a:clrScheme name="Bizz Summit">
      <a:dk1>
        <a:srgbClr val="000000"/>
      </a:dk1>
      <a:lt1>
        <a:srgbClr val="FFFFFF"/>
      </a:lt1>
      <a:dk2>
        <a:srgbClr val="292B45"/>
      </a:dk2>
      <a:lt2>
        <a:srgbClr val="E7E6E6"/>
      </a:lt2>
      <a:accent1>
        <a:srgbClr val="119F9A"/>
      </a:accent1>
      <a:accent2>
        <a:srgbClr val="FF509F"/>
      </a:accent2>
      <a:accent3>
        <a:srgbClr val="FFDA37"/>
      </a:accent3>
      <a:accent4>
        <a:srgbClr val="4BE7D8"/>
      </a:accent4>
      <a:accent5>
        <a:srgbClr val="292B45"/>
      </a:accent5>
      <a:accent6>
        <a:srgbClr val="119F9A"/>
      </a:accent6>
      <a:hlink>
        <a:srgbClr val="FF6EA8"/>
      </a:hlink>
      <a:folHlink>
        <a:srgbClr val="FFDA37"/>
      </a:folHlink>
    </a:clrScheme>
    <a:fontScheme name="Custom 8">
      <a:majorFont>
        <a:latin typeface="Fira Sans"/>
        <a:ea typeface=""/>
        <a:cs typeface=""/>
      </a:majorFont>
      <a:minorFont>
        <a:latin typeface="Open Sans Light"/>
        <a:ea typeface=""/>
        <a:cs typeface=""/>
      </a:minorFont>
    </a:fontScheme>
    <a:fmtScheme name="Bizz Summi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2026-10-02T13:05:04.4750000Z</dcterms:created>
  <dcterms:modified xsi:type="dcterms:W3CDTF">2026-10-02T13:05:04.4750000Z</dcterms:modified>
</coreProperties>
</file>